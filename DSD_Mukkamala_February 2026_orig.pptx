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2.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3.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14.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15.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16.xml" ContentType="application/vnd.openxmlformats-officedocument.presentationml.notesSlid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notesSlides/notesSlide23.xml" ContentType="application/vnd.openxmlformats-officedocument.presentationml.notesSlid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notesSlides/notesSlide24.xml" ContentType="application/vnd.openxmlformats-officedocument.presentationml.notesSlid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496" r:id="rId5"/>
    <p:sldId id="452" r:id="rId6"/>
    <p:sldId id="409" r:id="rId7"/>
    <p:sldId id="498" r:id="rId8"/>
    <p:sldId id="497" r:id="rId9"/>
    <p:sldId id="2147375406" r:id="rId10"/>
    <p:sldId id="2147375415" r:id="rId11"/>
    <p:sldId id="2147375419" r:id="rId12"/>
    <p:sldId id="2147375432" r:id="rId13"/>
    <p:sldId id="2147375417" r:id="rId14"/>
    <p:sldId id="2147375408" r:id="rId15"/>
    <p:sldId id="2147375411" r:id="rId16"/>
    <p:sldId id="2147375412" r:id="rId17"/>
    <p:sldId id="2147375413" r:id="rId18"/>
    <p:sldId id="2147375414" r:id="rId19"/>
    <p:sldId id="2147375420" r:id="rId20"/>
    <p:sldId id="2147375418" r:id="rId21"/>
    <p:sldId id="2147375426" r:id="rId22"/>
    <p:sldId id="2147375427" r:id="rId23"/>
    <p:sldId id="2147375410" r:id="rId24"/>
    <p:sldId id="2147375433" r:id="rId25"/>
    <p:sldId id="2147375434" r:id="rId26"/>
    <p:sldId id="2147375435" r:id="rId27"/>
    <p:sldId id="2147375436" r:id="rId28"/>
    <p:sldId id="214737540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6D7934-A705-709C-A354-34B44C3EF0ED}" v="2409" dt="2026-03-18T00:49:03.737"/>
    <p1510:client id="{3396BF9F-3BB9-DE1E-99B7-65A5A6244915}" v="16" dt="2026-03-18T17:49:56.784"/>
    <p1510:client id="{5206C10B-16C9-D497-A2B1-388DABC0C5C4}" v="15" dt="2026-03-18T14:28:41.918"/>
    <p1510:client id="{63403A43-0189-4381-ABD3-AF0BE39C1D99}" v="671" dt="2026-03-18T01:25:40.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38.xml"/><Relationship Id="rId1" Type="http://schemas.microsoft.com/office/2011/relationships/chartStyle" Target="style3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On Time and</a:t>
            </a:r>
            <a:r>
              <a:rPr lang="en-US" sz="1000" baseline="0"/>
              <a:t> Planned Delivery - Applications</a:t>
            </a:r>
            <a:endParaRPr lang="en-US" sz="1000"/>
          </a:p>
        </c:rich>
      </c:tx>
      <c:layout>
        <c:manualLayout>
          <c:xMode val="edge"/>
          <c:yMode val="edge"/>
          <c:x val="0.25715227573275812"/>
          <c:y val="1.9835993579721202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2913735134798579"/>
          <c:w val="0.90013617938076496"/>
          <c:h val="0.65783886432974281"/>
        </c:manualLayout>
      </c:layout>
      <c:barChart>
        <c:barDir val="col"/>
        <c:grouping val="clustered"/>
        <c:varyColors val="0"/>
        <c:ser>
          <c:idx val="0"/>
          <c:order val="0"/>
          <c:tx>
            <c:strRef>
              <c:f>Sheet1!$B$1</c:f>
              <c:strCache>
                <c:ptCount val="1"/>
                <c:pt idx="0">
                  <c:v>Track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1">
                  <c:v>1</c:v>
                </c:pt>
              </c:numCache>
            </c:numRef>
          </c:val>
          <c:extLst>
            <c:ext xmlns:c16="http://schemas.microsoft.com/office/drawing/2014/chart" uri="{C3380CC4-5D6E-409C-BE32-E72D297353CC}">
              <c16:uniqueId val="{00000000-1576-4E46-9B43-ADDC93A0DE7A}"/>
            </c:ext>
          </c:extLst>
        </c:ser>
        <c:ser>
          <c:idx val="1"/>
          <c:order val="1"/>
          <c:tx>
            <c:strRef>
              <c:f>Sheet1!$C$1</c:f>
              <c:strCache>
                <c:ptCount val="1"/>
                <c:pt idx="0">
                  <c:v>Track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7</c:v>
                </c:pt>
              </c:numCache>
            </c:numRef>
          </c:val>
          <c:extLst>
            <c:ext xmlns:c16="http://schemas.microsoft.com/office/drawing/2014/chart" uri="{C3380CC4-5D6E-409C-BE32-E72D297353CC}">
              <c16:uniqueId val="{00000001-1576-4E46-9B43-ADDC93A0DE7A}"/>
            </c:ext>
          </c:extLst>
        </c:ser>
        <c:ser>
          <c:idx val="2"/>
          <c:order val="2"/>
          <c:tx>
            <c:strRef>
              <c:f>Sheet1!$D$1</c:f>
              <c:strCache>
                <c:ptCount val="1"/>
                <c:pt idx="0">
                  <c:v>Subcontracted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11</c:v>
                </c:pt>
                <c:pt idx="1">
                  <c:v>7</c:v>
                </c:pt>
                <c:pt idx="2">
                  <c:v>5</c:v>
                </c:pt>
                <c:pt idx="3">
                  <c:v>2</c:v>
                </c:pt>
              </c:numCache>
            </c:numRef>
          </c:val>
          <c:extLst>
            <c:ext xmlns:c16="http://schemas.microsoft.com/office/drawing/2014/chart" uri="{C3380CC4-5D6E-409C-BE32-E72D297353CC}">
              <c16:uniqueId val="{00000000-E073-4434-9C60-6CEE7126D504}"/>
            </c:ext>
          </c:extLst>
        </c:ser>
        <c:ser>
          <c:idx val="3"/>
          <c:order val="3"/>
          <c:tx>
            <c:strRef>
              <c:f>Sheet1!$E$1</c:f>
              <c:strCache>
                <c:ptCount val="1"/>
                <c:pt idx="0">
                  <c:v>Sustainability</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3</c:v>
                </c:pt>
              </c:numCache>
            </c:numRef>
          </c:val>
          <c:extLst>
            <c:ext xmlns:c16="http://schemas.microsoft.com/office/drawing/2014/chart" uri="{C3380CC4-5D6E-409C-BE32-E72D297353CC}">
              <c16:uniqueId val="{00000000-4630-4C13-B9B3-5F50D578BF16}"/>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1"/>
      </c:valAx>
      <c:spPr>
        <a:noFill/>
        <a:ln>
          <a:noFill/>
        </a:ln>
        <a:effectLst/>
      </c:spPr>
    </c:plotArea>
    <c:legend>
      <c:legendPos val="b"/>
      <c:layout>
        <c:manualLayout>
          <c:xMode val="edge"/>
          <c:yMode val="edge"/>
          <c:x val="0.11273035847443524"/>
          <c:y val="0.91469569940067585"/>
          <c:w val="0.67597924612014171"/>
          <c:h val="8.068263184110577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a:t>Subcontracted</a:t>
            </a:r>
            <a:r>
              <a:rPr lang="en-US" baseline="0"/>
              <a:t> Delivery - </a:t>
            </a:r>
            <a:r>
              <a:rPr lang="en-US" sz="1000" baseline="0"/>
              <a:t>Applications</a:t>
            </a:r>
            <a:endParaRPr lang="en-US"/>
          </a:p>
        </c:rich>
      </c:tx>
      <c:layout>
        <c:manualLayout>
          <c:xMode val="edge"/>
          <c:yMode val="edge"/>
          <c:x val="0.25715227573275812"/>
          <c:y val="1.9835993579721202E-4"/>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3407949928378499"/>
          <c:w val="0.90013617938076496"/>
          <c:h val="0.58370726593427635"/>
        </c:manualLayout>
      </c:layout>
      <c:barChart>
        <c:barDir val="col"/>
        <c:grouping val="clustered"/>
        <c:varyColors val="0"/>
        <c:ser>
          <c:idx val="0"/>
          <c:order val="0"/>
          <c:tx>
            <c:strRef>
              <c:f>Sheet1!$B$1</c:f>
              <c:strCache>
                <c:ptCount val="1"/>
                <c:pt idx="0">
                  <c:v>Seamless Entertainment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1</c:v>
                </c:pt>
                <c:pt idx="1">
                  <c:v>1</c:v>
                </c:pt>
              </c:numCache>
            </c:numRef>
          </c:val>
          <c:extLst>
            <c:ext xmlns:c16="http://schemas.microsoft.com/office/drawing/2014/chart" uri="{C3380CC4-5D6E-409C-BE32-E72D297353CC}">
              <c16:uniqueId val="{00000000-00BF-40DD-8520-02A34ECBDB35}"/>
            </c:ext>
          </c:extLst>
        </c:ser>
        <c:ser>
          <c:idx val="1"/>
          <c:order val="1"/>
          <c:tx>
            <c:strRef>
              <c:f>Sheet1!$C$1</c:f>
              <c:strCache>
                <c:ptCount val="1"/>
                <c:pt idx="0">
                  <c:v>Domain Services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2">
                  <c:v>1</c:v>
                </c:pt>
              </c:numCache>
            </c:numRef>
          </c:val>
          <c:extLst>
            <c:ext xmlns:c16="http://schemas.microsoft.com/office/drawing/2014/chart" uri="{C3380CC4-5D6E-409C-BE32-E72D297353CC}">
              <c16:uniqueId val="{00000001-00BF-40DD-8520-02A34ECBDB35}"/>
            </c:ext>
          </c:extLst>
        </c:ser>
        <c:ser>
          <c:idx val="2"/>
          <c:order val="2"/>
          <c:tx>
            <c:strRef>
              <c:f>Sheet1!$D$1</c:f>
              <c:strCache>
                <c:ptCount val="1"/>
                <c:pt idx="0">
                  <c:v>AuthID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2</c:v>
                </c:pt>
              </c:numCache>
            </c:numRef>
          </c:val>
          <c:extLst>
            <c:ext xmlns:c16="http://schemas.microsoft.com/office/drawing/2014/chart" uri="{C3380CC4-5D6E-409C-BE32-E72D297353CC}">
              <c16:uniqueId val="{00000002-00BF-40DD-8520-02A34ECBDB35}"/>
            </c:ext>
          </c:extLst>
        </c:ser>
        <c:ser>
          <c:idx val="3"/>
          <c:order val="3"/>
          <c:tx>
            <c:strRef>
              <c:f>Sheet1!$E$1</c:f>
              <c:strCache>
                <c:ptCount val="1"/>
                <c:pt idx="0">
                  <c:v>DSB</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1</c:v>
                </c:pt>
                <c:pt idx="3">
                  <c:v>2</c:v>
                </c:pt>
              </c:numCache>
            </c:numRef>
          </c:val>
          <c:extLst>
            <c:ext xmlns:c16="http://schemas.microsoft.com/office/drawing/2014/chart" uri="{C3380CC4-5D6E-409C-BE32-E72D297353CC}">
              <c16:uniqueId val="{00000003-00BF-40DD-8520-02A34ECBDB35}"/>
            </c:ext>
          </c:extLst>
        </c:ser>
        <c:ser>
          <c:idx val="4"/>
          <c:order val="4"/>
          <c:tx>
            <c:strRef>
              <c:f>Sheet1!$F$1</c:f>
              <c:strCache>
                <c:ptCount val="1"/>
                <c:pt idx="0">
                  <c:v>EDS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7</c:v>
                </c:pt>
                <c:pt idx="1">
                  <c:v>6</c:v>
                </c:pt>
                <c:pt idx="2">
                  <c:v>4</c:v>
                </c:pt>
              </c:numCache>
            </c:numRef>
          </c:val>
          <c:extLst>
            <c:ext xmlns:c16="http://schemas.microsoft.com/office/drawing/2014/chart" uri="{C3380CC4-5D6E-409C-BE32-E72D297353CC}">
              <c16:uniqueId val="{00000000-249D-4880-A75A-5A8CDBF37353}"/>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1"/>
      </c:valAx>
      <c:spPr>
        <a:noFill/>
        <a:ln>
          <a:noFill/>
        </a:ln>
        <a:effectLst/>
      </c:spPr>
    </c:plotArea>
    <c:legend>
      <c:legendPos val="b"/>
      <c:layout>
        <c:manualLayout>
          <c:xMode val="edge"/>
          <c:yMode val="edge"/>
          <c:x val="7.7093685747599101E-3"/>
          <c:y val="0.79608554732175263"/>
          <c:w val="0.96988327711908018"/>
          <c:h val="0.1594355735304361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Seamless Entertainment</a:t>
            </a:r>
          </a:p>
        </c:rich>
      </c:tx>
      <c:layout>
        <c:manualLayout>
          <c:xMode val="edge"/>
          <c:yMode val="edge"/>
          <c:x val="0.30667610264497458"/>
          <c:y val="2.1253232262406598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50613582640448895"/>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c:v>
                </c:pt>
              </c:numCache>
            </c:numRef>
          </c:val>
          <c:extLst>
            <c:ext xmlns:c16="http://schemas.microsoft.com/office/drawing/2014/chart" uri="{C3380CC4-5D6E-409C-BE32-E72D297353CC}">
              <c16:uniqueId val="{00000001-2CF5-4F3F-8EC2-6E3577028710}"/>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numCache>
            </c:numRef>
          </c:val>
          <c:extLst>
            <c:ext xmlns:c16="http://schemas.microsoft.com/office/drawing/2014/chart" uri="{C3380CC4-5D6E-409C-BE32-E72D297353CC}">
              <c16:uniqueId val="{00000002-2CF5-4F3F-8EC2-6E3577028710}"/>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numCache>
            </c:numRef>
          </c:val>
          <c:extLst>
            <c:ext xmlns:c16="http://schemas.microsoft.com/office/drawing/2014/chart" uri="{C3380CC4-5D6E-409C-BE32-E72D297353CC}">
              <c16:uniqueId val="{00000000-1928-4001-A760-3A5E475A294F}"/>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6.5190609814523459E-2"/>
                  <c:y val="2.83123393497673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BB7-4C3F-8FDD-210BE3FB714C}"/>
                </c:ext>
              </c:extLst>
            </c:dLbl>
            <c:dLbl>
              <c:idx val="1"/>
              <c:layout>
                <c:manualLayout>
                  <c:x val="-4.3460406543015537E-3"/>
                  <c:y val="5.6624678699534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BB7-4C3F-8FDD-210BE3FB714C}"/>
                </c:ext>
              </c:extLst>
            </c:dLbl>
            <c:dLbl>
              <c:idx val="2"/>
              <c:layout>
                <c:manualLayout>
                  <c:x val="-4.7806447197317088E-2"/>
                  <c:y val="5.19059554745734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BB7-4C3F-8FDD-210BE3FB714C}"/>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3121</c:v>
                </c:pt>
                <c:pt idx="1">
                  <c:v>3121</c:v>
                </c:pt>
                <c:pt idx="2">
                  <c:v>1838</c:v>
                </c:pt>
                <c:pt idx="3">
                  <c:v>1878</c:v>
                </c:pt>
              </c:numCache>
            </c:numRef>
          </c:val>
          <c:smooth val="0"/>
          <c:extLst>
            <c:ext xmlns:c16="http://schemas.microsoft.com/office/drawing/2014/chart" uri="{C3380CC4-5D6E-409C-BE32-E72D297353CC}">
              <c16:uniqueId val="{00000000-2CF5-4F3F-8EC2-6E3577028710}"/>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3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3.453973034015468E-2"/>
          <c:y val="0.72784559445880703"/>
          <c:w val="0.92026760659776896"/>
          <c:h val="8.686537817036894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Auth ID</a:t>
            </a:r>
          </a:p>
        </c:rich>
      </c:tx>
      <c:layout>
        <c:manualLayout>
          <c:xMode val="edge"/>
          <c:yMode val="edge"/>
          <c:x val="0.41568710674790843"/>
          <c:y val="2.1253232262406573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503401193724623"/>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numCache>
            </c:numRef>
          </c:val>
          <c:extLst>
            <c:ext xmlns:c16="http://schemas.microsoft.com/office/drawing/2014/chart" uri="{C3380CC4-5D6E-409C-BE32-E72D297353CC}">
              <c16:uniqueId val="{00000000-E4D2-48BB-8CEC-B20A060888C0}"/>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2">
                  <c:v>2</c:v>
                </c:pt>
              </c:numCache>
            </c:numRef>
          </c:val>
          <c:extLst>
            <c:ext xmlns:c16="http://schemas.microsoft.com/office/drawing/2014/chart" uri="{C3380CC4-5D6E-409C-BE32-E72D297353CC}">
              <c16:uniqueId val="{00000001-E4D2-48BB-8CEC-B20A060888C0}"/>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3">
                  <c:v>6</c:v>
                </c:pt>
              </c:numCache>
            </c:numRef>
          </c:val>
          <c:extLst>
            <c:ext xmlns:c16="http://schemas.microsoft.com/office/drawing/2014/chart" uri="{C3380CC4-5D6E-409C-BE32-E72D297353CC}">
              <c16:uniqueId val="{00000002-E4D2-48BB-8CEC-B20A060888C0}"/>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7.6533775922250358E-2"/>
                  <c:y val="3.24766813504307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EF5-4126-8131-CD95542C249F}"/>
                </c:ext>
              </c:extLst>
            </c:dLbl>
            <c:dLbl>
              <c:idx val="3"/>
              <c:layout>
                <c:manualLayout>
                  <c:x val="-4.1765450687837928E-2"/>
                  <c:y val="4.66328405057873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218-49F4-89C6-7C8D8AC0DBE9}"/>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1468</c:v>
                </c:pt>
                <c:pt idx="1">
                  <c:v>1471</c:v>
                </c:pt>
                <c:pt idx="2">
                  <c:v>1396</c:v>
                </c:pt>
                <c:pt idx="3">
                  <c:v>1396</c:v>
                </c:pt>
              </c:numCache>
            </c:numRef>
          </c:val>
          <c:smooth val="0"/>
          <c:extLst>
            <c:ext xmlns:c16="http://schemas.microsoft.com/office/drawing/2014/chart" uri="{C3380CC4-5D6E-409C-BE32-E72D297353CC}">
              <c16:uniqueId val="{00000003-E4D2-48BB-8CEC-B20A060888C0}"/>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3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ax val="1500"/>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majorUnit val="500"/>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3.453973034015468E-2"/>
          <c:y val="0.7088943779612753"/>
          <c:w val="0.94199765411819358"/>
          <c:h val="9.8052023327566837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DSB</a:t>
            </a:r>
          </a:p>
        </c:rich>
      </c:tx>
      <c:layout>
        <c:manualLayout>
          <c:xMode val="edge"/>
          <c:yMode val="edge"/>
          <c:x val="0.45327710816271322"/>
          <c:y val="2.1246539822031673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7.401717883786188E-2"/>
          <c:y val="9.9484730668854368E-2"/>
          <c:w val="0.90820285657981548"/>
          <c:h val="0.59027915170228873"/>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2">
                  <c:v>1</c:v>
                </c:pt>
                <c:pt idx="3">
                  <c:v>1</c:v>
                </c:pt>
              </c:numCache>
            </c:numRef>
          </c:val>
          <c:extLst>
            <c:ext xmlns:c16="http://schemas.microsoft.com/office/drawing/2014/chart" uri="{C3380CC4-5D6E-409C-BE32-E72D297353CC}">
              <c16:uniqueId val="{00000000-1471-476D-B023-82B6D4600E5E}"/>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3</c:v>
                </c:pt>
                <c:pt idx="1">
                  <c:v>14</c:v>
                </c:pt>
                <c:pt idx="2">
                  <c:v>15</c:v>
                </c:pt>
                <c:pt idx="3">
                  <c:v>25</c:v>
                </c:pt>
              </c:numCache>
            </c:numRef>
          </c:val>
          <c:extLst>
            <c:ext xmlns:c16="http://schemas.microsoft.com/office/drawing/2014/chart" uri="{C3380CC4-5D6E-409C-BE32-E72D297353CC}">
              <c16:uniqueId val="{00000001-1471-476D-B023-82B6D4600E5E}"/>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numCache>
            </c:numRef>
          </c:val>
          <c:extLst>
            <c:ext xmlns:c16="http://schemas.microsoft.com/office/drawing/2014/chart" uri="{C3380CC4-5D6E-409C-BE32-E72D297353CC}">
              <c16:uniqueId val="{00000002-1471-476D-B023-82B6D4600E5E}"/>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6.0844569160221761E-2"/>
                  <c:y val="7.0780795776783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7C-423A-BD9A-A5133125C85C}"/>
                </c:ext>
              </c:extLst>
            </c:dLbl>
            <c:dLbl>
              <c:idx val="1"/>
              <c:layout>
                <c:manualLayout>
                  <c:x val="-6.0844569160221754E-2"/>
                  <c:y val="2.8312318310713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1D4-481B-8E59-05D25475FFF9}"/>
                </c:ext>
              </c:extLst>
            </c:dLbl>
            <c:dLbl>
              <c:idx val="2"/>
              <c:layout>
                <c:manualLayout>
                  <c:x val="-4.3460406543015535E-2"/>
                  <c:y val="7.07807957767829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CC3-4487-9A97-F8E170460A1C}"/>
                </c:ext>
              </c:extLst>
            </c:dLbl>
            <c:dLbl>
              <c:idx val="3"/>
              <c:layout>
                <c:manualLayout>
                  <c:x val="-2.1730203271507768E-2"/>
                  <c:y val="1.88748788738088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51-4CE9-9DEB-8312E45C314D}"/>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1788</c:v>
                </c:pt>
                <c:pt idx="1">
                  <c:v>1819</c:v>
                </c:pt>
                <c:pt idx="2">
                  <c:v>1845</c:v>
                </c:pt>
                <c:pt idx="3">
                  <c:v>1886</c:v>
                </c:pt>
              </c:numCache>
            </c:numRef>
          </c:val>
          <c:smooth val="0"/>
          <c:extLst>
            <c:ext xmlns:c16="http://schemas.microsoft.com/office/drawing/2014/chart" uri="{C3380CC4-5D6E-409C-BE32-E72D297353CC}">
              <c16:uniqueId val="{00000003-1471-476D-B023-82B6D4600E5E}"/>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ax val="1900"/>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majorUnit val="200"/>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3.019373792395251E-2"/>
          <c:y val="0.80334483076722307"/>
          <c:w val="0.94199765411819358"/>
          <c:h val="0.1629139132449988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Enterprise Data Services</a:t>
            </a:r>
          </a:p>
        </c:rich>
      </c:tx>
      <c:layout>
        <c:manualLayout>
          <c:xMode val="edge"/>
          <c:yMode val="edge"/>
          <c:x val="0.24619156799671479"/>
          <c:y val="2.1252816369721718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59027915170228873"/>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2">
                  <c:v>3</c:v>
                </c:pt>
              </c:numCache>
            </c:numRef>
          </c:val>
          <c:extLst>
            <c:ext xmlns:c16="http://schemas.microsoft.com/office/drawing/2014/chart" uri="{C3380CC4-5D6E-409C-BE32-E72D297353CC}">
              <c16:uniqueId val="{00000000-557E-41D0-996A-8D6CEC0AAABA}"/>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7</c:v>
                </c:pt>
                <c:pt idx="1">
                  <c:v>26</c:v>
                </c:pt>
                <c:pt idx="2">
                  <c:v>14</c:v>
                </c:pt>
                <c:pt idx="3">
                  <c:v>23</c:v>
                </c:pt>
              </c:numCache>
            </c:numRef>
          </c:val>
          <c:extLst>
            <c:ext xmlns:c16="http://schemas.microsoft.com/office/drawing/2014/chart" uri="{C3380CC4-5D6E-409C-BE32-E72D297353CC}">
              <c16:uniqueId val="{00000001-557E-41D0-996A-8D6CEC0AAABA}"/>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1">
                  <c:v>3</c:v>
                </c:pt>
              </c:numCache>
            </c:numRef>
          </c:val>
          <c:extLst>
            <c:ext xmlns:c16="http://schemas.microsoft.com/office/drawing/2014/chart" uri="{C3380CC4-5D6E-409C-BE32-E72D297353CC}">
              <c16:uniqueId val="{00000002-557E-41D0-996A-8D6CEC0AAABA}"/>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4.7806447197317088E-2"/>
                  <c:y val="8.49369549321396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236-4983-8979-3A1BCF51BDBA}"/>
                </c:ext>
              </c:extLst>
            </c:dLbl>
            <c:dLbl>
              <c:idx val="1"/>
              <c:layout>
                <c:manualLayout>
                  <c:x val="-4.7806447197317088E-2"/>
                  <c:y val="4.24684774660698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368-4C96-9AE1-6DC0981FDD66}"/>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2646</c:v>
                </c:pt>
                <c:pt idx="1">
                  <c:v>2677</c:v>
                </c:pt>
                <c:pt idx="2">
                  <c:v>2786</c:v>
                </c:pt>
                <c:pt idx="3">
                  <c:v>2938</c:v>
                </c:pt>
              </c:numCache>
            </c:numRef>
          </c:val>
          <c:smooth val="0"/>
          <c:extLst>
            <c:ext xmlns:c16="http://schemas.microsoft.com/office/drawing/2014/chart" uri="{C3380CC4-5D6E-409C-BE32-E72D297353CC}">
              <c16:uniqueId val="{00000003-557E-41D0-996A-8D6CEC0AAABA}"/>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ax val="3000"/>
          <c:min val="20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majorUnit val="200"/>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2.5847649031551571E-2"/>
          <c:y val="0.80326858904598275"/>
          <c:w val="0.94199765411819358"/>
          <c:h val="0.1688329025516318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r>
              <a:rPr lang="en-US" sz="1000"/>
              <a:t>Rollout Success - Applications</a:t>
            </a:r>
          </a:p>
        </c:rich>
      </c:tx>
      <c:layout>
        <c:manualLayout>
          <c:xMode val="edge"/>
          <c:yMode val="edge"/>
          <c:x val="0.316903280714117"/>
          <c:y val="1.3931910620759862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4.8225345844305163E-2"/>
          <c:y val="0.15557263626487305"/>
          <c:w val="0.90820285657981548"/>
          <c:h val="0.57434857256635119"/>
        </c:manualLayout>
      </c:layout>
      <c:barChart>
        <c:barDir val="col"/>
        <c:grouping val="stacked"/>
        <c:varyColors val="0"/>
        <c:ser>
          <c:idx val="0"/>
          <c:order val="0"/>
          <c:tx>
            <c:strRef>
              <c:f>Sheet1!$B$1</c:f>
              <c:strCache>
                <c:ptCount val="1"/>
                <c:pt idx="0">
                  <c:v>Seamless Entertainment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7</c:v>
                </c:pt>
                <c:pt idx="1">
                  <c:v>7</c:v>
                </c:pt>
                <c:pt idx="2">
                  <c:v>3</c:v>
                </c:pt>
                <c:pt idx="3">
                  <c:v>2</c:v>
                </c:pt>
              </c:numCache>
            </c:numRef>
          </c:val>
          <c:extLst>
            <c:ext xmlns:c16="http://schemas.microsoft.com/office/drawing/2014/chart" uri="{C3380CC4-5D6E-409C-BE32-E72D297353CC}">
              <c16:uniqueId val="{00000000-4FDC-49B5-9EE3-D8C6038923A4}"/>
            </c:ext>
          </c:extLst>
        </c:ser>
        <c:ser>
          <c:idx val="1"/>
          <c:order val="1"/>
          <c:tx>
            <c:strRef>
              <c:f>Sheet1!$C$1</c:f>
              <c:strCache>
                <c:ptCount val="1"/>
                <c:pt idx="0">
                  <c:v>Domain Services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2</c:v>
                </c:pt>
                <c:pt idx="1">
                  <c:v>3</c:v>
                </c:pt>
                <c:pt idx="2">
                  <c:v>4</c:v>
                </c:pt>
                <c:pt idx="3">
                  <c:v>2</c:v>
                </c:pt>
              </c:numCache>
            </c:numRef>
          </c:val>
          <c:extLst>
            <c:ext xmlns:c16="http://schemas.microsoft.com/office/drawing/2014/chart" uri="{C3380CC4-5D6E-409C-BE32-E72D297353CC}">
              <c16:uniqueId val="{00000001-4FDC-49B5-9EE3-D8C6038923A4}"/>
            </c:ext>
          </c:extLst>
        </c:ser>
        <c:ser>
          <c:idx val="2"/>
          <c:order val="2"/>
          <c:tx>
            <c:strRef>
              <c:f>Sheet1!$D$1</c:f>
              <c:strCache>
                <c:ptCount val="1"/>
                <c:pt idx="0">
                  <c:v>Auth ID</c:v>
                </c:pt>
              </c:strCache>
            </c:strRef>
          </c:tx>
          <c:spPr>
            <a:solidFill>
              <a:srgbClr val="2587C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4</c:v>
                </c:pt>
                <c:pt idx="1">
                  <c:v>1</c:v>
                </c:pt>
                <c:pt idx="2">
                  <c:v>3</c:v>
                </c:pt>
                <c:pt idx="3">
                  <c:v>3</c:v>
                </c:pt>
              </c:numCache>
            </c:numRef>
          </c:val>
          <c:extLst>
            <c:ext xmlns:c16="http://schemas.microsoft.com/office/drawing/2014/chart" uri="{C3380CC4-5D6E-409C-BE32-E72D297353CC}">
              <c16:uniqueId val="{00000002-4FDC-49B5-9EE3-D8C6038923A4}"/>
            </c:ext>
          </c:extLst>
        </c:ser>
        <c:ser>
          <c:idx val="3"/>
          <c:order val="3"/>
          <c:tx>
            <c:strRef>
              <c:f>Sheet1!$E$1</c:f>
              <c:strCache>
                <c:ptCount val="1"/>
                <c:pt idx="0">
                  <c:v>DSB</c:v>
                </c:pt>
              </c:strCache>
            </c:strRef>
          </c:tx>
          <c:spPr>
            <a:solidFill>
              <a:srgbClr val="1D999E"/>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5</c:v>
                </c:pt>
                <c:pt idx="1">
                  <c:v>3</c:v>
                </c:pt>
                <c:pt idx="2">
                  <c:v>5</c:v>
                </c:pt>
                <c:pt idx="3">
                  <c:v>6</c:v>
                </c:pt>
              </c:numCache>
            </c:numRef>
          </c:val>
          <c:extLst>
            <c:ext xmlns:c16="http://schemas.microsoft.com/office/drawing/2014/chart" uri="{C3380CC4-5D6E-409C-BE32-E72D297353CC}">
              <c16:uniqueId val="{00000003-4FDC-49B5-9EE3-D8C6038923A4}"/>
            </c:ext>
          </c:extLst>
        </c:ser>
        <c:ser>
          <c:idx val="4"/>
          <c:order val="4"/>
          <c:tx>
            <c:strRef>
              <c:f>Sheet1!$F$1</c:f>
              <c:strCache>
                <c:ptCount val="1"/>
                <c:pt idx="0">
                  <c:v>Enterprise Data Services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17</c:v>
                </c:pt>
                <c:pt idx="1">
                  <c:v>9</c:v>
                </c:pt>
                <c:pt idx="2">
                  <c:v>9</c:v>
                </c:pt>
                <c:pt idx="3">
                  <c:v>5</c:v>
                </c:pt>
              </c:numCache>
            </c:numRef>
          </c:val>
          <c:extLst>
            <c:ext xmlns:c16="http://schemas.microsoft.com/office/drawing/2014/chart" uri="{C3380CC4-5D6E-409C-BE32-E72D297353CC}">
              <c16:uniqueId val="{00000000-A0EE-4F0D-B40B-A9717088E84A}"/>
            </c:ext>
          </c:extLst>
        </c:ser>
        <c:ser>
          <c:idx val="5"/>
          <c:order val="5"/>
          <c:tx>
            <c:strRef>
              <c:f>Sheet1!$G$1</c:f>
              <c:strCache>
                <c:ptCount val="1"/>
                <c:pt idx="0">
                  <c:v>Rollbacks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Sheet1!$G$12:$G$23</c:f>
              <c:numCache>
                <c:formatCode>General</c:formatCode>
                <c:ptCount val="12"/>
                <c:pt idx="2">
                  <c:v>1</c:v>
                </c:pt>
                <c:pt idx="3">
                  <c:v>2</c:v>
                </c:pt>
              </c:numCache>
            </c:numRef>
          </c:val>
          <c:extLst>
            <c:ext xmlns:c16="http://schemas.microsoft.com/office/drawing/2014/chart" uri="{C3380CC4-5D6E-409C-BE32-E72D297353CC}">
              <c16:uniqueId val="{00000001-A0EE-4F0D-B40B-A9717088E84A}"/>
            </c:ext>
          </c:extLst>
        </c:ser>
        <c:ser>
          <c:idx val="6"/>
          <c:order val="6"/>
          <c:tx>
            <c:strRef>
              <c:f>Sheet1!$H$1</c:f>
              <c:strCache>
                <c:ptCount val="1"/>
                <c:pt idx="0">
                  <c:v>Unsuccessful</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Sheet1!$H$12:$H$23</c:f>
              <c:numCache>
                <c:formatCode>General</c:formatCode>
                <c:ptCount val="12"/>
              </c:numCache>
            </c:numRef>
          </c:val>
          <c:extLst>
            <c:ext xmlns:c16="http://schemas.microsoft.com/office/drawing/2014/chart" uri="{C3380CC4-5D6E-409C-BE32-E72D297353CC}">
              <c16:uniqueId val="{00000000-6564-425F-B391-6B7132CB7DBD}"/>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7"/>
          <c:order val="7"/>
          <c:tx>
            <c:strRef>
              <c:f>Sheet1!$I$1</c:f>
              <c:strCache>
                <c:ptCount val="1"/>
                <c:pt idx="0">
                  <c:v>Success %</c:v>
                </c:pt>
              </c:strCache>
            </c:strRef>
          </c:tx>
          <c:spPr>
            <a:ln w="28575"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Sheet1!$I$12:$I$23</c:f>
              <c:numCache>
                <c:formatCode>0.00%</c:formatCode>
                <c:ptCount val="12"/>
                <c:pt idx="0">
                  <c:v>1</c:v>
                </c:pt>
                <c:pt idx="1">
                  <c:v>1</c:v>
                </c:pt>
                <c:pt idx="2">
                  <c:v>0.95833333333333337</c:v>
                </c:pt>
                <c:pt idx="3">
                  <c:v>0.88888888888888884</c:v>
                </c:pt>
              </c:numCache>
            </c:numRef>
          </c:val>
          <c:smooth val="0"/>
          <c:extLst>
            <c:ext xmlns:c16="http://schemas.microsoft.com/office/drawing/2014/chart" uri="{C3380CC4-5D6E-409C-BE32-E72D297353CC}">
              <c16:uniqueId val="{00000000-20C3-4FFF-BAC9-A0D220B065A9}"/>
            </c:ext>
          </c:extLst>
        </c:ser>
        <c:dLbls>
          <c:showLegendKey val="0"/>
          <c:showVal val="0"/>
          <c:showCatName val="0"/>
          <c:showSerName val="0"/>
          <c:showPercent val="0"/>
          <c:showBubbleSize val="0"/>
        </c:dLbls>
        <c:marker val="1"/>
        <c:smooth val="0"/>
        <c:axId val="1692791920"/>
        <c:axId val="1692811600"/>
      </c:line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6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811600"/>
        <c:scaling>
          <c:orientation val="minMax"/>
          <c:max val="1"/>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1692791920"/>
        <c:crosses val="max"/>
        <c:crossBetween val="between"/>
        <c:majorUnit val="0.2"/>
      </c:valAx>
      <c:catAx>
        <c:axId val="1692791920"/>
        <c:scaling>
          <c:orientation val="minMax"/>
        </c:scaling>
        <c:delete val="1"/>
        <c:axPos val="b"/>
        <c:numFmt formatCode="General" sourceLinked="1"/>
        <c:majorTickMark val="out"/>
        <c:minorTickMark val="none"/>
        <c:tickLblPos val="nextTo"/>
        <c:crossAx val="1692811600"/>
        <c:crosses val="autoZero"/>
        <c:auto val="1"/>
        <c:lblAlgn val="ctr"/>
        <c:lblOffset val="100"/>
        <c:noMultiLvlLbl val="0"/>
      </c:catAx>
      <c:spPr>
        <a:noFill/>
        <a:ln>
          <a:noFill/>
        </a:ln>
        <a:effectLst/>
      </c:spPr>
    </c:plotArea>
    <c:legend>
      <c:legendPos val="b"/>
      <c:layout>
        <c:manualLayout>
          <c:xMode val="edge"/>
          <c:yMode val="edge"/>
          <c:x val="0"/>
          <c:y val="0.81801012092971548"/>
          <c:w val="1"/>
          <c:h val="0.1587700280356846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0" i="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r>
              <a:rPr lang="en-US" sz="1000"/>
              <a:t>Releases - Applications</a:t>
            </a:r>
          </a:p>
        </c:rich>
      </c:tx>
      <c:layout>
        <c:manualLayout>
          <c:xMode val="edge"/>
          <c:yMode val="edge"/>
          <c:x val="0.35656777221026087"/>
          <c:y val="4.1660485630777296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21594412761562587"/>
          <c:w val="0.90820285657981548"/>
          <c:h val="0.49102768727445295"/>
        </c:manualLayout>
      </c:layout>
      <c:barChart>
        <c:barDir val="col"/>
        <c:grouping val="clustered"/>
        <c:varyColors val="0"/>
        <c:ser>
          <c:idx val="0"/>
          <c:order val="0"/>
          <c:tx>
            <c:strRef>
              <c:f>Sheet1!$B$1</c:f>
              <c:strCache>
                <c:ptCount val="1"/>
                <c:pt idx="0">
                  <c:v>HotFix/ BreakFix</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Spectrum Sans" panose="020B0502020503020304" pitchFamily="34" charset="0"/>
                    <a:ea typeface="Open Sans" pitchFamily="2" charset="0"/>
                    <a:cs typeface="Spectrum Sans" panose="020B05020205030203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1">
                  <c:v>5</c:v>
                </c:pt>
                <c:pt idx="2">
                  <c:v>1</c:v>
                </c:pt>
              </c:numCache>
            </c:numRef>
          </c:val>
          <c:extLst>
            <c:ext xmlns:c16="http://schemas.microsoft.com/office/drawing/2014/chart" uri="{C3380CC4-5D6E-409C-BE32-E72D297353CC}">
              <c16:uniqueId val="{00000000-6788-4F85-A68E-05DD1F92F2EA}"/>
            </c:ext>
          </c:extLst>
        </c:ser>
        <c:ser>
          <c:idx val="1"/>
          <c:order val="1"/>
          <c:tx>
            <c:strRef>
              <c:f>Sheet1!$C$1</c:f>
              <c:strCache>
                <c:ptCount val="1"/>
                <c:pt idx="0">
                  <c:v>Major</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Spectrum Sans" panose="020B0502020503020304" pitchFamily="34" charset="0"/>
                    <a:ea typeface="Open Sans" pitchFamily="2" charset="0"/>
                    <a:cs typeface="Spectrum Sans" panose="020B05020205030203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14</c:v>
                </c:pt>
                <c:pt idx="1">
                  <c:v>9</c:v>
                </c:pt>
                <c:pt idx="2">
                  <c:v>14</c:v>
                </c:pt>
                <c:pt idx="3">
                  <c:v>8</c:v>
                </c:pt>
              </c:numCache>
            </c:numRef>
          </c:val>
          <c:extLst>
            <c:ext xmlns:c16="http://schemas.microsoft.com/office/drawing/2014/chart" uri="{C3380CC4-5D6E-409C-BE32-E72D297353CC}">
              <c16:uniqueId val="{00000001-6788-4F85-A68E-05DD1F92F2EA}"/>
            </c:ext>
          </c:extLst>
        </c:ser>
        <c:ser>
          <c:idx val="2"/>
          <c:order val="2"/>
          <c:tx>
            <c:strRef>
              <c:f>Sheet1!$D$1</c:f>
              <c:strCache>
                <c:ptCount val="1"/>
                <c:pt idx="0">
                  <c:v>Minor</c:v>
                </c:pt>
              </c:strCache>
            </c:strRef>
          </c:tx>
          <c:spPr>
            <a:solidFill>
              <a:srgbClr val="2587C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Spectrum Sans" panose="020B0502020503020304" pitchFamily="34" charset="0"/>
                    <a:ea typeface="Open Sans" pitchFamily="2" charset="0"/>
                    <a:cs typeface="Spectrum Sans" panose="020B05020205030203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21</c:v>
                </c:pt>
                <c:pt idx="1">
                  <c:v>9</c:v>
                </c:pt>
                <c:pt idx="2">
                  <c:v>9</c:v>
                </c:pt>
                <c:pt idx="3">
                  <c:v>10</c:v>
                </c:pt>
              </c:numCache>
            </c:numRef>
          </c:val>
          <c:extLst>
            <c:ext xmlns:c16="http://schemas.microsoft.com/office/drawing/2014/chart" uri="{C3380CC4-5D6E-409C-BE32-E72D297353CC}">
              <c16:uniqueId val="{00000002-6788-4F85-A68E-05DD1F92F2EA}"/>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5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9.0394829554292136E-2"/>
          <c:y val="0.79980988530791763"/>
          <c:w val="0.82636951109743639"/>
          <c:h val="7.5570225619048192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0" i="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n-US" sz="1000"/>
              <a:t>Availability</a:t>
            </a:r>
            <a:r>
              <a:rPr lang="en-US" sz="1000" baseline="0"/>
              <a:t> Percentage - Applications</a:t>
            </a:r>
            <a:endParaRPr lang="en-US" sz="1000"/>
          </a:p>
        </c:rich>
      </c:tx>
      <c:layout>
        <c:manualLayout>
          <c:xMode val="edge"/>
          <c:yMode val="edge"/>
          <c:x val="0.21480889311978416"/>
          <c:y val="3.3976631501609254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6704328354872762E-2"/>
          <c:y val="0.14903193504211862"/>
          <c:w val="0.8665587613060669"/>
          <c:h val="0.6455969453514171"/>
        </c:manualLayout>
      </c:layout>
      <c:barChart>
        <c:barDir val="col"/>
        <c:grouping val="clustered"/>
        <c:varyColors val="0"/>
        <c:ser>
          <c:idx val="0"/>
          <c:order val="0"/>
          <c:tx>
            <c:strRef>
              <c:f>Sheet1!$B$1</c:f>
              <c:strCache>
                <c:ptCount val="1"/>
                <c:pt idx="0">
                  <c:v>Seamless Entertainment</c:v>
                </c:pt>
              </c:strCache>
            </c:strRef>
          </c:tx>
          <c:spPr>
            <a:solidFill>
              <a:schemeClr val="accent1"/>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0-C7EE-4676-A989-AE97FBAA816B}"/>
            </c:ext>
          </c:extLst>
        </c:ser>
        <c:ser>
          <c:idx val="1"/>
          <c:order val="1"/>
          <c:tx>
            <c:strRef>
              <c:f>Sheet1!$C$1</c:f>
              <c:strCache>
                <c:ptCount val="1"/>
                <c:pt idx="0">
                  <c:v>Domain Services</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1-C7EE-4676-A989-AE97FBAA816B}"/>
            </c:ext>
          </c:extLst>
        </c:ser>
        <c:ser>
          <c:idx val="2"/>
          <c:order val="2"/>
          <c:tx>
            <c:strRef>
              <c:f>Sheet1!$D$1</c:f>
              <c:strCache>
                <c:ptCount val="1"/>
                <c:pt idx="0">
                  <c:v>Auth ID</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2-C7EE-4676-A989-AE97FBAA816B}"/>
            </c:ext>
          </c:extLst>
        </c:ser>
        <c:ser>
          <c:idx val="3"/>
          <c:order val="3"/>
          <c:tx>
            <c:strRef>
              <c:f>Sheet1!$E$1</c:f>
              <c:strCache>
                <c:ptCount val="1"/>
                <c:pt idx="0">
                  <c:v>DSB</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0-0EAF-4FF2-B3DF-EC9CB386B8EC}"/>
            </c:ext>
          </c:extLst>
        </c:ser>
        <c:ser>
          <c:idx val="4"/>
          <c:order val="4"/>
          <c:tx>
            <c:strRef>
              <c:f>Sheet1!$F$1</c:f>
              <c:strCache>
                <c:ptCount val="1"/>
                <c:pt idx="0">
                  <c:v>Enterprise Data Services</c:v>
                </c:pt>
              </c:strCache>
            </c:strRef>
          </c:tx>
          <c:spPr>
            <a:solidFill>
              <a:schemeClr val="accent5"/>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0-7030-4C76-BE27-C4A3FEAA5D0E}"/>
            </c:ext>
          </c:extLst>
        </c:ser>
        <c:dLbls>
          <c:showLegendKey val="0"/>
          <c:showVal val="0"/>
          <c:showCatName val="0"/>
          <c:showSerName val="0"/>
          <c:showPercent val="0"/>
          <c:showBubbleSize val="0"/>
        </c:dLbls>
        <c:gapWidth val="219"/>
        <c:axId val="1809831455"/>
        <c:axId val="1809832415"/>
      </c:bar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00"/>
          <c:min val="9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majorUnit val="0.5"/>
        <c:minorUnit val="1.0000000000000002E-2"/>
      </c:valAx>
      <c:spPr>
        <a:noFill/>
        <a:ln>
          <a:noFill/>
        </a:ln>
        <a:effectLst/>
      </c:spPr>
    </c:plotArea>
    <c:legend>
      <c:legendPos val="b"/>
      <c:layout>
        <c:manualLayout>
          <c:xMode val="edge"/>
          <c:yMode val="edge"/>
          <c:x val="0"/>
          <c:y val="0.87292681890476209"/>
          <c:w val="1"/>
          <c:h val="8.418432350193196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960" b="0" i="0" u="none" strike="noStrike" baseline="0">
                <a:effectLst/>
              </a:rPr>
              <a:t>Vulnerabilities</a:t>
            </a:r>
            <a:endParaRPr lang="en-US" b="0"/>
          </a:p>
        </c:rich>
      </c:tx>
      <c:layout>
        <c:manualLayout>
          <c:xMode val="edge"/>
          <c:yMode val="edge"/>
          <c:x val="0.37653916013771788"/>
          <c:y val="2.0469521004548592E-2"/>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7.5466895340392345E-2"/>
          <c:y val="0.13952387689220994"/>
          <c:w val="0.90013617938076496"/>
          <c:h val="0.60054360174741384"/>
        </c:manualLayout>
      </c:layout>
      <c:barChart>
        <c:barDir val="col"/>
        <c:grouping val="clustered"/>
        <c:varyColors val="0"/>
        <c:ser>
          <c:idx val="0"/>
          <c:order val="0"/>
          <c:tx>
            <c:strRef>
              <c:f>Sheet1!$B$1</c:f>
              <c:strCache>
                <c:ptCount val="1"/>
                <c:pt idx="0">
                  <c:v>Enterprise Data Services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Action Required</c:v>
                </c:pt>
                <c:pt idx="1">
                  <c:v>Remediation Scheduled</c:v>
                </c:pt>
                <c:pt idx="2">
                  <c:v>Decommission Pending</c:v>
                </c:pt>
                <c:pt idx="3">
                  <c:v>Closed Last Month</c:v>
                </c:pt>
                <c:pt idx="4">
                  <c:v>Closed YTD</c:v>
                </c:pt>
              </c:strCache>
            </c:strRef>
          </c:cat>
          <c:val>
            <c:numRef>
              <c:f>Sheet1!$B$2:$B$6</c:f>
              <c:numCache>
                <c:formatCode>General</c:formatCode>
                <c:ptCount val="5"/>
                <c:pt idx="1">
                  <c:v>3</c:v>
                </c:pt>
                <c:pt idx="2">
                  <c:v>10</c:v>
                </c:pt>
                <c:pt idx="3">
                  <c:v>86</c:v>
                </c:pt>
                <c:pt idx="4">
                  <c:v>86</c:v>
                </c:pt>
              </c:numCache>
            </c:numRef>
          </c:val>
          <c:extLst>
            <c:ext xmlns:c16="http://schemas.microsoft.com/office/drawing/2014/chart" uri="{C3380CC4-5D6E-409C-BE32-E72D297353CC}">
              <c16:uniqueId val="{00000000-ADF1-4860-8BFC-99B810582D33}"/>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7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3.4926011588735442E-2"/>
          <c:y val="0.90790966264967266"/>
          <c:w val="0.93256752624170591"/>
          <c:h val="7.5419912917903981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r>
              <a:rPr lang="en-US" sz="800"/>
              <a:t>MoM Critical Outages</a:t>
            </a:r>
            <a:endParaRPr lang="en-US" sz="800" b="0" i="0" u="none" strike="noStrike" kern="1200" spc="0" baseline="0">
              <a:solidFill>
                <a:srgbClr val="000000">
                  <a:lumMod val="65000"/>
                  <a:lumOff val="35000"/>
                </a:srgbClr>
              </a:solidFill>
              <a:latin typeface="+mn-lt"/>
              <a:ea typeface="+mn-ea"/>
              <a:cs typeface="+mn-cs"/>
            </a:endParaRPr>
          </a:p>
        </c:rich>
      </c:tx>
      <c:layout>
        <c:manualLayout>
          <c:xMode val="edge"/>
          <c:yMode val="edge"/>
          <c:x val="0.33882734529136493"/>
          <c:y val="3.3976724256592643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929654645087294"/>
          <c:y val="0.18464120632467931"/>
          <c:w val="0.87398976783692706"/>
          <c:h val="0.57761017897492006"/>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c:v>
                </c:pt>
                <c:pt idx="3">
                  <c:v>1</c:v>
                </c:pt>
                <c:pt idx="5">
                  <c:v>1</c:v>
                </c:pt>
                <c:pt idx="6">
                  <c:v>1</c:v>
                </c:pt>
                <c:pt idx="9">
                  <c:v>2</c:v>
                </c:pt>
              </c:numCache>
            </c:numRef>
          </c:val>
          <c:extLst>
            <c:ext xmlns:c16="http://schemas.microsoft.com/office/drawing/2014/chart" uri="{C3380CC4-5D6E-409C-BE32-E72D297353CC}">
              <c16:uniqueId val="{00000000-BD1E-4F96-95B4-D7F96350572D}"/>
            </c:ext>
          </c:extLst>
        </c:ser>
        <c:ser>
          <c:idx val="1"/>
          <c:order val="1"/>
          <c:tx>
            <c:strRef>
              <c:f>Sheet1!$C$1</c:f>
              <c:strCache>
                <c:ptCount val="1"/>
                <c:pt idx="0">
                  <c:v>2026</c:v>
                </c:pt>
              </c:strCache>
            </c:strRef>
          </c:tx>
          <c:spPr>
            <a:solidFill>
              <a:schemeClr val="accent2"/>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numCache>
            </c:numRef>
          </c:val>
          <c:extLst>
            <c:ext xmlns:c16="http://schemas.microsoft.com/office/drawing/2014/chart" uri="{C3380CC4-5D6E-409C-BE32-E72D297353CC}">
              <c16:uniqueId val="{00000001-BD1E-4F96-95B4-D7F96350572D}"/>
            </c:ext>
          </c:extLst>
        </c:ser>
        <c:dLbls>
          <c:showLegendKey val="0"/>
          <c:showVal val="0"/>
          <c:showCatName val="0"/>
          <c:showSerName val="0"/>
          <c:showPercent val="0"/>
          <c:showBubbleSize val="0"/>
        </c:dLbls>
        <c:gapWidth val="150"/>
        <c:axId val="1809831455"/>
        <c:axId val="1809832415"/>
      </c:bar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8"/>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12991064885536552"/>
          <c:y val="0.87529223251962207"/>
          <c:w val="0.7669468380709763"/>
          <c:h val="7.937652010378701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r>
              <a:rPr lang="en-US" sz="800"/>
              <a:t>MoM Non Critical Impairments</a:t>
            </a:r>
            <a:r>
              <a:rPr lang="en-US" sz="800" baseline="0"/>
              <a:t> and Degradations</a:t>
            </a:r>
            <a:endParaRPr lang="en-US" sz="800" b="0" i="0" u="none" strike="noStrike" kern="1200" spc="0" baseline="0">
              <a:solidFill>
                <a:srgbClr val="000000">
                  <a:lumMod val="65000"/>
                  <a:lumOff val="35000"/>
                </a:srgbClr>
              </a:solidFill>
              <a:latin typeface="+mn-lt"/>
              <a:ea typeface="+mn-ea"/>
              <a:cs typeface="+mn-cs"/>
            </a:endParaRPr>
          </a:p>
        </c:rich>
      </c:tx>
      <c:layout>
        <c:manualLayout>
          <c:xMode val="edge"/>
          <c:yMode val="edge"/>
          <c:x val="0.15541657272254952"/>
          <c:y val="2.833761816591404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929654645087294"/>
          <c:y val="0.18464120632467931"/>
          <c:w val="0.87398976783692706"/>
          <c:h val="0.57761017897492006"/>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c:v>
                </c:pt>
                <c:pt idx="1">
                  <c:v>2</c:v>
                </c:pt>
                <c:pt idx="2">
                  <c:v>5</c:v>
                </c:pt>
                <c:pt idx="3">
                  <c:v>3</c:v>
                </c:pt>
                <c:pt idx="4">
                  <c:v>1</c:v>
                </c:pt>
                <c:pt idx="5">
                  <c:v>1</c:v>
                </c:pt>
                <c:pt idx="6">
                  <c:v>6</c:v>
                </c:pt>
                <c:pt idx="7">
                  <c:v>8</c:v>
                </c:pt>
                <c:pt idx="8">
                  <c:v>10</c:v>
                </c:pt>
                <c:pt idx="9">
                  <c:v>4</c:v>
                </c:pt>
                <c:pt idx="10">
                  <c:v>2</c:v>
                </c:pt>
                <c:pt idx="11">
                  <c:v>3</c:v>
                </c:pt>
              </c:numCache>
            </c:numRef>
          </c:val>
          <c:extLst>
            <c:ext xmlns:c16="http://schemas.microsoft.com/office/drawing/2014/chart" uri="{C3380CC4-5D6E-409C-BE32-E72D297353CC}">
              <c16:uniqueId val="{00000000-6FBE-4FF2-80E9-ED818ECF8C07}"/>
            </c:ext>
          </c:extLst>
        </c:ser>
        <c:ser>
          <c:idx val="1"/>
          <c:order val="1"/>
          <c:tx>
            <c:strRef>
              <c:f>Sheet1!$C$1</c:f>
              <c:strCache>
                <c:ptCount val="1"/>
                <c:pt idx="0">
                  <c:v>2026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c:v>
                </c:pt>
                <c:pt idx="1">
                  <c:v>5</c:v>
                </c:pt>
              </c:numCache>
            </c:numRef>
          </c:val>
          <c:extLst>
            <c:ext xmlns:c16="http://schemas.microsoft.com/office/drawing/2014/chart" uri="{C3380CC4-5D6E-409C-BE32-E72D297353CC}">
              <c16:uniqueId val="{00000001-6FBE-4FF2-80E9-ED818ECF8C07}"/>
            </c:ext>
          </c:extLst>
        </c:ser>
        <c:dLbls>
          <c:showLegendKey val="0"/>
          <c:showVal val="0"/>
          <c:showCatName val="0"/>
          <c:showSerName val="0"/>
          <c:showPercent val="0"/>
          <c:showBubbleSize val="0"/>
        </c:dLbls>
        <c:gapWidth val="150"/>
        <c:axId val="1809831455"/>
        <c:axId val="1809832415"/>
      </c:bar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2"/>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12991064885536552"/>
          <c:y val="0.87529223251962207"/>
          <c:w val="0.7669468380709763"/>
          <c:h val="7.937652010378701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On Time and</a:t>
            </a:r>
            <a:r>
              <a:rPr lang="en-US" sz="1000" baseline="0"/>
              <a:t> Planned Delivery - Platforms</a:t>
            </a:r>
            <a:endParaRPr lang="en-US" sz="1000"/>
          </a:p>
        </c:rich>
      </c:tx>
      <c:layout>
        <c:manualLayout>
          <c:xMode val="edge"/>
          <c:yMode val="edge"/>
          <c:x val="0.25715227573275812"/>
          <c:y val="1.9835993579721202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2913735134798579"/>
          <c:w val="0.90013617938076496"/>
          <c:h val="0.65783886432974281"/>
        </c:manualLayout>
      </c:layout>
      <c:barChart>
        <c:barDir val="col"/>
        <c:grouping val="clustered"/>
        <c:varyColors val="0"/>
        <c:ser>
          <c:idx val="0"/>
          <c:order val="0"/>
          <c:tx>
            <c:strRef>
              <c:f>Sheet1!$B$1</c:f>
              <c:strCache>
                <c:ptCount val="1"/>
                <c:pt idx="0">
                  <c:v>Track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3</c:v>
                </c:pt>
                <c:pt idx="1">
                  <c:v>4</c:v>
                </c:pt>
                <c:pt idx="2">
                  <c:v>3</c:v>
                </c:pt>
                <c:pt idx="3">
                  <c:v>3</c:v>
                </c:pt>
              </c:numCache>
            </c:numRef>
          </c:val>
          <c:extLst>
            <c:ext xmlns:c16="http://schemas.microsoft.com/office/drawing/2014/chart" uri="{C3380CC4-5D6E-409C-BE32-E72D297353CC}">
              <c16:uniqueId val="{00000000-1576-4E46-9B43-ADDC93A0DE7A}"/>
            </c:ext>
          </c:extLst>
        </c:ser>
        <c:ser>
          <c:idx val="1"/>
          <c:order val="1"/>
          <c:tx>
            <c:strRef>
              <c:f>Sheet1!$C$1</c:f>
              <c:strCache>
                <c:ptCount val="1"/>
                <c:pt idx="0">
                  <c:v>Track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6</c:v>
                </c:pt>
                <c:pt idx="1">
                  <c:v>8</c:v>
                </c:pt>
                <c:pt idx="2">
                  <c:v>8</c:v>
                </c:pt>
                <c:pt idx="3">
                  <c:v>1</c:v>
                </c:pt>
              </c:numCache>
            </c:numRef>
          </c:val>
          <c:extLst>
            <c:ext xmlns:c16="http://schemas.microsoft.com/office/drawing/2014/chart" uri="{C3380CC4-5D6E-409C-BE32-E72D297353CC}">
              <c16:uniqueId val="{00000001-1576-4E46-9B43-ADDC93A0DE7A}"/>
            </c:ext>
          </c:extLst>
        </c:ser>
        <c:ser>
          <c:idx val="2"/>
          <c:order val="2"/>
          <c:tx>
            <c:strRef>
              <c:f>Sheet1!$D$1</c:f>
              <c:strCache>
                <c:ptCount val="1"/>
                <c:pt idx="0">
                  <c:v>Subcontracted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5</c:v>
                </c:pt>
                <c:pt idx="1">
                  <c:v>1</c:v>
                </c:pt>
                <c:pt idx="3">
                  <c:v>3</c:v>
                </c:pt>
              </c:numCache>
            </c:numRef>
          </c:val>
          <c:extLst>
            <c:ext xmlns:c16="http://schemas.microsoft.com/office/drawing/2014/chart" uri="{C3380CC4-5D6E-409C-BE32-E72D297353CC}">
              <c16:uniqueId val="{00000000-E073-4434-9C60-6CEE7126D504}"/>
            </c:ext>
          </c:extLst>
        </c:ser>
        <c:ser>
          <c:idx val="3"/>
          <c:order val="3"/>
          <c:tx>
            <c:strRef>
              <c:f>Sheet1!$E$1</c:f>
              <c:strCache>
                <c:ptCount val="1"/>
                <c:pt idx="0">
                  <c:v>Sustainability</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numCache>
            </c:numRef>
          </c:val>
          <c:extLst>
            <c:ext xmlns:c16="http://schemas.microsoft.com/office/drawing/2014/chart" uri="{C3380CC4-5D6E-409C-BE32-E72D297353CC}">
              <c16:uniqueId val="{00000000-4D2C-4463-A419-D03E5C4DB82A}"/>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1"/>
      </c:valAx>
      <c:spPr>
        <a:noFill/>
        <a:ln>
          <a:noFill/>
        </a:ln>
        <a:effectLst/>
      </c:spPr>
    </c:plotArea>
    <c:legend>
      <c:legendPos val="b"/>
      <c:layout>
        <c:manualLayout>
          <c:xMode val="edge"/>
          <c:yMode val="edge"/>
          <c:x val="0.11273035847443524"/>
          <c:y val="0.91469569940067585"/>
          <c:w val="0.62257393426719532"/>
          <c:h val="8.068263184110577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a:t>Subcontracted</a:t>
            </a:r>
            <a:r>
              <a:rPr lang="en-US" baseline="0"/>
              <a:t> Delivery - </a:t>
            </a:r>
            <a:r>
              <a:rPr lang="en-US" sz="1000" baseline="0"/>
              <a:t>Platforms</a:t>
            </a:r>
            <a:endParaRPr lang="en-US"/>
          </a:p>
        </c:rich>
      </c:tx>
      <c:layout>
        <c:manualLayout>
          <c:xMode val="edge"/>
          <c:yMode val="edge"/>
          <c:x val="0.25715227573275812"/>
          <c:y val="1.9835993579721202E-4"/>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3407949928378499"/>
          <c:w val="0.90013617938076496"/>
          <c:h val="0.53428628910337506"/>
        </c:manualLayout>
      </c:layout>
      <c:barChart>
        <c:barDir val="col"/>
        <c:grouping val="clustered"/>
        <c:varyColors val="0"/>
        <c:ser>
          <c:idx val="0"/>
          <c:order val="0"/>
          <c:tx>
            <c:strRef>
              <c:f>Sheet1!$B$1</c:f>
              <c:strCache>
                <c:ptCount val="1"/>
                <c:pt idx="0">
                  <c:v>Effie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numCache>
            </c:numRef>
          </c:val>
          <c:extLst>
            <c:ext xmlns:c16="http://schemas.microsoft.com/office/drawing/2014/chart" uri="{C3380CC4-5D6E-409C-BE32-E72D297353CC}">
              <c16:uniqueId val="{00000000-00BF-40DD-8520-02A34ECBDB35}"/>
            </c:ext>
          </c:extLst>
        </c:ser>
        <c:ser>
          <c:idx val="1"/>
          <c:order val="1"/>
          <c:tx>
            <c:strRef>
              <c:f>Sheet1!$C$1</c:f>
              <c:strCache>
                <c:ptCount val="1"/>
                <c:pt idx="0">
                  <c:v>CATS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c:v>
                </c:pt>
              </c:numCache>
            </c:numRef>
          </c:val>
          <c:extLst>
            <c:ext xmlns:c16="http://schemas.microsoft.com/office/drawing/2014/chart" uri="{C3380CC4-5D6E-409C-BE32-E72D297353CC}">
              <c16:uniqueId val="{00000001-00BF-40DD-8520-02A34ECBDB35}"/>
            </c:ext>
          </c:extLst>
        </c:ser>
        <c:ser>
          <c:idx val="2"/>
          <c:order val="2"/>
          <c:tx>
            <c:strRef>
              <c:f>Sheet1!$D$1</c:f>
              <c:strCache>
                <c:ptCount val="1"/>
                <c:pt idx="0">
                  <c:v>EDP</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1</c:v>
                </c:pt>
                <c:pt idx="1">
                  <c:v>1</c:v>
                </c:pt>
              </c:numCache>
            </c:numRef>
          </c:val>
          <c:extLst>
            <c:ext xmlns:c16="http://schemas.microsoft.com/office/drawing/2014/chart" uri="{C3380CC4-5D6E-409C-BE32-E72D297353CC}">
              <c16:uniqueId val="{00000002-00BF-40DD-8520-02A34ECBDB35}"/>
            </c:ext>
          </c:extLst>
        </c:ser>
        <c:ser>
          <c:idx val="3"/>
          <c:order val="3"/>
          <c:tx>
            <c:strRef>
              <c:f>Sheet1!$E$1</c:f>
              <c:strCache>
                <c:ptCount val="1"/>
                <c:pt idx="0">
                  <c:v>SOLO</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1</c:v>
                </c:pt>
              </c:numCache>
            </c:numRef>
          </c:val>
          <c:extLst>
            <c:ext xmlns:c16="http://schemas.microsoft.com/office/drawing/2014/chart" uri="{C3380CC4-5D6E-409C-BE32-E72D297353CC}">
              <c16:uniqueId val="{00000003-00BF-40DD-8520-02A34ECBDB35}"/>
            </c:ext>
          </c:extLst>
        </c:ser>
        <c:ser>
          <c:idx val="4"/>
          <c:order val="4"/>
          <c:tx>
            <c:strRef>
              <c:f>Sheet1!$F$1</c:f>
              <c:strCache>
                <c:ptCount val="1"/>
                <c:pt idx="0">
                  <c:v>PING</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2</c:v>
                </c:pt>
                <c:pt idx="3">
                  <c:v>3</c:v>
                </c:pt>
              </c:numCache>
            </c:numRef>
          </c:val>
          <c:extLst>
            <c:ext xmlns:c16="http://schemas.microsoft.com/office/drawing/2014/chart" uri="{C3380CC4-5D6E-409C-BE32-E72D297353CC}">
              <c16:uniqueId val="{00000000-711F-4714-8FCC-73E4D7782306}"/>
            </c:ext>
          </c:extLst>
        </c:ser>
        <c:ser>
          <c:idx val="5"/>
          <c:order val="5"/>
          <c:tx>
            <c:strRef>
              <c:f>Sheet1!$G$1</c:f>
              <c:strCache>
                <c:ptCount val="1"/>
                <c:pt idx="0">
                  <c:v>Gateways - AWS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Sheet1!$G$12:$G$23</c:f>
              <c:numCache>
                <c:formatCode>General</c:formatCode>
                <c:ptCount val="12"/>
              </c:numCache>
            </c:numRef>
          </c:val>
          <c:extLst>
            <c:ext xmlns:c16="http://schemas.microsoft.com/office/drawing/2014/chart" uri="{C3380CC4-5D6E-409C-BE32-E72D297353CC}">
              <c16:uniqueId val="{00000001-711F-4714-8FCC-73E4D7782306}"/>
            </c:ext>
          </c:extLst>
        </c:ser>
        <c:ser>
          <c:idx val="6"/>
          <c:order val="6"/>
          <c:tx>
            <c:strRef>
              <c:f>Sheet1!#REF!</c:f>
              <c:strCache>
                <c:ptCount val="1"/>
                <c:pt idx="0">
                  <c:v>#REF!</c:v>
                </c:pt>
              </c:strCache>
            </c:strRef>
          </c:tx>
          <c:spPr>
            <a:solidFill>
              <a:schemeClr val="accent1">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Sheet1!#REF!</c:f>
              <c:numCache>
                <c:formatCode>General</c:formatCode>
                <c:ptCount val="1"/>
                <c:pt idx="0">
                  <c:v>1</c:v>
                </c:pt>
              </c:numCache>
            </c:numRef>
          </c:val>
          <c:extLst>
            <c:ext xmlns:c16="http://schemas.microsoft.com/office/drawing/2014/chart" uri="{C3380CC4-5D6E-409C-BE32-E72D297353CC}">
              <c16:uniqueId val="{00000002-711F-4714-8FCC-73E4D7782306}"/>
            </c:ext>
          </c:extLst>
        </c:ser>
        <c:ser>
          <c:idx val="7"/>
          <c:order val="7"/>
          <c:tx>
            <c:strRef>
              <c:f>Sheet1!$H$1</c:f>
              <c:strCache>
                <c:ptCount val="1"/>
                <c:pt idx="0">
                  <c:v>Gateways - DC</c:v>
                </c:pt>
              </c:strCache>
            </c:strRef>
          </c:tx>
          <c:spPr>
            <a:solidFill>
              <a:schemeClr val="accent2">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Sheet1!$H$12:$H$23</c:f>
              <c:numCache>
                <c:formatCode>General</c:formatCode>
                <c:ptCount val="12"/>
              </c:numCache>
            </c:numRef>
          </c:val>
          <c:extLst>
            <c:ext xmlns:c16="http://schemas.microsoft.com/office/drawing/2014/chart" uri="{C3380CC4-5D6E-409C-BE32-E72D297353CC}">
              <c16:uniqueId val="{00000003-711F-4714-8FCC-73E4D7782306}"/>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10"/>
        </c:scaling>
        <c:delete val="0"/>
        <c:axPos val="l"/>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1"/>
      </c:valAx>
      <c:spPr>
        <a:noFill/>
        <a:ln>
          <a:noFill/>
        </a:ln>
        <a:effectLst/>
      </c:spPr>
    </c:plotArea>
    <c:legend>
      <c:legendPos val="b"/>
      <c:legendEntry>
        <c:idx val="6"/>
        <c:delete val="1"/>
      </c:legendEntry>
      <c:layout>
        <c:manualLayout>
          <c:xMode val="edge"/>
          <c:yMode val="edge"/>
          <c:x val="2.1308885146996588E-2"/>
          <c:y val="0.8010276450048428"/>
          <c:w val="0.95500109883548845"/>
          <c:h val="0.14955137816425587"/>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Gateways - AWS</a:t>
            </a:r>
          </a:p>
        </c:rich>
      </c:tx>
      <c:layout>
        <c:manualLayout>
          <c:xMode val="edge"/>
          <c:yMode val="edge"/>
          <c:x val="0.30667610264497458"/>
          <c:y val="2.1253232262406598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59027915170228873"/>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1">
                  <c:v>2</c:v>
                </c:pt>
                <c:pt idx="2">
                  <c:v>4</c:v>
                </c:pt>
              </c:numCache>
            </c:numRef>
          </c:val>
          <c:extLst>
            <c:ext xmlns:c16="http://schemas.microsoft.com/office/drawing/2014/chart" uri="{C3380CC4-5D6E-409C-BE32-E72D297353CC}">
              <c16:uniqueId val="{00000001-2CF5-4F3F-8EC2-6E3577028710}"/>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3</c:v>
                </c:pt>
                <c:pt idx="1">
                  <c:v>3</c:v>
                </c:pt>
                <c:pt idx="2">
                  <c:v>7</c:v>
                </c:pt>
                <c:pt idx="3">
                  <c:v>9</c:v>
                </c:pt>
              </c:numCache>
            </c:numRef>
          </c:val>
          <c:extLst>
            <c:ext xmlns:c16="http://schemas.microsoft.com/office/drawing/2014/chart" uri="{C3380CC4-5D6E-409C-BE32-E72D297353CC}">
              <c16:uniqueId val="{00000002-2CF5-4F3F-8EC2-6E3577028710}"/>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2</c:v>
                </c:pt>
                <c:pt idx="1">
                  <c:v>5</c:v>
                </c:pt>
                <c:pt idx="2">
                  <c:v>5</c:v>
                </c:pt>
                <c:pt idx="3">
                  <c:v>3</c:v>
                </c:pt>
              </c:numCache>
            </c:numRef>
          </c:val>
          <c:extLst>
            <c:ext xmlns:c16="http://schemas.microsoft.com/office/drawing/2014/chart" uri="{C3380CC4-5D6E-409C-BE32-E72D297353CC}">
              <c16:uniqueId val="{00000000-1928-4001-A760-3A5E475A294F}"/>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6.0844569160221754E-2"/>
                  <c:y val="3.30310625747285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D2C-4B7E-A42F-318C9E7FE71A}"/>
                </c:ext>
              </c:extLst>
            </c:dLbl>
            <c:dLbl>
              <c:idx val="1"/>
              <c:layout>
                <c:manualLayout>
                  <c:x val="-6.0844569160221754E-2"/>
                  <c:y val="7.07808483744184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D2C-4B7E-A42F-318C9E7FE71A}"/>
                </c:ext>
              </c:extLst>
            </c:dLbl>
            <c:dLbl>
              <c:idx val="2"/>
              <c:layout>
                <c:manualLayout>
                  <c:x val="-4.7806447197317088E-2"/>
                  <c:y val="4.71872322496122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7EE-42A5-A417-7A3B1FE06C5C}"/>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1459</c:v>
                </c:pt>
                <c:pt idx="1">
                  <c:v>1469</c:v>
                </c:pt>
                <c:pt idx="2">
                  <c:v>1480</c:v>
                </c:pt>
                <c:pt idx="3">
                  <c:v>1493</c:v>
                </c:pt>
              </c:numCache>
            </c:numRef>
          </c:val>
          <c:smooth val="0"/>
          <c:extLst>
            <c:ext xmlns:c16="http://schemas.microsoft.com/office/drawing/2014/chart" uri="{C3380CC4-5D6E-409C-BE32-E72D297353CC}">
              <c16:uniqueId val="{00000000-2CF5-4F3F-8EC2-6E3577028710}"/>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3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3.019368968585312E-2"/>
          <c:y val="0.80334519227048096"/>
          <c:w val="0.92026760659776896"/>
          <c:h val="0.1623649894655558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Gateways - DC</a:t>
            </a:r>
          </a:p>
        </c:rich>
      </c:tx>
      <c:layout>
        <c:manualLayout>
          <c:xMode val="edge"/>
          <c:yMode val="edge"/>
          <c:x val="0.41568710674790843"/>
          <c:y val="2.1253232262406573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59027915170228873"/>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numCache>
            </c:numRef>
          </c:val>
          <c:extLst>
            <c:ext xmlns:c16="http://schemas.microsoft.com/office/drawing/2014/chart" uri="{C3380CC4-5D6E-409C-BE32-E72D297353CC}">
              <c16:uniqueId val="{00000000-E4D2-48BB-8CEC-B20A060888C0}"/>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numCache>
            </c:numRef>
          </c:val>
          <c:extLst>
            <c:ext xmlns:c16="http://schemas.microsoft.com/office/drawing/2014/chart" uri="{C3380CC4-5D6E-409C-BE32-E72D297353CC}">
              <c16:uniqueId val="{00000001-E4D2-48BB-8CEC-B20A060888C0}"/>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numCache>
            </c:numRef>
          </c:val>
          <c:extLst>
            <c:ext xmlns:c16="http://schemas.microsoft.com/office/drawing/2014/chart" uri="{C3380CC4-5D6E-409C-BE32-E72D297353CC}">
              <c16:uniqueId val="{00000002-E4D2-48BB-8CEC-B20A060888C0}"/>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7.8228731777428118E-2"/>
                  <c:y val="4.71871971845220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D16-42DF-AE07-44200C529A03}"/>
                </c:ext>
              </c:extLst>
            </c:dLbl>
            <c:dLbl>
              <c:idx val="1"/>
              <c:layout>
                <c:manualLayout>
                  <c:x val="-6.5190609814523306E-2"/>
                  <c:y val="8.02182352136873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A97-4A92-B5E2-1CC23B60F54F}"/>
                </c:ext>
              </c:extLst>
            </c:dLbl>
            <c:dLbl>
              <c:idx val="2"/>
              <c:layout>
                <c:manualLayout>
                  <c:x val="-5.2152487851618683E-2"/>
                  <c:y val="4.7187197184522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A8C-4593-801A-F13E8312851C}"/>
                </c:ext>
              </c:extLst>
            </c:dLbl>
            <c:dLbl>
              <c:idx val="3"/>
              <c:layout>
                <c:manualLayout>
                  <c:x val="-2.6076243925809321E-2"/>
                  <c:y val="3.30310380291654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898-4628-A4BF-58111B6F099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4460</c:v>
                </c:pt>
                <c:pt idx="1">
                  <c:v>4472</c:v>
                </c:pt>
                <c:pt idx="2">
                  <c:v>4695</c:v>
                </c:pt>
                <c:pt idx="3">
                  <c:v>4742</c:v>
                </c:pt>
              </c:numCache>
            </c:numRef>
          </c:val>
          <c:smooth val="0"/>
          <c:extLst>
            <c:ext xmlns:c16="http://schemas.microsoft.com/office/drawing/2014/chart" uri="{C3380CC4-5D6E-409C-BE32-E72D297353CC}">
              <c16:uniqueId val="{00000003-E4D2-48BB-8CEC-B20A060888C0}"/>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3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ax val="5000"/>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2.5847649031551571E-2"/>
          <c:y val="0.80326858904598275"/>
          <c:w val="0.94199765411819358"/>
          <c:h val="0.1688329025516318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CATS</a:t>
            </a:r>
          </a:p>
        </c:rich>
      </c:tx>
      <c:layout>
        <c:manualLayout>
          <c:xMode val="edge"/>
          <c:yMode val="edge"/>
          <c:x val="0.45327710816271322"/>
          <c:y val="2.1246539822031673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59027915170228873"/>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3</c:v>
                </c:pt>
                <c:pt idx="1">
                  <c:v>2</c:v>
                </c:pt>
                <c:pt idx="2">
                  <c:v>3</c:v>
                </c:pt>
              </c:numCache>
            </c:numRef>
          </c:val>
          <c:extLst>
            <c:ext xmlns:c16="http://schemas.microsoft.com/office/drawing/2014/chart" uri="{C3380CC4-5D6E-409C-BE32-E72D297353CC}">
              <c16:uniqueId val="{00000000-1471-476D-B023-82B6D4600E5E}"/>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2</c:v>
                </c:pt>
                <c:pt idx="1">
                  <c:v>3</c:v>
                </c:pt>
                <c:pt idx="3">
                  <c:v>1</c:v>
                </c:pt>
              </c:numCache>
            </c:numRef>
          </c:val>
          <c:extLst>
            <c:ext xmlns:c16="http://schemas.microsoft.com/office/drawing/2014/chart" uri="{C3380CC4-5D6E-409C-BE32-E72D297353CC}">
              <c16:uniqueId val="{00000001-1471-476D-B023-82B6D4600E5E}"/>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numCache>
            </c:numRef>
          </c:val>
          <c:extLst>
            <c:ext xmlns:c16="http://schemas.microsoft.com/office/drawing/2014/chart" uri="{C3380CC4-5D6E-409C-BE32-E72D297353CC}">
              <c16:uniqueId val="{00000002-1471-476D-B023-82B6D4600E5E}"/>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4.3460406543015535E-2"/>
                  <c:y val="4.7187197184521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3F8-4A00-AF02-75EF4B5B981E}"/>
                </c:ext>
              </c:extLst>
            </c:dLbl>
            <c:dLbl>
              <c:idx val="1"/>
              <c:layout>
                <c:manualLayout>
                  <c:x val="-3.476832523441243E-2"/>
                  <c:y val="5.66246366214264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EF-4396-87E3-C06B69D662F8}"/>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28</c:v>
                </c:pt>
                <c:pt idx="1">
                  <c:v>33</c:v>
                </c:pt>
                <c:pt idx="2">
                  <c:v>41</c:v>
                </c:pt>
                <c:pt idx="3">
                  <c:v>53</c:v>
                </c:pt>
              </c:numCache>
            </c:numRef>
          </c:val>
          <c:smooth val="0"/>
          <c:extLst>
            <c:ext xmlns:c16="http://schemas.microsoft.com/office/drawing/2014/chart" uri="{C3380CC4-5D6E-409C-BE32-E72D297353CC}">
              <c16:uniqueId val="{00000003-1471-476D-B023-82B6D4600E5E}"/>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4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ax val="6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majorUnit val="10"/>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3.019373792395251E-2"/>
          <c:y val="0.80334483076722307"/>
          <c:w val="0.94199765411819358"/>
          <c:h val="0.1629139132449988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1000"/>
              <a:t>SOLO</a:t>
            </a:r>
          </a:p>
        </c:rich>
      </c:tx>
      <c:layout>
        <c:manualLayout>
          <c:xMode val="edge"/>
          <c:yMode val="edge"/>
          <c:x val="0.41568710674790843"/>
          <c:y val="2.1253232262406573E-4"/>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7.401717883786188E-2"/>
          <c:y val="9.9484730668854368E-2"/>
          <c:w val="0.90820285657981548"/>
          <c:h val="0.49590474576875748"/>
        </c:manualLayout>
      </c:layout>
      <c:barChart>
        <c:barDir val="col"/>
        <c:grouping val="stacked"/>
        <c:varyColors val="0"/>
        <c:ser>
          <c:idx val="1"/>
          <c:order val="1"/>
          <c:tx>
            <c:strRef>
              <c:f>Sheet1!$C$1</c:f>
              <c:strCache>
                <c:ptCount val="1"/>
                <c:pt idx="0">
                  <c:v>Prod</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1">
                  <c:v>2</c:v>
                </c:pt>
                <c:pt idx="3">
                  <c:v>2</c:v>
                </c:pt>
              </c:numCache>
            </c:numRef>
          </c:val>
          <c:extLst>
            <c:ext xmlns:c16="http://schemas.microsoft.com/office/drawing/2014/chart" uri="{C3380CC4-5D6E-409C-BE32-E72D297353CC}">
              <c16:uniqueId val="{00000000-557E-41D0-996A-8D6CEC0AAABA}"/>
            </c:ext>
          </c:extLst>
        </c:ser>
        <c:ser>
          <c:idx val="2"/>
          <c:order val="2"/>
          <c:tx>
            <c:strRef>
              <c:f>Sheet1!$D$1</c:f>
              <c:strCache>
                <c:ptCount val="1"/>
                <c:pt idx="0">
                  <c:v>Dev</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11</c:v>
                </c:pt>
                <c:pt idx="1">
                  <c:v>20</c:v>
                </c:pt>
                <c:pt idx="2">
                  <c:v>15</c:v>
                </c:pt>
                <c:pt idx="3">
                  <c:v>9</c:v>
                </c:pt>
              </c:numCache>
            </c:numRef>
          </c:val>
          <c:extLst>
            <c:ext xmlns:c16="http://schemas.microsoft.com/office/drawing/2014/chart" uri="{C3380CC4-5D6E-409C-BE32-E72D297353CC}">
              <c16:uniqueId val="{00000001-557E-41D0-996A-8D6CEC0AAABA}"/>
            </c:ext>
          </c:extLst>
        </c:ser>
        <c:ser>
          <c:idx val="3"/>
          <c:order val="3"/>
          <c:tx>
            <c:strRef>
              <c:f>Sheet1!$E$1</c:f>
              <c:strCache>
                <c:ptCount val="1"/>
                <c:pt idx="0">
                  <c:v>Test</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3">
                  <c:v>5</c:v>
                </c:pt>
              </c:numCache>
            </c:numRef>
          </c:val>
          <c:extLst>
            <c:ext xmlns:c16="http://schemas.microsoft.com/office/drawing/2014/chart" uri="{C3380CC4-5D6E-409C-BE32-E72D297353CC}">
              <c16:uniqueId val="{00000002-557E-41D0-996A-8D6CEC0AAABA}"/>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0"/>
          <c:order val="0"/>
          <c:tx>
            <c:strRef>
              <c:f>Sheet1!$B$1</c:f>
              <c:strCache>
                <c:ptCount val="1"/>
                <c:pt idx="0">
                  <c:v>Number of Test Cases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6.5190609814523306E-2"/>
                  <c:y val="8.02182352136874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872-4ECB-8F69-8E96907E34B4}"/>
                </c:ext>
              </c:extLst>
            </c:dLbl>
            <c:dLbl>
              <c:idx val="1"/>
              <c:layout>
                <c:manualLayout>
                  <c:x val="-9.1266853740332624E-2"/>
                  <c:y val="2.83123183107132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4F4-4A5E-ABE2-D666B91D1F5D}"/>
                </c:ext>
              </c:extLst>
            </c:dLbl>
            <c:dLbl>
              <c:idx val="2"/>
              <c:layout>
                <c:manualLayout>
                  <c:x val="-5.2152487851618641E-2"/>
                  <c:y val="5.19059169029742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716-48C0-85D7-27F7CF9D565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577</c:v>
                </c:pt>
                <c:pt idx="1">
                  <c:v>404</c:v>
                </c:pt>
                <c:pt idx="2">
                  <c:v>416</c:v>
                </c:pt>
                <c:pt idx="3">
                  <c:v>430</c:v>
                </c:pt>
              </c:numCache>
            </c:numRef>
          </c:val>
          <c:smooth val="0"/>
          <c:extLst>
            <c:ext xmlns:c16="http://schemas.microsoft.com/office/drawing/2014/chart" uri="{C3380CC4-5D6E-409C-BE32-E72D297353CC}">
              <c16:uniqueId val="{00000003-557E-41D0-996A-8D6CEC0AAABA}"/>
            </c:ext>
          </c:extLst>
        </c:ser>
        <c:dLbls>
          <c:showLegendKey val="0"/>
          <c:showVal val="0"/>
          <c:showCatName val="0"/>
          <c:showSerName val="0"/>
          <c:showPercent val="0"/>
          <c:showBubbleSize val="0"/>
        </c:dLbls>
        <c:marker val="1"/>
        <c:smooth val="0"/>
        <c:axId val="1692818800"/>
        <c:axId val="1692795760"/>
      </c:line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795760"/>
        <c:scaling>
          <c:orientation val="minMax"/>
          <c:min val="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1692818800"/>
        <c:crosses val="max"/>
        <c:crossBetween val="between"/>
      </c:valAx>
      <c:catAx>
        <c:axId val="1692818800"/>
        <c:scaling>
          <c:orientation val="minMax"/>
        </c:scaling>
        <c:delete val="1"/>
        <c:axPos val="b"/>
        <c:numFmt formatCode="General" sourceLinked="1"/>
        <c:majorTickMark val="out"/>
        <c:minorTickMark val="none"/>
        <c:tickLblPos val="nextTo"/>
        <c:crossAx val="1692795760"/>
        <c:crosses val="autoZero"/>
        <c:auto val="1"/>
        <c:lblAlgn val="ctr"/>
        <c:lblOffset val="100"/>
        <c:noMultiLvlLbl val="0"/>
      </c:catAx>
      <c:spPr>
        <a:noFill/>
        <a:ln>
          <a:noFill/>
        </a:ln>
        <a:effectLst/>
      </c:spPr>
    </c:plotArea>
    <c:legend>
      <c:legendPos val="b"/>
      <c:layout>
        <c:manualLayout>
          <c:xMode val="edge"/>
          <c:yMode val="edge"/>
          <c:x val="2.5847649031551571E-2"/>
          <c:y val="0.71361309767972747"/>
          <c:w val="0.94199765411819358"/>
          <c:h val="0.1074894627644712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r>
              <a:rPr lang="en-US" sz="1000"/>
              <a:t>Rollout Success - Platforms</a:t>
            </a:r>
          </a:p>
        </c:rich>
      </c:tx>
      <c:layout>
        <c:manualLayout>
          <c:xMode val="edge"/>
          <c:yMode val="edge"/>
          <c:x val="0.316903280714117"/>
          <c:y val="1.3931910620759862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21594412761562587"/>
          <c:w val="0.90820285657981548"/>
          <c:h val="0.57434857256635119"/>
        </c:manualLayout>
      </c:layout>
      <c:barChart>
        <c:barDir val="col"/>
        <c:grouping val="stacked"/>
        <c:varyColors val="0"/>
        <c:ser>
          <c:idx val="0"/>
          <c:order val="0"/>
          <c:tx>
            <c:strRef>
              <c:f>Sheet1!$B$1</c:f>
              <c:strCache>
                <c:ptCount val="1"/>
                <c:pt idx="0">
                  <c:v>Effie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numCache>
            </c:numRef>
          </c:val>
          <c:extLst>
            <c:ext xmlns:c16="http://schemas.microsoft.com/office/drawing/2014/chart" uri="{C3380CC4-5D6E-409C-BE32-E72D297353CC}">
              <c16:uniqueId val="{00000000-4FDC-49B5-9EE3-D8C6038923A4}"/>
            </c:ext>
          </c:extLst>
        </c:ser>
        <c:ser>
          <c:idx val="1"/>
          <c:order val="1"/>
          <c:tx>
            <c:strRef>
              <c:f>Sheet1!$C$1</c:f>
              <c:strCache>
                <c:ptCount val="1"/>
                <c:pt idx="0">
                  <c:v>CATS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3</c:v>
                </c:pt>
                <c:pt idx="1">
                  <c:v>1</c:v>
                </c:pt>
                <c:pt idx="2">
                  <c:v>8</c:v>
                </c:pt>
                <c:pt idx="3">
                  <c:v>1</c:v>
                </c:pt>
              </c:numCache>
            </c:numRef>
          </c:val>
          <c:extLst>
            <c:ext xmlns:c16="http://schemas.microsoft.com/office/drawing/2014/chart" uri="{C3380CC4-5D6E-409C-BE32-E72D297353CC}">
              <c16:uniqueId val="{00000001-4FDC-49B5-9EE3-D8C6038923A4}"/>
            </c:ext>
          </c:extLst>
        </c:ser>
        <c:ser>
          <c:idx val="2"/>
          <c:order val="2"/>
          <c:tx>
            <c:strRef>
              <c:f>Sheet1!$D$1</c:f>
              <c:strCache>
                <c:ptCount val="1"/>
                <c:pt idx="0">
                  <c:v>EDP</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2</c:v>
                </c:pt>
                <c:pt idx="1">
                  <c:v>2</c:v>
                </c:pt>
                <c:pt idx="2">
                  <c:v>1</c:v>
                </c:pt>
                <c:pt idx="3">
                  <c:v>4</c:v>
                </c:pt>
              </c:numCache>
            </c:numRef>
          </c:val>
          <c:extLst>
            <c:ext xmlns:c16="http://schemas.microsoft.com/office/drawing/2014/chart" uri="{C3380CC4-5D6E-409C-BE32-E72D297353CC}">
              <c16:uniqueId val="{00000002-4FDC-49B5-9EE3-D8C6038923A4}"/>
            </c:ext>
          </c:extLst>
        </c:ser>
        <c:ser>
          <c:idx val="3"/>
          <c:order val="3"/>
          <c:tx>
            <c:strRef>
              <c:f>Sheet1!$E$1</c:f>
              <c:strCache>
                <c:ptCount val="1"/>
                <c:pt idx="0">
                  <c:v>SOLO</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15</c:v>
                </c:pt>
                <c:pt idx="1">
                  <c:v>19</c:v>
                </c:pt>
                <c:pt idx="2">
                  <c:v>11</c:v>
                </c:pt>
                <c:pt idx="3">
                  <c:v>7</c:v>
                </c:pt>
              </c:numCache>
            </c:numRef>
          </c:val>
          <c:extLst>
            <c:ext xmlns:c16="http://schemas.microsoft.com/office/drawing/2014/chart" uri="{C3380CC4-5D6E-409C-BE32-E72D297353CC}">
              <c16:uniqueId val="{00000003-4FDC-49B5-9EE3-D8C6038923A4}"/>
            </c:ext>
          </c:extLst>
        </c:ser>
        <c:ser>
          <c:idx val="4"/>
          <c:order val="4"/>
          <c:tx>
            <c:strRef>
              <c:f>Sheet1!$F$1</c:f>
              <c:strCache>
                <c:ptCount val="1"/>
                <c:pt idx="0">
                  <c:v>PING</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2</c:v>
                </c:pt>
                <c:pt idx="1">
                  <c:v>5</c:v>
                </c:pt>
                <c:pt idx="2">
                  <c:v>4</c:v>
                </c:pt>
                <c:pt idx="3">
                  <c:v>5</c:v>
                </c:pt>
              </c:numCache>
            </c:numRef>
          </c:val>
          <c:extLst>
            <c:ext xmlns:c16="http://schemas.microsoft.com/office/drawing/2014/chart" uri="{C3380CC4-5D6E-409C-BE32-E72D297353CC}">
              <c16:uniqueId val="{00000000-A0EE-4F0D-B40B-A9717088E84A}"/>
            </c:ext>
          </c:extLst>
        </c:ser>
        <c:ser>
          <c:idx val="5"/>
          <c:order val="5"/>
          <c:tx>
            <c:strRef>
              <c:f>Sheet1!$G$1</c:f>
              <c:strCache>
                <c:ptCount val="1"/>
                <c:pt idx="0">
                  <c:v>Gateways - AWS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Sheet1!$G$12:$G$23</c:f>
              <c:numCache>
                <c:formatCode>General</c:formatCode>
                <c:ptCount val="12"/>
                <c:pt idx="0">
                  <c:v>11</c:v>
                </c:pt>
                <c:pt idx="1">
                  <c:v>7</c:v>
                </c:pt>
                <c:pt idx="2">
                  <c:v>14</c:v>
                </c:pt>
                <c:pt idx="3">
                  <c:v>6</c:v>
                </c:pt>
              </c:numCache>
            </c:numRef>
          </c:val>
          <c:extLst>
            <c:ext xmlns:c16="http://schemas.microsoft.com/office/drawing/2014/chart" uri="{C3380CC4-5D6E-409C-BE32-E72D297353CC}">
              <c16:uniqueId val="{00000001-A0EE-4F0D-B40B-A9717088E84A}"/>
            </c:ext>
          </c:extLst>
        </c:ser>
        <c:ser>
          <c:idx val="6"/>
          <c:order val="6"/>
          <c:tx>
            <c:strRef>
              <c:f>Sheet1!#REF!</c:f>
              <c:strCache>
                <c:ptCount val="1"/>
                <c:pt idx="0">
                  <c:v>#REF!</c:v>
                </c:pt>
              </c:strCache>
            </c:strRef>
          </c:tx>
          <c:spPr>
            <a:solidFill>
              <a:schemeClr val="accent1">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Sheet1!#REF!</c:f>
              <c:numCache>
                <c:formatCode>General</c:formatCode>
                <c:ptCount val="1"/>
                <c:pt idx="0">
                  <c:v>1</c:v>
                </c:pt>
              </c:numCache>
            </c:numRef>
          </c:val>
          <c:extLst>
            <c:ext xmlns:c16="http://schemas.microsoft.com/office/drawing/2014/chart" uri="{C3380CC4-5D6E-409C-BE32-E72D297353CC}">
              <c16:uniqueId val="{00000000-0365-4956-9638-DA52915F40B9}"/>
            </c:ext>
          </c:extLst>
        </c:ser>
        <c:ser>
          <c:idx val="7"/>
          <c:order val="7"/>
          <c:tx>
            <c:strRef>
              <c:f>Sheet1!$H$1</c:f>
              <c:strCache>
                <c:ptCount val="1"/>
                <c:pt idx="0">
                  <c:v>Gateways - DC</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Sheet1!$H$12:$H$23</c:f>
              <c:numCache>
                <c:formatCode>General</c:formatCode>
                <c:ptCount val="12"/>
                <c:pt idx="0">
                  <c:v>4</c:v>
                </c:pt>
                <c:pt idx="1">
                  <c:v>3</c:v>
                </c:pt>
                <c:pt idx="2">
                  <c:v>5</c:v>
                </c:pt>
                <c:pt idx="3">
                  <c:v>5</c:v>
                </c:pt>
              </c:numCache>
            </c:numRef>
          </c:val>
          <c:extLst>
            <c:ext xmlns:c16="http://schemas.microsoft.com/office/drawing/2014/chart" uri="{C3380CC4-5D6E-409C-BE32-E72D297353CC}">
              <c16:uniqueId val="{00000001-0365-4956-9638-DA52915F40B9}"/>
            </c:ext>
          </c:extLst>
        </c:ser>
        <c:ser>
          <c:idx val="8"/>
          <c:order val="8"/>
          <c:tx>
            <c:strRef>
              <c:f>Sheet1!$I$1</c:f>
              <c:strCache>
                <c:ptCount val="1"/>
                <c:pt idx="0">
                  <c:v>Rollbacks</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Sheet1!$I$12:$I$23</c:f>
              <c:numCache>
                <c:formatCode>General</c:formatCode>
                <c:ptCount val="12"/>
                <c:pt idx="2">
                  <c:v>1</c:v>
                </c:pt>
                <c:pt idx="3">
                  <c:v>1</c:v>
                </c:pt>
              </c:numCache>
            </c:numRef>
          </c:val>
          <c:extLst>
            <c:ext xmlns:c16="http://schemas.microsoft.com/office/drawing/2014/chart" uri="{C3380CC4-5D6E-409C-BE32-E72D297353CC}">
              <c16:uniqueId val="{00000002-0365-4956-9638-DA52915F40B9}"/>
            </c:ext>
          </c:extLst>
        </c:ser>
        <c:ser>
          <c:idx val="9"/>
          <c:order val="9"/>
          <c:tx>
            <c:strRef>
              <c:f>Sheet1!$J$1</c:f>
              <c:strCache>
                <c:ptCount val="1"/>
                <c:pt idx="0">
                  <c:v>Unsuccessful</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Sheet1!$J$12:$J$23</c:f>
              <c:numCache>
                <c:formatCode>General</c:formatCode>
                <c:ptCount val="12"/>
                <c:pt idx="3">
                  <c:v>1</c:v>
                </c:pt>
              </c:numCache>
            </c:numRef>
          </c:val>
          <c:extLst>
            <c:ext xmlns:c16="http://schemas.microsoft.com/office/drawing/2014/chart" uri="{C3380CC4-5D6E-409C-BE32-E72D297353CC}">
              <c16:uniqueId val="{00000003-0365-4956-9638-DA52915F40B9}"/>
            </c:ext>
          </c:extLst>
        </c:ser>
        <c:dLbls>
          <c:showLegendKey val="0"/>
          <c:showVal val="0"/>
          <c:showCatName val="0"/>
          <c:showSerName val="0"/>
          <c:showPercent val="0"/>
          <c:showBubbleSize val="0"/>
        </c:dLbls>
        <c:gapWidth val="150"/>
        <c:overlap val="100"/>
        <c:axId val="973003663"/>
        <c:axId val="2093177152"/>
      </c:barChart>
      <c:lineChart>
        <c:grouping val="standard"/>
        <c:varyColors val="0"/>
        <c:ser>
          <c:idx val="10"/>
          <c:order val="10"/>
          <c:tx>
            <c:strRef>
              <c:f>Sheet1!$K$1</c:f>
              <c:strCache>
                <c:ptCount val="1"/>
                <c:pt idx="0">
                  <c:v>Success %</c:v>
                </c:pt>
              </c:strCache>
            </c:strRef>
          </c:tx>
          <c:spPr>
            <a:ln w="28575" cap="rnd">
              <a:solidFill>
                <a:schemeClr val="accent5">
                  <a:lumMod val="60000"/>
                </a:schemeClr>
              </a:solidFill>
              <a:round/>
            </a:ln>
            <a:effectLst/>
          </c:spPr>
          <c:marker>
            <c:symbol val="circle"/>
            <c:size val="5"/>
            <c:spPr>
              <a:solidFill>
                <a:schemeClr val="accent5">
                  <a:lumMod val="60000"/>
                </a:schemeClr>
              </a:solidFill>
              <a:ln w="9525">
                <a:solidFill>
                  <a:schemeClr val="accent5">
                    <a:lumMod val="60000"/>
                  </a:schemeClr>
                </a:solidFill>
              </a:ln>
              <a:effectLst/>
            </c:spPr>
          </c:marker>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Sheet1!$K$12:$K$23</c:f>
              <c:numCache>
                <c:formatCode>0%</c:formatCode>
                <c:ptCount val="12"/>
                <c:pt idx="0">
                  <c:v>1</c:v>
                </c:pt>
                <c:pt idx="1">
                  <c:v>1</c:v>
                </c:pt>
                <c:pt idx="2">
                  <c:v>0.97674418604651159</c:v>
                </c:pt>
                <c:pt idx="3">
                  <c:v>0.9285714285714286</c:v>
                </c:pt>
              </c:numCache>
            </c:numRef>
          </c:val>
          <c:smooth val="0"/>
          <c:extLst>
            <c:ext xmlns:c16="http://schemas.microsoft.com/office/drawing/2014/chart" uri="{C3380CC4-5D6E-409C-BE32-E72D297353CC}">
              <c16:uniqueId val="{00000000-79CE-4288-9354-3DC79DD6D7BA}"/>
            </c:ext>
          </c:extLst>
        </c:ser>
        <c:dLbls>
          <c:showLegendKey val="0"/>
          <c:showVal val="0"/>
          <c:showCatName val="0"/>
          <c:showSerName val="0"/>
          <c:showPercent val="0"/>
          <c:showBubbleSize val="0"/>
        </c:dLbls>
        <c:marker val="1"/>
        <c:smooth val="0"/>
        <c:axId val="1692791920"/>
        <c:axId val="1692811600"/>
      </c:line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6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valAx>
        <c:axId val="1692811600"/>
        <c:scaling>
          <c:orientation val="minMax"/>
          <c:max val="1"/>
          <c:min val="0"/>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1692791920"/>
        <c:crosses val="max"/>
        <c:crossBetween val="between"/>
        <c:majorUnit val="0.2"/>
      </c:valAx>
      <c:catAx>
        <c:axId val="1692791920"/>
        <c:scaling>
          <c:orientation val="minMax"/>
        </c:scaling>
        <c:delete val="1"/>
        <c:axPos val="b"/>
        <c:numFmt formatCode="General" sourceLinked="1"/>
        <c:majorTickMark val="out"/>
        <c:minorTickMark val="none"/>
        <c:tickLblPos val="nextTo"/>
        <c:crossAx val="1692811600"/>
        <c:crosses val="autoZero"/>
        <c:auto val="1"/>
        <c:lblAlgn val="ctr"/>
        <c:lblOffset val="100"/>
        <c:noMultiLvlLbl val="0"/>
      </c:catAx>
      <c:spPr>
        <a:noFill/>
        <a:ln>
          <a:noFill/>
        </a:ln>
        <a:effectLst/>
      </c:spPr>
    </c:plotArea>
    <c:legend>
      <c:legendPos val="b"/>
      <c:legendEntry>
        <c:idx val="6"/>
        <c:delete val="1"/>
      </c:legendEntry>
      <c:layout>
        <c:manualLayout>
          <c:xMode val="edge"/>
          <c:yMode val="edge"/>
          <c:x val="9.8120816635662508E-3"/>
          <c:y val="0.87838173361967475"/>
          <c:w val="0.96752001280507227"/>
          <c:h val="0.12161826638032507"/>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0" i="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r>
              <a:rPr lang="en-US" sz="1000"/>
              <a:t>Releases - Platforms</a:t>
            </a:r>
          </a:p>
        </c:rich>
      </c:tx>
      <c:layout>
        <c:manualLayout>
          <c:xMode val="edge"/>
          <c:yMode val="edge"/>
          <c:x val="0.35656777221026087"/>
          <c:y val="4.1660485630777296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21594412761562587"/>
          <c:w val="0.90820285657981548"/>
          <c:h val="0.57434857256635119"/>
        </c:manualLayout>
      </c:layout>
      <c:barChart>
        <c:barDir val="col"/>
        <c:grouping val="clustered"/>
        <c:varyColors val="0"/>
        <c:ser>
          <c:idx val="0"/>
          <c:order val="0"/>
          <c:tx>
            <c:strRef>
              <c:f>Sheet1!$B$1</c:f>
              <c:strCache>
                <c:ptCount val="1"/>
                <c:pt idx="0">
                  <c:v>HotFix/ BreakFix</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Spectrum Sans" panose="020B0502020503020304" pitchFamily="34" charset="0"/>
                    <a:ea typeface="Open Sans" pitchFamily="2" charset="0"/>
                    <a:cs typeface="Spectrum Sans" panose="020B05020205030203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1">
                  <c:v>1</c:v>
                </c:pt>
                <c:pt idx="3">
                  <c:v>1</c:v>
                </c:pt>
              </c:numCache>
            </c:numRef>
          </c:val>
          <c:extLst>
            <c:ext xmlns:c16="http://schemas.microsoft.com/office/drawing/2014/chart" uri="{C3380CC4-5D6E-409C-BE32-E72D297353CC}">
              <c16:uniqueId val="{00000000-6788-4F85-A68E-05DD1F92F2EA}"/>
            </c:ext>
          </c:extLst>
        </c:ser>
        <c:ser>
          <c:idx val="1"/>
          <c:order val="1"/>
          <c:tx>
            <c:strRef>
              <c:f>Sheet1!$C$1</c:f>
              <c:strCache>
                <c:ptCount val="1"/>
                <c:pt idx="0">
                  <c:v>Major</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Spectrum Sans" panose="020B0502020503020304" pitchFamily="34" charset="0"/>
                    <a:ea typeface="Open Sans" pitchFamily="2" charset="0"/>
                    <a:cs typeface="Spectrum Sans" panose="020B05020205030203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12</c:v>
                </c:pt>
                <c:pt idx="1">
                  <c:v>12</c:v>
                </c:pt>
                <c:pt idx="2">
                  <c:v>8</c:v>
                </c:pt>
                <c:pt idx="3">
                  <c:v>4</c:v>
                </c:pt>
              </c:numCache>
            </c:numRef>
          </c:val>
          <c:extLst>
            <c:ext xmlns:c16="http://schemas.microsoft.com/office/drawing/2014/chart" uri="{C3380CC4-5D6E-409C-BE32-E72D297353CC}">
              <c16:uniqueId val="{00000001-6788-4F85-A68E-05DD1F92F2EA}"/>
            </c:ext>
          </c:extLst>
        </c:ser>
        <c:ser>
          <c:idx val="2"/>
          <c:order val="2"/>
          <c:tx>
            <c:strRef>
              <c:f>Sheet1!$D$1</c:f>
              <c:strCache>
                <c:ptCount val="1"/>
                <c:pt idx="0">
                  <c:v>Minor</c:v>
                </c:pt>
              </c:strCache>
            </c:strRef>
          </c:tx>
          <c:spPr>
            <a:solidFill>
              <a:srgbClr val="2587C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25</c:v>
                </c:pt>
                <c:pt idx="1">
                  <c:v>25</c:v>
                </c:pt>
                <c:pt idx="2">
                  <c:v>39</c:v>
                </c:pt>
                <c:pt idx="3">
                  <c:v>23</c:v>
                </c:pt>
              </c:numCache>
            </c:numRef>
          </c:val>
          <c:extLst>
            <c:ext xmlns:c16="http://schemas.microsoft.com/office/drawing/2014/chart" uri="{C3380CC4-5D6E-409C-BE32-E72D297353CC}">
              <c16:uniqueId val="{00000002-6788-4F85-A68E-05DD1F92F2EA}"/>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5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4.4518511722692118E-2"/>
          <c:y val="0.87387297087374394"/>
          <c:w val="0.92082073484716875"/>
          <c:h val="7.5570225619048192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0" i="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n-US" sz="1000"/>
              <a:t>Availability</a:t>
            </a:r>
            <a:r>
              <a:rPr lang="en-US" sz="1000" baseline="0"/>
              <a:t> Percentage - </a:t>
            </a:r>
            <a:r>
              <a:rPr lang="en-US" sz="1000" b="0" i="0" u="none" strike="noStrike" kern="1200" spc="0" baseline="0">
                <a:solidFill>
                  <a:srgbClr val="000000">
                    <a:lumMod val="65000"/>
                    <a:lumOff val="35000"/>
                  </a:srgbClr>
                </a:solidFill>
              </a:rPr>
              <a:t>Platforms</a:t>
            </a:r>
            <a:endParaRPr lang="en-US" sz="1000"/>
          </a:p>
        </c:rich>
      </c:tx>
      <c:layout>
        <c:manualLayout>
          <c:xMode val="edge"/>
          <c:yMode val="edge"/>
          <c:x val="0.21480889311978416"/>
          <c:y val="3.3976631501609254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9273321824012583E-2"/>
          <c:y val="0.17900217863169043"/>
          <c:w val="0.87398976783692706"/>
          <c:h val="0.52948893658700735"/>
        </c:manualLayout>
      </c:layout>
      <c:barChart>
        <c:barDir val="col"/>
        <c:grouping val="clustered"/>
        <c:varyColors val="0"/>
        <c:ser>
          <c:idx val="0"/>
          <c:order val="0"/>
          <c:tx>
            <c:strRef>
              <c:f>Sheet1!$B$1</c:f>
              <c:strCache>
                <c:ptCount val="1"/>
                <c:pt idx="0">
                  <c:v>Effie</c:v>
                </c:pt>
              </c:strCache>
            </c:strRef>
          </c:tx>
          <c:spPr>
            <a:solidFill>
              <a:schemeClr val="accent1"/>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0-C7EE-4676-A989-AE97FBAA816B}"/>
            </c:ext>
          </c:extLst>
        </c:ser>
        <c:ser>
          <c:idx val="1"/>
          <c:order val="1"/>
          <c:tx>
            <c:strRef>
              <c:f>Sheet1!$C$1</c:f>
              <c:strCache>
                <c:ptCount val="1"/>
                <c:pt idx="0">
                  <c:v>CATS</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1-C7EE-4676-A989-AE97FBAA816B}"/>
            </c:ext>
          </c:extLst>
        </c:ser>
        <c:ser>
          <c:idx val="2"/>
          <c:order val="2"/>
          <c:tx>
            <c:strRef>
              <c:f>Sheet1!$D$1</c:f>
              <c:strCache>
                <c:ptCount val="1"/>
                <c:pt idx="0">
                  <c:v>EDP</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2-C7EE-4676-A989-AE97FBAA816B}"/>
            </c:ext>
          </c:extLst>
        </c:ser>
        <c:ser>
          <c:idx val="3"/>
          <c:order val="3"/>
          <c:tx>
            <c:strRef>
              <c:f>Sheet1!$E$1</c:f>
              <c:strCache>
                <c:ptCount val="1"/>
                <c:pt idx="0">
                  <c:v>SOLO</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0-0EAF-4FF2-B3DF-EC9CB386B8EC}"/>
            </c:ext>
          </c:extLst>
        </c:ser>
        <c:ser>
          <c:idx val="4"/>
          <c:order val="4"/>
          <c:tx>
            <c:strRef>
              <c:f>Sheet1!$F$1</c:f>
              <c:strCache>
                <c:ptCount val="1"/>
                <c:pt idx="0">
                  <c:v>PING</c:v>
                </c:pt>
              </c:strCache>
            </c:strRef>
          </c:tx>
          <c:spPr>
            <a:solidFill>
              <a:schemeClr val="accent5"/>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0-3889-49A8-8789-D280F753AB71}"/>
            </c:ext>
          </c:extLst>
        </c:ser>
        <c:ser>
          <c:idx val="5"/>
          <c:order val="5"/>
          <c:tx>
            <c:strRef>
              <c:f>Sheet1!$G$1</c:f>
              <c:strCache>
                <c:ptCount val="1"/>
                <c:pt idx="0">
                  <c:v>Gateways - AWS</c:v>
                </c:pt>
              </c:strCache>
            </c:strRef>
          </c:tx>
          <c:spPr>
            <a:solidFill>
              <a:schemeClr val="accent6"/>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Sheet1!$G$12:$G$23</c:f>
              <c:numCache>
                <c:formatCode>General</c:formatCode>
                <c:ptCount val="12"/>
                <c:pt idx="0">
                  <c:v>100</c:v>
                </c:pt>
                <c:pt idx="1">
                  <c:v>100</c:v>
                </c:pt>
                <c:pt idx="2">
                  <c:v>100</c:v>
                </c:pt>
                <c:pt idx="3">
                  <c:v>99.85</c:v>
                </c:pt>
              </c:numCache>
            </c:numRef>
          </c:val>
          <c:extLst>
            <c:ext xmlns:c16="http://schemas.microsoft.com/office/drawing/2014/chart" uri="{C3380CC4-5D6E-409C-BE32-E72D297353CC}">
              <c16:uniqueId val="{00000001-3889-49A8-8789-D280F753AB71}"/>
            </c:ext>
          </c:extLst>
        </c:ser>
        <c:ser>
          <c:idx val="6"/>
          <c:order val="6"/>
          <c:tx>
            <c:strRef>
              <c:f>Sheet1!$H$1</c:f>
              <c:strCache>
                <c:ptCount val="1"/>
                <c:pt idx="0">
                  <c:v>Gateways - DC</c:v>
                </c:pt>
              </c:strCache>
            </c:strRef>
          </c:tx>
          <c:spPr>
            <a:solidFill>
              <a:schemeClr val="accent1">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Sheet1!$H$12:$H$23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2-3889-49A8-8789-D280F753AB71}"/>
            </c:ext>
          </c:extLst>
        </c:ser>
        <c:dLbls>
          <c:showLegendKey val="0"/>
          <c:showVal val="0"/>
          <c:showCatName val="0"/>
          <c:showSerName val="0"/>
          <c:showPercent val="0"/>
          <c:showBubbleSize val="0"/>
        </c:dLbls>
        <c:gapWidth val="219"/>
        <c:axId val="1809831455"/>
        <c:axId val="1809832415"/>
      </c:bar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00"/>
          <c:min val="9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
          <c:y val="0.81113066465493355"/>
          <c:w val="0.99635038452442448"/>
          <c:h val="0.1661388999632643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n-US" sz="1000"/>
              <a:t>SOLO SLA %</a:t>
            </a:r>
            <a:r>
              <a:rPr lang="en-US" sz="1000" baseline="0"/>
              <a:t> Met</a:t>
            </a:r>
            <a:endParaRPr lang="en-US" sz="1000" b="0" i="0" u="none" strike="noStrike" kern="1200" spc="0" baseline="0">
              <a:solidFill>
                <a:srgbClr val="000000">
                  <a:lumMod val="65000"/>
                  <a:lumOff val="35000"/>
                </a:srgbClr>
              </a:solidFill>
              <a:latin typeface="+mn-lt"/>
              <a:ea typeface="+mn-ea"/>
              <a:cs typeface="+mn-cs"/>
            </a:endParaRPr>
          </a:p>
        </c:rich>
      </c:tx>
      <c:layout>
        <c:manualLayout>
          <c:xMode val="edge"/>
          <c:yMode val="edge"/>
          <c:x val="0.32650015210257538"/>
          <c:y val="4.6246042212241746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9273321824012583E-2"/>
          <c:y val="0.17900217863169043"/>
          <c:w val="0.87398976783692706"/>
          <c:h val="0.61375253534852126"/>
        </c:manualLayout>
      </c:layout>
      <c:barChart>
        <c:barDir val="col"/>
        <c:grouping val="clustered"/>
        <c:varyColors val="0"/>
        <c:ser>
          <c:idx val="0"/>
          <c:order val="0"/>
          <c:tx>
            <c:strRef>
              <c:f>Sheet1!$B$1</c:f>
              <c:strCache>
                <c:ptCount val="1"/>
                <c:pt idx="0">
                  <c:v>%SLA Met</c:v>
                </c:pt>
              </c:strCache>
            </c:strRef>
          </c:tx>
          <c:spPr>
            <a:solidFill>
              <a:schemeClr val="accent1"/>
            </a:solidFill>
            <a:ln>
              <a:noFill/>
            </a:ln>
            <a:effectLst/>
          </c:spPr>
          <c:invertIfNegative val="0"/>
          <c:dLbls>
            <c:spPr>
              <a:noFill/>
              <a:ln>
                <a:noFill/>
              </a:ln>
              <a:effectLst/>
            </c:spPr>
            <c:txPr>
              <a:bodyPr rot="0" spcFirstLastPara="1" vertOverflow="overflow" horzOverflow="overflow" vert="horz" wrap="square" lIns="38100" tIns="19050" rIns="38100" bIns="19050" anchor="ctr" anchorCtr="1">
                <a:spAutoFit/>
              </a:bodyPr>
              <a:lstStyle/>
              <a:p>
                <a:pPr>
                  <a:defRPr sz="6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99.39</c:v>
                </c:pt>
                <c:pt idx="1">
                  <c:v>99.45</c:v>
                </c:pt>
                <c:pt idx="2">
                  <c:v>99.61</c:v>
                </c:pt>
                <c:pt idx="3">
                  <c:v>99.38</c:v>
                </c:pt>
              </c:numCache>
            </c:numRef>
          </c:val>
          <c:extLst>
            <c:ext xmlns:c16="http://schemas.microsoft.com/office/drawing/2014/chart" uri="{C3380CC4-5D6E-409C-BE32-E72D297353CC}">
              <c16:uniqueId val="{00000000-EE13-414D-8B7D-A9E6021F980A}"/>
            </c:ext>
          </c:extLst>
        </c:ser>
        <c:dLbls>
          <c:showLegendKey val="0"/>
          <c:showVal val="0"/>
          <c:showCatName val="0"/>
          <c:showSerName val="0"/>
          <c:showPercent val="0"/>
          <c:showBubbleSize val="0"/>
        </c:dLbls>
        <c:gapWidth val="219"/>
        <c:axId val="1809831455"/>
        <c:axId val="1809832415"/>
      </c:barChart>
      <c:lineChart>
        <c:grouping val="standard"/>
        <c:varyColors val="0"/>
        <c:ser>
          <c:idx val="1"/>
          <c:order val="1"/>
          <c:tx>
            <c:strRef>
              <c:f>Sheet1!$C$1</c:f>
              <c:strCache>
                <c:ptCount val="1"/>
                <c:pt idx="0">
                  <c:v>Target SLA (99%)</c:v>
                </c:pt>
              </c:strCache>
            </c:strRef>
          </c:tx>
          <c:spPr>
            <a:ln w="28575" cap="rnd">
              <a:solidFill>
                <a:schemeClr val="accent2"/>
              </a:solidFill>
              <a:prstDash val="dash"/>
              <a:round/>
            </a:ln>
            <a:effectLst/>
          </c:spPr>
          <c:marker>
            <c:symbol val="none"/>
          </c:marker>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99</c:v>
                </c:pt>
                <c:pt idx="1">
                  <c:v>99</c:v>
                </c:pt>
                <c:pt idx="2">
                  <c:v>99</c:v>
                </c:pt>
                <c:pt idx="3">
                  <c:v>99</c:v>
                </c:pt>
              </c:numCache>
            </c:numRef>
          </c:val>
          <c:smooth val="0"/>
          <c:extLst>
            <c:ext xmlns:c16="http://schemas.microsoft.com/office/drawing/2014/chart" uri="{C3380CC4-5D6E-409C-BE32-E72D297353CC}">
              <c16:uniqueId val="{00000001-EE13-414D-8B7D-A9E6021F980A}"/>
            </c:ext>
          </c:extLst>
        </c:ser>
        <c:dLbls>
          <c:showLegendKey val="0"/>
          <c:showVal val="0"/>
          <c:showCatName val="0"/>
          <c:showSerName val="0"/>
          <c:showPercent val="0"/>
          <c:showBubbleSize val="0"/>
        </c:dLbls>
        <c:marker val="1"/>
        <c:smooth val="0"/>
        <c:axId val="1809831455"/>
        <c:axId val="1809832415"/>
      </c:line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00"/>
          <c:min val="9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17262024194018161"/>
          <c:y val="0.88787657497884576"/>
          <c:w val="0.69674694662170467"/>
          <c:h val="8.4054896778755314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960" b="0" i="0" u="none" strike="noStrike" baseline="0">
                <a:effectLst/>
              </a:rPr>
              <a:t>Vulnerabilities </a:t>
            </a:r>
            <a:r>
              <a:rPr lang="en-US" b="0" baseline="0"/>
              <a:t>- </a:t>
            </a:r>
            <a:r>
              <a:rPr lang="en-US" sz="1000" b="0" baseline="0"/>
              <a:t>Platforms</a:t>
            </a:r>
            <a:endParaRPr lang="en-US" b="0"/>
          </a:p>
        </c:rich>
      </c:tx>
      <c:layout>
        <c:manualLayout>
          <c:xMode val="edge"/>
          <c:yMode val="edge"/>
          <c:x val="0.40190826391152196"/>
          <c:y val="1.5024755239693686E-2"/>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3407949928378499"/>
          <c:w val="0.90013617938076496"/>
          <c:h val="0.57876516825118618"/>
        </c:manualLayout>
      </c:layout>
      <c:barChart>
        <c:barDir val="col"/>
        <c:grouping val="clustered"/>
        <c:varyColors val="0"/>
        <c:ser>
          <c:idx val="0"/>
          <c:order val="0"/>
          <c:tx>
            <c:strRef>
              <c:f>Sheet1!$B$1</c:f>
              <c:strCache>
                <c:ptCount val="1"/>
                <c:pt idx="0">
                  <c:v>CATS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Action Required</c:v>
                </c:pt>
                <c:pt idx="1">
                  <c:v>Remediation Scheduled</c:v>
                </c:pt>
                <c:pt idx="2">
                  <c:v>Decommission Pending</c:v>
                </c:pt>
                <c:pt idx="3">
                  <c:v>Closed Last Month</c:v>
                </c:pt>
                <c:pt idx="4">
                  <c:v>Closed YTD</c:v>
                </c:pt>
              </c:strCache>
            </c:strRef>
          </c:cat>
          <c:val>
            <c:numRef>
              <c:f>Sheet1!$B$2:$B$6</c:f>
              <c:numCache>
                <c:formatCode>General</c:formatCode>
                <c:ptCount val="5"/>
                <c:pt idx="4">
                  <c:v>4</c:v>
                </c:pt>
              </c:numCache>
            </c:numRef>
          </c:val>
          <c:extLst>
            <c:ext xmlns:c16="http://schemas.microsoft.com/office/drawing/2014/chart" uri="{C3380CC4-5D6E-409C-BE32-E72D297353CC}">
              <c16:uniqueId val="{00000000-184D-49CB-86C8-427AD6252BE7}"/>
            </c:ext>
          </c:extLst>
        </c:ser>
        <c:ser>
          <c:idx val="1"/>
          <c:order val="1"/>
          <c:tx>
            <c:strRef>
              <c:f>Sheet1!$C$1</c:f>
              <c:strCache>
                <c:ptCount val="1"/>
                <c:pt idx="0">
                  <c:v>EDP</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Action Required</c:v>
                </c:pt>
                <c:pt idx="1">
                  <c:v>Remediation Scheduled</c:v>
                </c:pt>
                <c:pt idx="2">
                  <c:v>Decommission Pending</c:v>
                </c:pt>
                <c:pt idx="3">
                  <c:v>Closed Last Month</c:v>
                </c:pt>
                <c:pt idx="4">
                  <c:v>Closed YTD</c:v>
                </c:pt>
              </c:strCache>
            </c:strRef>
          </c:cat>
          <c:val>
            <c:numRef>
              <c:f>Sheet1!$C$2:$C$6</c:f>
              <c:numCache>
                <c:formatCode>General</c:formatCode>
                <c:ptCount val="5"/>
                <c:pt idx="1">
                  <c:v>4</c:v>
                </c:pt>
                <c:pt idx="4">
                  <c:v>53</c:v>
                </c:pt>
              </c:numCache>
            </c:numRef>
          </c:val>
          <c:extLst>
            <c:ext xmlns:c16="http://schemas.microsoft.com/office/drawing/2014/chart" uri="{C3380CC4-5D6E-409C-BE32-E72D297353CC}">
              <c16:uniqueId val="{00000006-63C1-47AA-B3FA-B0EF1CD8F41A}"/>
            </c:ext>
          </c:extLst>
        </c:ser>
        <c:ser>
          <c:idx val="2"/>
          <c:order val="2"/>
          <c:tx>
            <c:strRef>
              <c:f>Sheet1!$D$1</c:f>
              <c:strCache>
                <c:ptCount val="1"/>
                <c:pt idx="0">
                  <c:v>SOLO/ ICAPI</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Action Required</c:v>
                </c:pt>
                <c:pt idx="1">
                  <c:v>Remediation Scheduled</c:v>
                </c:pt>
                <c:pt idx="2">
                  <c:v>Decommission Pending</c:v>
                </c:pt>
                <c:pt idx="3">
                  <c:v>Closed Last Month</c:v>
                </c:pt>
                <c:pt idx="4">
                  <c:v>Closed YTD</c:v>
                </c:pt>
              </c:strCache>
            </c:strRef>
          </c:cat>
          <c:val>
            <c:numRef>
              <c:f>Sheet1!$D$2:$D$6</c:f>
              <c:numCache>
                <c:formatCode>General</c:formatCode>
                <c:ptCount val="5"/>
                <c:pt idx="1">
                  <c:v>3</c:v>
                </c:pt>
                <c:pt idx="3">
                  <c:v>67</c:v>
                </c:pt>
                <c:pt idx="4">
                  <c:v>109</c:v>
                </c:pt>
              </c:numCache>
            </c:numRef>
          </c:val>
          <c:extLst>
            <c:ext xmlns:c16="http://schemas.microsoft.com/office/drawing/2014/chart" uri="{C3380CC4-5D6E-409C-BE32-E72D297353CC}">
              <c16:uniqueId val="{00000007-63C1-47AA-B3FA-B0EF1CD8F41A}"/>
            </c:ext>
          </c:extLst>
        </c:ser>
        <c:ser>
          <c:idx val="3"/>
          <c:order val="3"/>
          <c:tx>
            <c:strRef>
              <c:f>Sheet1!$E$1</c:f>
              <c:strCache>
                <c:ptCount val="1"/>
                <c:pt idx="0">
                  <c:v>Gateways-AWS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Action Required</c:v>
                </c:pt>
                <c:pt idx="1">
                  <c:v>Remediation Scheduled</c:v>
                </c:pt>
                <c:pt idx="2">
                  <c:v>Decommission Pending</c:v>
                </c:pt>
                <c:pt idx="3">
                  <c:v>Closed Last Month</c:v>
                </c:pt>
                <c:pt idx="4">
                  <c:v>Closed YTD</c:v>
                </c:pt>
              </c:strCache>
            </c:strRef>
          </c:cat>
          <c:val>
            <c:numRef>
              <c:f>Sheet1!$E$2:$E$6</c:f>
              <c:numCache>
                <c:formatCode>General</c:formatCode>
                <c:ptCount val="5"/>
                <c:pt idx="0">
                  <c:v>1</c:v>
                </c:pt>
              </c:numCache>
            </c:numRef>
          </c:val>
          <c:extLst>
            <c:ext xmlns:c16="http://schemas.microsoft.com/office/drawing/2014/chart" uri="{C3380CC4-5D6E-409C-BE32-E72D297353CC}">
              <c16:uniqueId val="{00000008-63C1-47AA-B3FA-B0EF1CD8F41A}"/>
            </c:ext>
          </c:extLst>
        </c:ser>
        <c:ser>
          <c:idx val="4"/>
          <c:order val="4"/>
          <c:tx>
            <c:strRef>
              <c:f>Sheet1!$F$1</c:f>
              <c:strCache>
                <c:ptCount val="1"/>
                <c:pt idx="0">
                  <c:v>Gateways-DC</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Action Required</c:v>
                </c:pt>
                <c:pt idx="1">
                  <c:v>Remediation Scheduled</c:v>
                </c:pt>
                <c:pt idx="2">
                  <c:v>Decommission Pending</c:v>
                </c:pt>
                <c:pt idx="3">
                  <c:v>Closed Last Month</c:v>
                </c:pt>
                <c:pt idx="4">
                  <c:v>Closed YTD</c:v>
                </c:pt>
              </c:strCache>
            </c:strRef>
          </c:cat>
          <c:val>
            <c:numRef>
              <c:f>Sheet1!$F$2:$F$6</c:f>
              <c:numCache>
                <c:formatCode>General</c:formatCode>
                <c:ptCount val="5"/>
              </c:numCache>
            </c:numRef>
          </c:val>
          <c:extLst>
            <c:ext xmlns:c16="http://schemas.microsoft.com/office/drawing/2014/chart" uri="{C3380CC4-5D6E-409C-BE32-E72D297353CC}">
              <c16:uniqueId val="{00000009-63C1-47AA-B3FA-B0EF1CD8F41A}"/>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max val="125"/>
        </c:scaling>
        <c:delete val="0"/>
        <c:axPos val="l"/>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25"/>
      </c:valAx>
      <c:spPr>
        <a:noFill/>
        <a:ln>
          <a:noFill/>
        </a:ln>
        <a:effectLst/>
      </c:spPr>
    </c:plotArea>
    <c:legend>
      <c:legendPos val="b"/>
      <c:layout>
        <c:manualLayout>
          <c:xMode val="edge"/>
          <c:yMode val="edge"/>
          <c:x val="5.9046089533310753E-2"/>
          <c:y val="0.86033281720192434"/>
          <c:w val="0.86671979449810421"/>
          <c:h val="8.7715856611079862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r>
              <a:rPr lang="en-US" sz="800"/>
              <a:t>MoM Critical Outages</a:t>
            </a:r>
            <a:endParaRPr lang="en-US" sz="800" b="0" i="0" u="none" strike="noStrike" kern="1200" spc="0" baseline="0">
              <a:solidFill>
                <a:srgbClr val="000000">
                  <a:lumMod val="65000"/>
                  <a:lumOff val="35000"/>
                </a:srgbClr>
              </a:solidFill>
              <a:latin typeface="+mn-lt"/>
              <a:ea typeface="+mn-ea"/>
              <a:cs typeface="+mn-cs"/>
            </a:endParaRPr>
          </a:p>
        </c:rich>
      </c:tx>
      <c:layout>
        <c:manualLayout>
          <c:xMode val="edge"/>
          <c:yMode val="edge"/>
          <c:x val="0.33882734529136493"/>
          <c:y val="3.3976724256592643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929654645087294"/>
          <c:y val="0.18464120632467931"/>
          <c:w val="0.87398976783692706"/>
          <c:h val="0.57761017897492006"/>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5">
                  <c:v>2</c:v>
                </c:pt>
                <c:pt idx="9">
                  <c:v>1</c:v>
                </c:pt>
              </c:numCache>
            </c:numRef>
          </c:val>
          <c:extLst>
            <c:ext xmlns:c16="http://schemas.microsoft.com/office/drawing/2014/chart" uri="{C3380CC4-5D6E-409C-BE32-E72D297353CC}">
              <c16:uniqueId val="{00000000-45EE-4F0A-B64E-8D35752B6F88}"/>
            </c:ext>
          </c:extLst>
        </c:ser>
        <c:ser>
          <c:idx val="1"/>
          <c:order val="1"/>
          <c:tx>
            <c:strRef>
              <c:f>Sheet1!$C$1</c:f>
              <c:strCache>
                <c:ptCount val="1"/>
                <c:pt idx="0">
                  <c:v>2026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1">
                  <c:v>1</c:v>
                </c:pt>
              </c:numCache>
            </c:numRef>
          </c:val>
          <c:extLst>
            <c:ext xmlns:c16="http://schemas.microsoft.com/office/drawing/2014/chart" uri="{C3380CC4-5D6E-409C-BE32-E72D297353CC}">
              <c16:uniqueId val="{00000001-45EE-4F0A-B64E-8D35752B6F88}"/>
            </c:ext>
          </c:extLst>
        </c:ser>
        <c:dLbls>
          <c:showLegendKey val="0"/>
          <c:showVal val="0"/>
          <c:showCatName val="0"/>
          <c:showSerName val="0"/>
          <c:showPercent val="0"/>
          <c:showBubbleSize val="0"/>
        </c:dLbls>
        <c:gapWidth val="150"/>
        <c:axId val="1809831455"/>
        <c:axId val="1809832415"/>
      </c:bar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8"/>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12991064885536552"/>
          <c:y val="0.87529223251962207"/>
          <c:w val="0.7669468380709763"/>
          <c:h val="7.937652010378701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r>
              <a:rPr lang="en-US" sz="800"/>
              <a:t>MoM Non Critical Impairments</a:t>
            </a:r>
            <a:r>
              <a:rPr lang="en-US" sz="800" baseline="0"/>
              <a:t> and Degradations</a:t>
            </a:r>
            <a:endParaRPr lang="en-US" sz="800" b="0" i="0" u="none" strike="noStrike" kern="1200" spc="0" baseline="0">
              <a:solidFill>
                <a:srgbClr val="000000">
                  <a:lumMod val="65000"/>
                  <a:lumOff val="35000"/>
                </a:srgbClr>
              </a:solidFill>
              <a:latin typeface="+mn-lt"/>
              <a:ea typeface="+mn-ea"/>
              <a:cs typeface="+mn-cs"/>
            </a:endParaRPr>
          </a:p>
        </c:rich>
      </c:tx>
      <c:layout>
        <c:manualLayout>
          <c:xMode val="edge"/>
          <c:yMode val="edge"/>
          <c:x val="0.15541657272254952"/>
          <c:y val="2.833761816591404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929654645087294"/>
          <c:y val="0.18464120632467931"/>
          <c:w val="0.87398976783692706"/>
          <c:h val="0.57761017897492006"/>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c:v>
                </c:pt>
                <c:pt idx="1">
                  <c:v>3</c:v>
                </c:pt>
                <c:pt idx="2">
                  <c:v>5</c:v>
                </c:pt>
                <c:pt idx="3">
                  <c:v>6</c:v>
                </c:pt>
                <c:pt idx="4">
                  <c:v>2</c:v>
                </c:pt>
                <c:pt idx="5">
                  <c:v>5</c:v>
                </c:pt>
                <c:pt idx="6">
                  <c:v>4</c:v>
                </c:pt>
                <c:pt idx="7">
                  <c:v>2</c:v>
                </c:pt>
                <c:pt idx="8">
                  <c:v>1</c:v>
                </c:pt>
                <c:pt idx="9">
                  <c:v>1</c:v>
                </c:pt>
                <c:pt idx="10">
                  <c:v>2</c:v>
                </c:pt>
                <c:pt idx="11">
                  <c:v>2</c:v>
                </c:pt>
              </c:numCache>
            </c:numRef>
          </c:val>
          <c:extLst>
            <c:ext xmlns:c16="http://schemas.microsoft.com/office/drawing/2014/chart" uri="{C3380CC4-5D6E-409C-BE32-E72D297353CC}">
              <c16:uniqueId val="{00000000-ABE4-4831-9E97-4963C5E55A4F}"/>
            </c:ext>
          </c:extLst>
        </c:ser>
        <c:ser>
          <c:idx val="1"/>
          <c:order val="1"/>
          <c:tx>
            <c:strRef>
              <c:f>Sheet1!$C$1</c:f>
              <c:strCache>
                <c:ptCount val="1"/>
                <c:pt idx="0">
                  <c:v>2026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Spectrum Sans Book" panose="020B0402020503020304" pitchFamily="34" charset="0"/>
                    <a:ea typeface="+mn-ea"/>
                    <a:cs typeface="Spectrum Sans Book" panose="020B04020205030203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1">
                  <c:v>2</c:v>
                </c:pt>
              </c:numCache>
            </c:numRef>
          </c:val>
          <c:extLst>
            <c:ext xmlns:c16="http://schemas.microsoft.com/office/drawing/2014/chart" uri="{C3380CC4-5D6E-409C-BE32-E72D297353CC}">
              <c16:uniqueId val="{00000001-ABE4-4831-9E97-4963C5E55A4F}"/>
            </c:ext>
          </c:extLst>
        </c:ser>
        <c:dLbls>
          <c:showLegendKey val="0"/>
          <c:showVal val="0"/>
          <c:showCatName val="0"/>
          <c:showSerName val="0"/>
          <c:showPercent val="0"/>
          <c:showBubbleSize val="0"/>
        </c:dLbls>
        <c:gapWidth val="150"/>
        <c:axId val="1809831455"/>
        <c:axId val="1809832415"/>
      </c:bar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8"/>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12991064885536552"/>
          <c:y val="0.87529223251962207"/>
          <c:w val="0.7669468380709763"/>
          <c:h val="7.937652010378701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n-US" sz="1000"/>
              <a:t>Audit Accuracy SOLO, DRL, UPC, </a:t>
            </a:r>
            <a:r>
              <a:rPr lang="en-US" sz="1000" b="0" i="0" u="none" strike="noStrike" kern="1200" spc="0" baseline="0">
                <a:solidFill>
                  <a:srgbClr val="000000">
                    <a:lumMod val="65000"/>
                    <a:lumOff val="35000"/>
                  </a:srgbClr>
                </a:solidFill>
                <a:latin typeface="+mn-lt"/>
                <a:ea typeface="+mn-ea"/>
                <a:cs typeface="+mn-cs"/>
              </a:rPr>
              <a:t>Agreements</a:t>
            </a:r>
          </a:p>
        </c:rich>
      </c:tx>
      <c:layout>
        <c:manualLayout>
          <c:xMode val="edge"/>
          <c:yMode val="edge"/>
          <c:x val="0.17854010522107214"/>
          <c:y val="1.7936224791590273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9273321824012583E-2"/>
          <c:y val="0.17900217863169043"/>
          <c:w val="0.87398976783692706"/>
          <c:h val="0.57761017897492006"/>
        </c:manualLayout>
      </c:layout>
      <c:barChart>
        <c:barDir val="col"/>
        <c:grouping val="clustered"/>
        <c:varyColors val="0"/>
        <c:ser>
          <c:idx val="0"/>
          <c:order val="0"/>
          <c:tx>
            <c:strRef>
              <c:f>Sheet1!$B$1</c:f>
              <c:strCache>
                <c:ptCount val="1"/>
                <c:pt idx="0">
                  <c:v>SOLO</c:v>
                </c:pt>
              </c:strCache>
            </c:strRef>
          </c:tx>
          <c:spPr>
            <a:solidFill>
              <a:schemeClr val="accent1"/>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99.98</c:v>
                </c:pt>
                <c:pt idx="1">
                  <c:v>99.98</c:v>
                </c:pt>
                <c:pt idx="2">
                  <c:v>99.98</c:v>
                </c:pt>
                <c:pt idx="3">
                  <c:v>99.98</c:v>
                </c:pt>
              </c:numCache>
            </c:numRef>
          </c:val>
          <c:extLst>
            <c:ext xmlns:c16="http://schemas.microsoft.com/office/drawing/2014/chart" uri="{C3380CC4-5D6E-409C-BE32-E72D297353CC}">
              <c16:uniqueId val="{00000000-96DC-413D-8845-4DDA89D9D3DA}"/>
            </c:ext>
          </c:extLst>
        </c:ser>
        <c:ser>
          <c:idx val="1"/>
          <c:order val="1"/>
          <c:tx>
            <c:strRef>
              <c:f>Sheet1!$C$1</c:f>
              <c:strCache>
                <c:ptCount val="1"/>
                <c:pt idx="0">
                  <c:v>DRL</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100</c:v>
                </c:pt>
                <c:pt idx="1">
                  <c:v>100</c:v>
                </c:pt>
                <c:pt idx="2">
                  <c:v>100</c:v>
                </c:pt>
                <c:pt idx="3">
                  <c:v>100</c:v>
                </c:pt>
              </c:numCache>
            </c:numRef>
          </c:val>
          <c:extLst>
            <c:ext xmlns:c16="http://schemas.microsoft.com/office/drawing/2014/chart" uri="{C3380CC4-5D6E-409C-BE32-E72D297353CC}">
              <c16:uniqueId val="{00000001-96DC-413D-8845-4DDA89D9D3DA}"/>
            </c:ext>
          </c:extLst>
        </c:ser>
        <c:ser>
          <c:idx val="2"/>
          <c:order val="2"/>
          <c:tx>
            <c:strRef>
              <c:f>Sheet1!$D$1</c:f>
              <c:strCache>
                <c:ptCount val="1"/>
                <c:pt idx="0">
                  <c:v>UPC</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99.99</c:v>
                </c:pt>
                <c:pt idx="1">
                  <c:v>99.99</c:v>
                </c:pt>
                <c:pt idx="2">
                  <c:v>99.99</c:v>
                </c:pt>
                <c:pt idx="3">
                  <c:v>99.99</c:v>
                </c:pt>
              </c:numCache>
            </c:numRef>
          </c:val>
          <c:extLst>
            <c:ext xmlns:c16="http://schemas.microsoft.com/office/drawing/2014/chart" uri="{C3380CC4-5D6E-409C-BE32-E72D297353CC}">
              <c16:uniqueId val="{00000002-96DC-413D-8845-4DDA89D9D3DA}"/>
            </c:ext>
          </c:extLst>
        </c:ser>
        <c:ser>
          <c:idx val="3"/>
          <c:order val="3"/>
          <c:tx>
            <c:strRef>
              <c:f>Sheet1!$E$1</c:f>
              <c:strCache>
                <c:ptCount val="1"/>
                <c:pt idx="0">
                  <c:v>Agreements</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99.99</c:v>
                </c:pt>
                <c:pt idx="1">
                  <c:v>99.99</c:v>
                </c:pt>
                <c:pt idx="2">
                  <c:v>99.99</c:v>
                </c:pt>
                <c:pt idx="3">
                  <c:v>99.99</c:v>
                </c:pt>
              </c:numCache>
            </c:numRef>
          </c:val>
          <c:extLst>
            <c:ext xmlns:c16="http://schemas.microsoft.com/office/drawing/2014/chart" uri="{C3380CC4-5D6E-409C-BE32-E72D297353CC}">
              <c16:uniqueId val="{00000003-96DC-413D-8845-4DDA89D9D3DA}"/>
            </c:ext>
          </c:extLst>
        </c:ser>
        <c:dLbls>
          <c:showLegendKey val="0"/>
          <c:showVal val="0"/>
          <c:showCatName val="0"/>
          <c:showSerName val="0"/>
          <c:showPercent val="0"/>
          <c:showBubbleSize val="0"/>
        </c:dLbls>
        <c:gapWidth val="150"/>
        <c:axId val="1809831455"/>
        <c:axId val="1809832415"/>
      </c:barChart>
      <c:lineChart>
        <c:grouping val="standard"/>
        <c:varyColors val="0"/>
        <c:ser>
          <c:idx val="4"/>
          <c:order val="4"/>
          <c:tx>
            <c:strRef>
              <c:f>Sheet1!$F$1</c:f>
              <c:strCache>
                <c:ptCount val="1"/>
                <c:pt idx="0">
                  <c:v>Target (99.90%)</c:v>
                </c:pt>
              </c:strCache>
            </c:strRef>
          </c:tx>
          <c:spPr>
            <a:ln w="28575" cap="rnd">
              <a:solidFill>
                <a:schemeClr val="accent5"/>
              </a:solidFill>
              <a:prstDash val="dash"/>
              <a:round/>
            </a:ln>
            <a:effectLst/>
          </c:spPr>
          <c:marker>
            <c:symbol val="none"/>
          </c:marker>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99.9</c:v>
                </c:pt>
                <c:pt idx="1">
                  <c:v>99.9</c:v>
                </c:pt>
                <c:pt idx="2">
                  <c:v>99.9</c:v>
                </c:pt>
                <c:pt idx="3">
                  <c:v>99.9</c:v>
                </c:pt>
                <c:pt idx="4">
                  <c:v>99.9</c:v>
                </c:pt>
                <c:pt idx="5">
                  <c:v>99.9</c:v>
                </c:pt>
                <c:pt idx="6">
                  <c:v>99.9</c:v>
                </c:pt>
                <c:pt idx="7">
                  <c:v>99.9</c:v>
                </c:pt>
                <c:pt idx="8">
                  <c:v>99.9</c:v>
                </c:pt>
                <c:pt idx="9">
                  <c:v>99.9</c:v>
                </c:pt>
                <c:pt idx="10">
                  <c:v>99.9</c:v>
                </c:pt>
                <c:pt idx="11">
                  <c:v>99.9</c:v>
                </c:pt>
              </c:numCache>
            </c:numRef>
          </c:val>
          <c:smooth val="0"/>
          <c:extLst>
            <c:ext xmlns:c16="http://schemas.microsoft.com/office/drawing/2014/chart" uri="{C3380CC4-5D6E-409C-BE32-E72D297353CC}">
              <c16:uniqueId val="{00000004-96DC-413D-8845-4DDA89D9D3DA}"/>
            </c:ext>
          </c:extLst>
        </c:ser>
        <c:dLbls>
          <c:showLegendKey val="0"/>
          <c:showVal val="0"/>
          <c:showCatName val="0"/>
          <c:showSerName val="0"/>
          <c:showPercent val="0"/>
          <c:showBubbleSize val="0"/>
        </c:dLbls>
        <c:marker val="1"/>
        <c:smooth val="0"/>
        <c:axId val="1809831455"/>
        <c:axId val="1809832415"/>
      </c:line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00"/>
          <c:min val="9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majorUnit val="0.5"/>
      </c:valAx>
      <c:spPr>
        <a:noFill/>
        <a:ln>
          <a:noFill/>
        </a:ln>
        <a:effectLst/>
      </c:spPr>
    </c:plotArea>
    <c:legend>
      <c:legendPos val="b"/>
      <c:layout>
        <c:manualLayout>
          <c:xMode val="edge"/>
          <c:yMode val="edge"/>
          <c:x val="0"/>
          <c:y val="0.85390500111777756"/>
          <c:w val="0.96090199920419705"/>
          <c:h val="0.14609499888222247"/>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spc="0" baseline="0">
                <a:solidFill>
                  <a:srgbClr val="000000">
                    <a:lumMod val="65000"/>
                    <a:lumOff val="35000"/>
                  </a:srgbClr>
                </a:solidFill>
                <a:latin typeface="+mn-lt"/>
                <a:ea typeface="+mn-ea"/>
                <a:cs typeface="+mn-cs"/>
              </a:defRPr>
            </a:pPr>
            <a:r>
              <a:rPr lang="en-US" sz="1000"/>
              <a:t>Audit Accuracy SOLO - </a:t>
            </a:r>
            <a:r>
              <a:rPr lang="en-US" sz="1000" b="0" i="0">
                <a:effectLst/>
              </a:rPr>
              <a:t>Effie Account, DTC Service and Effie Entitlement Status</a:t>
            </a:r>
          </a:p>
          <a:p>
            <a:pPr marL="0" marR="0" lvl="0" indent="0" algn="ctr" defTabSz="914400" rtl="0" eaLnBrk="1" fontAlgn="auto" latinLnBrk="0" hangingPunct="1">
              <a:lnSpc>
                <a:spcPct val="100000"/>
              </a:lnSpc>
              <a:spcBef>
                <a:spcPts val="0"/>
              </a:spcBef>
              <a:spcAft>
                <a:spcPts val="0"/>
              </a:spcAft>
              <a:buClrTx/>
              <a:buSzTx/>
              <a:buFontTx/>
              <a:buNone/>
              <a:tabLst/>
              <a:defRPr sz="1000">
                <a:solidFill>
                  <a:srgbClr val="000000">
                    <a:lumMod val="65000"/>
                    <a:lumOff val="35000"/>
                  </a:srgbClr>
                </a:solidFill>
              </a:defRPr>
            </a:pPr>
            <a:endParaRPr lang="en-US" sz="1000" b="0" i="0" u="none" strike="noStrike" kern="1200" spc="0" baseline="0">
              <a:solidFill>
                <a:srgbClr val="000000">
                  <a:lumMod val="65000"/>
                  <a:lumOff val="35000"/>
                </a:srgbClr>
              </a:solidFill>
              <a:latin typeface="+mn-lt"/>
              <a:ea typeface="+mn-ea"/>
              <a:cs typeface="+mn-cs"/>
            </a:endParaRPr>
          </a:p>
        </c:rich>
      </c:tx>
      <c:layout>
        <c:manualLayout>
          <c:xMode val="edge"/>
          <c:yMode val="edge"/>
          <c:x val="0.17854010522107214"/>
          <c:y val="1.7936224791590273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8.9273321824012583E-2"/>
          <c:y val="0.17900217863169043"/>
          <c:w val="0.87398976783692706"/>
          <c:h val="0.51879529261984747"/>
        </c:manualLayout>
      </c:layout>
      <c:barChart>
        <c:barDir val="col"/>
        <c:grouping val="clustered"/>
        <c:varyColors val="0"/>
        <c:ser>
          <c:idx val="0"/>
          <c:order val="0"/>
          <c:tx>
            <c:strRef>
              <c:f>Sheet1!$B$1</c:f>
              <c:strCache>
                <c:ptCount val="1"/>
                <c:pt idx="0">
                  <c:v>SOLO/Effie Account Status</c:v>
                </c:pt>
              </c:strCache>
            </c:strRef>
          </c:tx>
          <c:spPr>
            <a:solidFill>
              <a:schemeClr val="accent1"/>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99.9</c:v>
                </c:pt>
                <c:pt idx="1">
                  <c:v>99.99</c:v>
                </c:pt>
                <c:pt idx="2">
                  <c:v>99.93</c:v>
                </c:pt>
                <c:pt idx="3">
                  <c:v>99.93</c:v>
                </c:pt>
              </c:numCache>
            </c:numRef>
          </c:val>
          <c:extLst>
            <c:ext xmlns:c16="http://schemas.microsoft.com/office/drawing/2014/chart" uri="{C3380CC4-5D6E-409C-BE32-E72D297353CC}">
              <c16:uniqueId val="{00000000-024E-4E7E-A5A1-FCDB83AC381E}"/>
            </c:ext>
          </c:extLst>
        </c:ser>
        <c:ser>
          <c:idx val="1"/>
          <c:order val="1"/>
          <c:tx>
            <c:strRef>
              <c:f>Sheet1!$C$1</c:f>
              <c:strCache>
                <c:ptCount val="1"/>
                <c:pt idx="0">
                  <c:v>L-CHTR Entitlements</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99.93</c:v>
                </c:pt>
                <c:pt idx="1">
                  <c:v>99.9</c:v>
                </c:pt>
                <c:pt idx="2">
                  <c:v>99.9</c:v>
                </c:pt>
                <c:pt idx="3">
                  <c:v>99.91</c:v>
                </c:pt>
              </c:numCache>
            </c:numRef>
          </c:val>
          <c:extLst>
            <c:ext xmlns:c16="http://schemas.microsoft.com/office/drawing/2014/chart" uri="{C3380CC4-5D6E-409C-BE32-E72D297353CC}">
              <c16:uniqueId val="{00000001-024E-4E7E-A5A1-FCDB83AC381E}"/>
            </c:ext>
          </c:extLst>
        </c:ser>
        <c:ser>
          <c:idx val="2"/>
          <c:order val="2"/>
          <c:tx>
            <c:strRef>
              <c:f>Sheet1!$D$1</c:f>
              <c:strCache>
                <c:ptCount val="1"/>
                <c:pt idx="0">
                  <c:v>L-TWC Entitlements</c:v>
                </c:pt>
              </c:strCache>
            </c:strRef>
          </c:tx>
          <c:spPr>
            <a:solidFill>
              <a:schemeClr val="accent3"/>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99.96</c:v>
                </c:pt>
                <c:pt idx="1">
                  <c:v>99.94</c:v>
                </c:pt>
                <c:pt idx="2">
                  <c:v>99.94</c:v>
                </c:pt>
                <c:pt idx="3">
                  <c:v>99.95</c:v>
                </c:pt>
              </c:numCache>
            </c:numRef>
          </c:val>
          <c:extLst>
            <c:ext xmlns:c16="http://schemas.microsoft.com/office/drawing/2014/chart" uri="{C3380CC4-5D6E-409C-BE32-E72D297353CC}">
              <c16:uniqueId val="{00000002-024E-4E7E-A5A1-FCDB83AC381E}"/>
            </c:ext>
          </c:extLst>
        </c:ser>
        <c:ser>
          <c:idx val="3"/>
          <c:order val="3"/>
          <c:tx>
            <c:strRef>
              <c:f>Sheet1!$E$1</c:f>
              <c:strCache>
                <c:ptCount val="1"/>
                <c:pt idx="0">
                  <c:v>DTC Entitlements</c:v>
                </c:pt>
              </c:strCache>
            </c:strRef>
          </c:tx>
          <c:spPr>
            <a:solidFill>
              <a:schemeClr val="accent4"/>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Sheet1!$E$12:$E$23</c:f>
              <c:numCache>
                <c:formatCode>General</c:formatCode>
                <c:ptCount val="12"/>
                <c:pt idx="0">
                  <c:v>99.97</c:v>
                </c:pt>
                <c:pt idx="1">
                  <c:v>99.98</c:v>
                </c:pt>
                <c:pt idx="2">
                  <c:v>99.98</c:v>
                </c:pt>
                <c:pt idx="3">
                  <c:v>99.96</c:v>
                </c:pt>
              </c:numCache>
            </c:numRef>
          </c:val>
          <c:extLst>
            <c:ext xmlns:c16="http://schemas.microsoft.com/office/drawing/2014/chart" uri="{C3380CC4-5D6E-409C-BE32-E72D297353CC}">
              <c16:uniqueId val="{00000003-024E-4E7E-A5A1-FCDB83AC381E}"/>
            </c:ext>
          </c:extLst>
        </c:ser>
        <c:ser>
          <c:idx val="4"/>
          <c:order val="4"/>
          <c:tx>
            <c:strRef>
              <c:f>Sheet1!$F$1</c:f>
              <c:strCache>
                <c:ptCount val="1"/>
                <c:pt idx="0">
                  <c:v>DTC Service Status</c:v>
                </c:pt>
              </c:strCache>
            </c:strRef>
          </c:tx>
          <c:spPr>
            <a:solidFill>
              <a:schemeClr val="accent5"/>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Sheet1!$F$12:$F$23</c:f>
              <c:numCache>
                <c:formatCode>General</c:formatCode>
                <c:ptCount val="12"/>
                <c:pt idx="0">
                  <c:v>99.98</c:v>
                </c:pt>
                <c:pt idx="1">
                  <c:v>99.99</c:v>
                </c:pt>
                <c:pt idx="2">
                  <c:v>99.99</c:v>
                </c:pt>
                <c:pt idx="3">
                  <c:v>99.99</c:v>
                </c:pt>
              </c:numCache>
            </c:numRef>
          </c:val>
          <c:extLst>
            <c:ext xmlns:c16="http://schemas.microsoft.com/office/drawing/2014/chart" uri="{C3380CC4-5D6E-409C-BE32-E72D297353CC}">
              <c16:uniqueId val="{00000004-024E-4E7E-A5A1-FCDB83AC381E}"/>
            </c:ext>
          </c:extLst>
        </c:ser>
        <c:ser>
          <c:idx val="5"/>
          <c:order val="5"/>
          <c:tx>
            <c:strRef>
              <c:f>Sheet1!$G$1</c:f>
              <c:strCache>
                <c:ptCount val="1"/>
                <c:pt idx="0">
                  <c:v>LCHTR LOB Status</c:v>
                </c:pt>
              </c:strCache>
            </c:strRef>
          </c:tx>
          <c:spPr>
            <a:solidFill>
              <a:schemeClr val="accent6"/>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Sheet1!$G$12:$G$23</c:f>
              <c:numCache>
                <c:formatCode>General</c:formatCode>
                <c:ptCount val="12"/>
                <c:pt idx="0">
                  <c:v>99.72</c:v>
                </c:pt>
                <c:pt idx="1">
                  <c:v>99.72</c:v>
                </c:pt>
                <c:pt idx="2">
                  <c:v>99.72</c:v>
                </c:pt>
                <c:pt idx="3">
                  <c:v>99.72</c:v>
                </c:pt>
              </c:numCache>
            </c:numRef>
          </c:val>
          <c:extLst>
            <c:ext xmlns:c16="http://schemas.microsoft.com/office/drawing/2014/chart" uri="{C3380CC4-5D6E-409C-BE32-E72D297353CC}">
              <c16:uniqueId val="{00000000-739D-4CB6-9B11-6C722A5C0D2B}"/>
            </c:ext>
          </c:extLst>
        </c:ser>
        <c:ser>
          <c:idx val="6"/>
          <c:order val="6"/>
          <c:tx>
            <c:strRef>
              <c:f>Sheet1!$H$1</c:f>
              <c:strCache>
                <c:ptCount val="1"/>
                <c:pt idx="0">
                  <c:v>LTWC LOB Status</c:v>
                </c:pt>
              </c:strCache>
            </c:strRef>
          </c:tx>
          <c:spPr>
            <a:solidFill>
              <a:schemeClr val="accent1">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Sheet1!$H$12:$H$23</c:f>
              <c:numCache>
                <c:formatCode>General</c:formatCode>
                <c:ptCount val="12"/>
                <c:pt idx="0">
                  <c:v>99.89</c:v>
                </c:pt>
                <c:pt idx="1">
                  <c:v>99.98</c:v>
                </c:pt>
                <c:pt idx="2">
                  <c:v>99.94</c:v>
                </c:pt>
                <c:pt idx="3">
                  <c:v>99.98</c:v>
                </c:pt>
              </c:numCache>
            </c:numRef>
          </c:val>
          <c:extLst>
            <c:ext xmlns:c16="http://schemas.microsoft.com/office/drawing/2014/chart" uri="{C3380CC4-5D6E-409C-BE32-E72D297353CC}">
              <c16:uniqueId val="{00000001-739D-4CB6-9B11-6C722A5C0D2B}"/>
            </c:ext>
          </c:extLst>
        </c:ser>
        <c:ser>
          <c:idx val="7"/>
          <c:order val="7"/>
          <c:tx>
            <c:strRef>
              <c:f>Sheet1!$I$1</c:f>
              <c:strCache>
                <c:ptCount val="1"/>
                <c:pt idx="0">
                  <c:v>DTC Ascendon</c:v>
                </c:pt>
              </c:strCache>
            </c:strRef>
          </c:tx>
          <c:spPr>
            <a:solidFill>
              <a:schemeClr val="accent2">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Sheet1!$I$12:$I$23</c:f>
              <c:numCache>
                <c:formatCode>General</c:formatCode>
                <c:ptCount val="12"/>
                <c:pt idx="0">
                  <c:v>99.99</c:v>
                </c:pt>
                <c:pt idx="1">
                  <c:v>99.99</c:v>
                </c:pt>
                <c:pt idx="2">
                  <c:v>99.98</c:v>
                </c:pt>
                <c:pt idx="3">
                  <c:v>99.98</c:v>
                </c:pt>
              </c:numCache>
            </c:numRef>
          </c:val>
          <c:extLst>
            <c:ext xmlns:c16="http://schemas.microsoft.com/office/drawing/2014/chart" uri="{C3380CC4-5D6E-409C-BE32-E72D297353CC}">
              <c16:uniqueId val="{00000002-739D-4CB6-9B11-6C722A5C0D2B}"/>
            </c:ext>
          </c:extLst>
        </c:ser>
        <c:ser>
          <c:idx val="8"/>
          <c:order val="8"/>
          <c:tx>
            <c:strRef>
              <c:f>Sheet1!$J$1</c:f>
              <c:strCache>
                <c:ptCount val="1"/>
                <c:pt idx="0">
                  <c:v>Solo Ascendon</c:v>
                </c:pt>
              </c:strCache>
            </c:strRef>
          </c:tx>
          <c:spPr>
            <a:solidFill>
              <a:schemeClr val="accent3">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Sheet1!$J$12:$J$23</c:f>
              <c:numCache>
                <c:formatCode>General</c:formatCode>
                <c:ptCount val="12"/>
                <c:pt idx="0">
                  <c:v>99.97</c:v>
                </c:pt>
                <c:pt idx="1">
                  <c:v>99.99</c:v>
                </c:pt>
                <c:pt idx="2">
                  <c:v>99.97</c:v>
                </c:pt>
                <c:pt idx="3">
                  <c:v>99.96</c:v>
                </c:pt>
              </c:numCache>
            </c:numRef>
          </c:val>
          <c:extLst>
            <c:ext xmlns:c16="http://schemas.microsoft.com/office/drawing/2014/chart" uri="{C3380CC4-5D6E-409C-BE32-E72D297353CC}">
              <c16:uniqueId val="{00000003-739D-4CB6-9B11-6C722A5C0D2B}"/>
            </c:ext>
          </c:extLst>
        </c:ser>
        <c:ser>
          <c:idx val="9"/>
          <c:order val="9"/>
          <c:tx>
            <c:strRef>
              <c:f>Sheet1!$K$1</c:f>
              <c:strCache>
                <c:ptCount val="1"/>
                <c:pt idx="0">
                  <c:v>Customer Classification</c:v>
                </c:pt>
              </c:strCache>
            </c:strRef>
          </c:tx>
          <c:spPr>
            <a:solidFill>
              <a:schemeClr val="accent4">
                <a:lumMod val="60000"/>
              </a:schemeClr>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Sheet1!$K$12:$K$23</c:f>
              <c:numCache>
                <c:formatCode>General</c:formatCode>
                <c:ptCount val="12"/>
                <c:pt idx="0">
                  <c:v>99.98</c:v>
                </c:pt>
                <c:pt idx="1">
                  <c:v>99.99</c:v>
                </c:pt>
                <c:pt idx="2">
                  <c:v>99.99</c:v>
                </c:pt>
                <c:pt idx="3">
                  <c:v>99.99</c:v>
                </c:pt>
              </c:numCache>
            </c:numRef>
          </c:val>
          <c:extLst>
            <c:ext xmlns:c16="http://schemas.microsoft.com/office/drawing/2014/chart" uri="{C3380CC4-5D6E-409C-BE32-E72D297353CC}">
              <c16:uniqueId val="{00000000-2715-42B0-BC52-67BE3DA5EB7C}"/>
            </c:ext>
          </c:extLst>
        </c:ser>
        <c:dLbls>
          <c:showLegendKey val="0"/>
          <c:showVal val="0"/>
          <c:showCatName val="0"/>
          <c:showSerName val="0"/>
          <c:showPercent val="0"/>
          <c:showBubbleSize val="0"/>
        </c:dLbls>
        <c:gapWidth val="150"/>
        <c:axId val="1809831455"/>
        <c:axId val="1809832415"/>
      </c:barChart>
      <c:lineChart>
        <c:grouping val="standard"/>
        <c:varyColors val="0"/>
        <c:ser>
          <c:idx val="10"/>
          <c:order val="10"/>
          <c:tx>
            <c:strRef>
              <c:f>Sheet1!$L$1</c:f>
              <c:strCache>
                <c:ptCount val="1"/>
                <c:pt idx="0">
                  <c:v>Target (99.90%)</c:v>
                </c:pt>
              </c:strCache>
            </c:strRef>
          </c:tx>
          <c:spPr>
            <a:ln w="28575" cap="rnd">
              <a:solidFill>
                <a:schemeClr val="accent5">
                  <a:lumMod val="60000"/>
                </a:schemeClr>
              </a:solidFill>
              <a:prstDash val="dash"/>
              <a:round/>
            </a:ln>
            <a:effectLst/>
          </c:spPr>
          <c:marker>
            <c:symbol val="none"/>
          </c:marker>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Sheet1!$L$12:$L$23</c:f>
              <c:numCache>
                <c:formatCode>General</c:formatCode>
                <c:ptCount val="12"/>
                <c:pt idx="0">
                  <c:v>99.9</c:v>
                </c:pt>
                <c:pt idx="1">
                  <c:v>99.9</c:v>
                </c:pt>
                <c:pt idx="2">
                  <c:v>99.9</c:v>
                </c:pt>
                <c:pt idx="3">
                  <c:v>99.9</c:v>
                </c:pt>
                <c:pt idx="4">
                  <c:v>99.9</c:v>
                </c:pt>
                <c:pt idx="5">
                  <c:v>99.9</c:v>
                </c:pt>
                <c:pt idx="6">
                  <c:v>99.9</c:v>
                </c:pt>
                <c:pt idx="7">
                  <c:v>99.9</c:v>
                </c:pt>
                <c:pt idx="8">
                  <c:v>99.9</c:v>
                </c:pt>
                <c:pt idx="9">
                  <c:v>99.9</c:v>
                </c:pt>
                <c:pt idx="10">
                  <c:v>99.9</c:v>
                </c:pt>
                <c:pt idx="11">
                  <c:v>99.9</c:v>
                </c:pt>
              </c:numCache>
            </c:numRef>
          </c:val>
          <c:smooth val="0"/>
          <c:extLst>
            <c:ext xmlns:c16="http://schemas.microsoft.com/office/drawing/2014/chart" uri="{C3380CC4-5D6E-409C-BE32-E72D297353CC}">
              <c16:uniqueId val="{00000000-4A38-4E72-8AC4-3EFF18E087CE}"/>
            </c:ext>
          </c:extLst>
        </c:ser>
        <c:dLbls>
          <c:showLegendKey val="0"/>
          <c:showVal val="0"/>
          <c:showCatName val="0"/>
          <c:showSerName val="0"/>
          <c:showPercent val="0"/>
          <c:showBubbleSize val="0"/>
        </c:dLbls>
        <c:marker val="1"/>
        <c:smooth val="0"/>
        <c:axId val="1809831455"/>
        <c:axId val="1809832415"/>
      </c:line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00"/>
          <c:min val="9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majorUnit val="1"/>
      </c:valAx>
      <c:spPr>
        <a:noFill/>
        <a:ln>
          <a:noFill/>
        </a:ln>
        <a:effectLst/>
      </c:spPr>
    </c:plotArea>
    <c:legend>
      <c:legendPos val="b"/>
      <c:layout>
        <c:manualLayout>
          <c:xMode val="edge"/>
          <c:yMode val="edge"/>
          <c:x val="0"/>
          <c:y val="0.80578373046362717"/>
          <c:w val="1"/>
          <c:h val="0.19421626953637283"/>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n-US" sz="1000"/>
              <a:t>Audit Accuracy SOLO – EDS Cache</a:t>
            </a:r>
            <a:endParaRPr lang="en-US" sz="1000" b="0" i="0" u="none" strike="noStrike" kern="1200" spc="0" baseline="0">
              <a:solidFill>
                <a:srgbClr val="000000">
                  <a:lumMod val="65000"/>
                  <a:lumOff val="35000"/>
                </a:srgbClr>
              </a:solidFill>
              <a:latin typeface="+mn-lt"/>
              <a:ea typeface="+mn-ea"/>
              <a:cs typeface="+mn-cs"/>
            </a:endParaRPr>
          </a:p>
        </c:rich>
      </c:tx>
      <c:layout>
        <c:manualLayout>
          <c:xMode val="edge"/>
          <c:yMode val="edge"/>
          <c:x val="0.27448657277506056"/>
          <c:y val="3.3976648342973724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9273321824012583E-2"/>
          <c:y val="0.17900217863169043"/>
          <c:w val="0.87398976783692706"/>
          <c:h val="0.57761017897492006"/>
        </c:manualLayout>
      </c:layout>
      <c:barChart>
        <c:barDir val="col"/>
        <c:grouping val="clustered"/>
        <c:varyColors val="0"/>
        <c:ser>
          <c:idx val="0"/>
          <c:order val="0"/>
          <c:tx>
            <c:strRef>
              <c:f>Sheet1!$B$1</c:f>
              <c:strCache>
                <c:ptCount val="1"/>
                <c:pt idx="0">
                  <c:v>EDS Cache Account</c:v>
                </c:pt>
              </c:strCache>
            </c:strRef>
          </c:tx>
          <c:spPr>
            <a:solidFill>
              <a:schemeClr val="accent1"/>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Sheet1!$B$12:$B$23</c:f>
              <c:numCache>
                <c:formatCode>General</c:formatCode>
                <c:ptCount val="12"/>
                <c:pt idx="0">
                  <c:v>99.99</c:v>
                </c:pt>
                <c:pt idx="1">
                  <c:v>99.99</c:v>
                </c:pt>
                <c:pt idx="2">
                  <c:v>99.99</c:v>
                </c:pt>
                <c:pt idx="3">
                  <c:v>99.99</c:v>
                </c:pt>
              </c:numCache>
            </c:numRef>
          </c:val>
          <c:extLst>
            <c:ext xmlns:c16="http://schemas.microsoft.com/office/drawing/2014/chart" uri="{C3380CC4-5D6E-409C-BE32-E72D297353CC}">
              <c16:uniqueId val="{00000000-1AEF-44AC-8B47-B02AD8AF8A72}"/>
            </c:ext>
          </c:extLst>
        </c:ser>
        <c:ser>
          <c:idx val="1"/>
          <c:order val="1"/>
          <c:tx>
            <c:strRef>
              <c:f>Sheet1!$C$1</c:f>
              <c:strCache>
                <c:ptCount val="1"/>
                <c:pt idx="0">
                  <c:v>EDS Cache Customer</c:v>
                </c:pt>
              </c:strCache>
            </c:strRef>
          </c:tx>
          <c:spPr>
            <a:solidFill>
              <a:schemeClr val="accent2"/>
            </a:solidFill>
            <a:ln>
              <a:noFill/>
            </a:ln>
            <a:effectLst/>
          </c:spPr>
          <c:invertIfNegative val="0"/>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Sheet1!$C$12:$C$23</c:f>
              <c:numCache>
                <c:formatCode>General</c:formatCode>
                <c:ptCount val="12"/>
                <c:pt idx="0">
                  <c:v>99.99</c:v>
                </c:pt>
                <c:pt idx="1">
                  <c:v>99.99</c:v>
                </c:pt>
                <c:pt idx="2">
                  <c:v>99.99</c:v>
                </c:pt>
                <c:pt idx="3">
                  <c:v>99.99</c:v>
                </c:pt>
              </c:numCache>
            </c:numRef>
          </c:val>
          <c:extLst>
            <c:ext xmlns:c16="http://schemas.microsoft.com/office/drawing/2014/chart" uri="{C3380CC4-5D6E-409C-BE32-E72D297353CC}">
              <c16:uniqueId val="{00000001-1AEF-44AC-8B47-B02AD8AF8A72}"/>
            </c:ext>
          </c:extLst>
        </c:ser>
        <c:dLbls>
          <c:showLegendKey val="0"/>
          <c:showVal val="0"/>
          <c:showCatName val="0"/>
          <c:showSerName val="0"/>
          <c:showPercent val="0"/>
          <c:showBubbleSize val="0"/>
        </c:dLbls>
        <c:gapWidth val="150"/>
        <c:axId val="1809831455"/>
        <c:axId val="1809832415"/>
      </c:barChart>
      <c:lineChart>
        <c:grouping val="standard"/>
        <c:varyColors val="0"/>
        <c:ser>
          <c:idx val="2"/>
          <c:order val="2"/>
          <c:tx>
            <c:strRef>
              <c:f>Sheet1!$D$1</c:f>
              <c:strCache>
                <c:ptCount val="1"/>
                <c:pt idx="0">
                  <c:v>Target (99.90%)</c:v>
                </c:pt>
              </c:strCache>
            </c:strRef>
          </c:tx>
          <c:spPr>
            <a:ln w="28575" cap="rnd">
              <a:solidFill>
                <a:schemeClr val="accent3"/>
              </a:solidFill>
              <a:prstDash val="dash"/>
              <a:round/>
            </a:ln>
            <a:effectLst/>
          </c:spPr>
          <c:marker>
            <c:symbol val="none"/>
          </c:marker>
          <c:cat>
            <c:strRef>
              <c:f>Sheet1!$A$12:$A$23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Sheet1!$D$12:$D$23</c:f>
              <c:numCache>
                <c:formatCode>General</c:formatCode>
                <c:ptCount val="12"/>
                <c:pt idx="0">
                  <c:v>99.9</c:v>
                </c:pt>
                <c:pt idx="1">
                  <c:v>99.9</c:v>
                </c:pt>
                <c:pt idx="2">
                  <c:v>99.9</c:v>
                </c:pt>
                <c:pt idx="3">
                  <c:v>99.9</c:v>
                </c:pt>
                <c:pt idx="4">
                  <c:v>99.9</c:v>
                </c:pt>
                <c:pt idx="5">
                  <c:v>99.9</c:v>
                </c:pt>
                <c:pt idx="6">
                  <c:v>99.9</c:v>
                </c:pt>
                <c:pt idx="7">
                  <c:v>99.9</c:v>
                </c:pt>
                <c:pt idx="8">
                  <c:v>99.9</c:v>
                </c:pt>
                <c:pt idx="9">
                  <c:v>99.9</c:v>
                </c:pt>
                <c:pt idx="10">
                  <c:v>99.9</c:v>
                </c:pt>
                <c:pt idx="11">
                  <c:v>99.9</c:v>
                </c:pt>
              </c:numCache>
            </c:numRef>
          </c:val>
          <c:smooth val="0"/>
          <c:extLst>
            <c:ext xmlns:c16="http://schemas.microsoft.com/office/drawing/2014/chart" uri="{C3380CC4-5D6E-409C-BE32-E72D297353CC}">
              <c16:uniqueId val="{00000000-AA11-4858-91AF-08671C1FDC8E}"/>
            </c:ext>
          </c:extLst>
        </c:ser>
        <c:dLbls>
          <c:showLegendKey val="0"/>
          <c:showVal val="0"/>
          <c:showCatName val="0"/>
          <c:showSerName val="0"/>
          <c:showPercent val="0"/>
          <c:showBubbleSize val="0"/>
        </c:dLbls>
        <c:marker val="1"/>
        <c:smooth val="0"/>
        <c:axId val="1809831455"/>
        <c:axId val="1809832415"/>
      </c:lineChart>
      <c:catAx>
        <c:axId val="1809831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2415"/>
        <c:crosses val="autoZero"/>
        <c:auto val="1"/>
        <c:lblAlgn val="ctr"/>
        <c:lblOffset val="100"/>
        <c:noMultiLvlLbl val="0"/>
      </c:catAx>
      <c:valAx>
        <c:axId val="1809832415"/>
        <c:scaling>
          <c:orientation val="minMax"/>
          <c:max val="100"/>
          <c:min val="9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09831455"/>
        <c:crosses val="autoZero"/>
        <c:crossBetween val="between"/>
      </c:valAx>
      <c:spPr>
        <a:noFill/>
        <a:ln>
          <a:noFill/>
        </a:ln>
        <a:effectLst/>
      </c:spPr>
    </c:plotArea>
    <c:legend>
      <c:legendPos val="b"/>
      <c:layout>
        <c:manualLayout>
          <c:xMode val="edge"/>
          <c:yMode val="edge"/>
          <c:x val="0.12991064885536552"/>
          <c:y val="0.87529223251962207"/>
          <c:w val="0.7669468380709763"/>
          <c:h val="7.937652010378701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a:t>Capabilities Delivered</a:t>
            </a:r>
          </a:p>
        </c:rich>
      </c:tx>
      <c:layout>
        <c:manualLayout>
          <c:xMode val="edge"/>
          <c:yMode val="edge"/>
          <c:x val="0.34050710874255474"/>
          <c:y val="5.6986883593745444E-3"/>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89499770104498333"/>
          <c:h val="0.75349567134067763"/>
        </c:manualLayout>
      </c:layout>
      <c:barChart>
        <c:barDir val="col"/>
        <c:grouping val="clustered"/>
        <c:varyColors val="0"/>
        <c:ser>
          <c:idx val="0"/>
          <c:order val="0"/>
          <c:tx>
            <c:strRef>
              <c:f>Graph!$B$1</c:f>
              <c:strCache>
                <c:ptCount val="1"/>
                <c:pt idx="0">
                  <c:v>Track 1</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General</c:formatCode>
                <c:ptCount val="11"/>
                <c:pt idx="0">
                  <c:v>1</c:v>
                </c:pt>
                <c:pt idx="1">
                  <c:v>0</c:v>
                </c:pt>
                <c:pt idx="2">
                  <c:v>0</c:v>
                </c:pt>
              </c:numCache>
            </c:numRef>
          </c:val>
          <c:extLst>
            <c:ext xmlns:c16="http://schemas.microsoft.com/office/drawing/2014/chart" uri="{C3380CC4-5D6E-409C-BE32-E72D297353CC}">
              <c16:uniqueId val="{00000000-1576-4E46-9B43-ADDC93A0DE7A}"/>
            </c:ext>
          </c:extLst>
        </c:ser>
        <c:ser>
          <c:idx val="1"/>
          <c:order val="1"/>
          <c:tx>
            <c:strRef>
              <c:f>Graph!$C$1</c:f>
              <c:strCache>
                <c:ptCount val="1"/>
                <c:pt idx="0">
                  <c:v>Track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General</c:formatCode>
                <c:ptCount val="11"/>
                <c:pt idx="0">
                  <c:v>3</c:v>
                </c:pt>
                <c:pt idx="1">
                  <c:v>5</c:v>
                </c:pt>
                <c:pt idx="2">
                  <c:v>0</c:v>
                </c:pt>
              </c:numCache>
            </c:numRef>
          </c:val>
          <c:extLst>
            <c:ext xmlns:c16="http://schemas.microsoft.com/office/drawing/2014/chart" uri="{C3380CC4-5D6E-409C-BE32-E72D297353CC}">
              <c16:uniqueId val="{00000001-1576-4E46-9B43-ADDC93A0DE7A}"/>
            </c:ext>
          </c:extLst>
        </c:ser>
        <c:ser>
          <c:idx val="2"/>
          <c:order val="2"/>
          <c:tx>
            <c:strRef>
              <c:f>Graph!$D$1</c:f>
              <c:strCache>
                <c:ptCount val="1"/>
                <c:pt idx="0">
                  <c:v>Subcontracted</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Graph!$D$3:$D$13</c:f>
              <c:numCache>
                <c:formatCode>General</c:formatCode>
                <c:ptCount val="11"/>
                <c:pt idx="0">
                  <c:v>20</c:v>
                </c:pt>
                <c:pt idx="1">
                  <c:v>7</c:v>
                </c:pt>
                <c:pt idx="2">
                  <c:v>11</c:v>
                </c:pt>
                <c:pt idx="3">
                  <c:v>10</c:v>
                </c:pt>
              </c:numCache>
            </c:numRef>
          </c:val>
          <c:extLst>
            <c:ext xmlns:c16="http://schemas.microsoft.com/office/drawing/2014/chart" uri="{C3380CC4-5D6E-409C-BE32-E72D297353CC}">
              <c16:uniqueId val="{00000000-EB13-8440-BC77-B51495108509}"/>
            </c:ext>
          </c:extLst>
        </c:ser>
        <c:dLbls>
          <c:showLegendKey val="0"/>
          <c:showVal val="0"/>
          <c:showCatName val="0"/>
          <c:showSerName val="0"/>
          <c:showPercent val="0"/>
          <c:showBubbleSize val="0"/>
        </c:dLbls>
        <c:gapWidth val="8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0.16406970770779167"/>
          <c:y val="0.94769793813129721"/>
          <c:w val="0.66181622254705785"/>
          <c:h val="3.74193548387096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Veracode Vulnerabilities Resolved</a:t>
            </a:r>
          </a:p>
        </c:rich>
      </c:tx>
      <c:layout>
        <c:manualLayout>
          <c:xMode val="edge"/>
          <c:yMode val="edge"/>
          <c:x val="0.20546565680545875"/>
          <c:y val="2.461124126923969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8459119695880458"/>
          <c:w val="0.90820285657981548"/>
          <c:h val="0.66838914703343089"/>
        </c:manualLayout>
      </c:layout>
      <c:barChart>
        <c:barDir val="col"/>
        <c:grouping val="stacked"/>
        <c:varyColors val="0"/>
        <c:ser>
          <c:idx val="0"/>
          <c:order val="0"/>
          <c:tx>
            <c:strRef>
              <c:f>Graph!$B$1</c:f>
              <c:strCache>
                <c:ptCount val="1"/>
                <c:pt idx="0">
                  <c:v>Very High</c:v>
                </c:pt>
              </c:strCache>
            </c:strRef>
          </c:tx>
          <c:spPr>
            <a:solidFill>
              <a:srgbClr val="C00000"/>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General</c:formatCode>
                <c:ptCount val="11"/>
                <c:pt idx="0">
                  <c:v>71</c:v>
                </c:pt>
                <c:pt idx="1">
                  <c:v>22</c:v>
                </c:pt>
                <c:pt idx="2">
                  <c:v>28</c:v>
                </c:pt>
                <c:pt idx="3">
                  <c:v>28</c:v>
                </c:pt>
              </c:numCache>
            </c:numRef>
          </c:val>
          <c:extLst>
            <c:ext xmlns:c16="http://schemas.microsoft.com/office/drawing/2014/chart" uri="{C3380CC4-5D6E-409C-BE32-E72D297353CC}">
              <c16:uniqueId val="{00000000-C580-974A-859F-522609485779}"/>
            </c:ext>
          </c:extLst>
        </c:ser>
        <c:ser>
          <c:idx val="1"/>
          <c:order val="1"/>
          <c:tx>
            <c:strRef>
              <c:f>Graph!$C$1</c:f>
              <c:strCache>
                <c:ptCount val="1"/>
                <c:pt idx="0">
                  <c:v>High</c:v>
                </c:pt>
              </c:strCache>
            </c:strRef>
          </c:tx>
          <c:spPr>
            <a:solidFill>
              <a:schemeClr val="accent6"/>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General</c:formatCode>
                <c:ptCount val="11"/>
                <c:pt idx="0">
                  <c:v>74</c:v>
                </c:pt>
                <c:pt idx="1">
                  <c:v>60</c:v>
                </c:pt>
                <c:pt idx="2">
                  <c:v>100</c:v>
                </c:pt>
                <c:pt idx="3">
                  <c:v>69</c:v>
                </c:pt>
              </c:numCache>
            </c:numRef>
          </c:val>
          <c:extLst>
            <c:ext xmlns:c16="http://schemas.microsoft.com/office/drawing/2014/chart" uri="{C3380CC4-5D6E-409C-BE32-E72D297353CC}">
              <c16:uniqueId val="{00000001-C580-974A-859F-522609485779}"/>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0"/>
          <c:y val="0.91460096223114318"/>
          <c:w val="1"/>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Production Issues Identified by</a:t>
            </a:r>
          </a:p>
        </c:rich>
      </c:tx>
      <c:layout>
        <c:manualLayout>
          <c:xMode val="edge"/>
          <c:yMode val="edge"/>
          <c:x val="0.16133451780148417"/>
          <c:y val="5.6987046773904725E-3"/>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798630628108423"/>
          <c:w val="0.90820285657981548"/>
          <c:h val="0.67311728118139325"/>
        </c:manualLayout>
      </c:layout>
      <c:barChart>
        <c:barDir val="col"/>
        <c:grouping val="stacked"/>
        <c:varyColors val="0"/>
        <c:ser>
          <c:idx val="0"/>
          <c:order val="0"/>
          <c:tx>
            <c:strRef>
              <c:f>Graph!$B$1</c:f>
              <c:strCache>
                <c:ptCount val="1"/>
                <c:pt idx="0">
                  <c:v>Data Platforms</c:v>
                </c:pt>
              </c:strCache>
            </c:strRef>
          </c:tx>
          <c:spPr>
            <a:solidFill>
              <a:schemeClr val="accent3"/>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General</c:formatCode>
                <c:ptCount val="11"/>
                <c:pt idx="0">
                  <c:v>2</c:v>
                </c:pt>
                <c:pt idx="1">
                  <c:v>1</c:v>
                </c:pt>
                <c:pt idx="2">
                  <c:v>1</c:v>
                </c:pt>
                <c:pt idx="3">
                  <c:v>0</c:v>
                </c:pt>
              </c:numCache>
            </c:numRef>
          </c:val>
          <c:extLst>
            <c:ext xmlns:c16="http://schemas.microsoft.com/office/drawing/2014/chart" uri="{C3380CC4-5D6E-409C-BE32-E72D297353CC}">
              <c16:uniqueId val="{00000000-2CF5-4F3F-8EC2-6E3577028710}"/>
            </c:ext>
          </c:extLst>
        </c:ser>
        <c:ser>
          <c:idx val="1"/>
          <c:order val="1"/>
          <c:tx>
            <c:strRef>
              <c:f>Graph!$C$1</c:f>
              <c:strCache>
                <c:ptCount val="1"/>
                <c:pt idx="0">
                  <c:v>Other Charter</c:v>
                </c:pt>
              </c:strCache>
            </c:strRef>
          </c:tx>
          <c:spPr>
            <a:solidFill>
              <a:schemeClr val="accent5"/>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General</c:formatCode>
                <c:ptCount val="11"/>
                <c:pt idx="0">
                  <c:v>0</c:v>
                </c:pt>
                <c:pt idx="1">
                  <c:v>4</c:v>
                </c:pt>
                <c:pt idx="2">
                  <c:v>2</c:v>
                </c:pt>
                <c:pt idx="3">
                  <c:v>4</c:v>
                </c:pt>
              </c:numCache>
            </c:numRef>
          </c:val>
          <c:extLst>
            <c:ext xmlns:c16="http://schemas.microsoft.com/office/drawing/2014/chart" uri="{C3380CC4-5D6E-409C-BE32-E72D297353CC}">
              <c16:uniqueId val="{00000001-2CF5-4F3F-8EC2-6E3577028710}"/>
            </c:ext>
          </c:extLst>
        </c:ser>
        <c:ser>
          <c:idx val="2"/>
          <c:order val="2"/>
          <c:tx>
            <c:strRef>
              <c:f>Graph!$D$1</c:f>
              <c:strCache>
                <c:ptCount val="1"/>
                <c:pt idx="0">
                  <c:v>Customer</c:v>
                </c:pt>
              </c:strCache>
            </c:strRef>
          </c:tx>
          <c:spPr>
            <a:solidFill>
              <a:srgbClr val="C00000"/>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Graph!$D$3:$D$13</c:f>
              <c:numCache>
                <c:formatCode>General</c:formatCode>
                <c:ptCount val="11"/>
                <c:pt idx="0">
                  <c:v>1</c:v>
                </c:pt>
                <c:pt idx="1">
                  <c:v>0</c:v>
                </c:pt>
                <c:pt idx="2">
                  <c:v>0</c:v>
                </c:pt>
                <c:pt idx="3">
                  <c:v>0</c:v>
                </c:pt>
              </c:numCache>
            </c:numRef>
          </c:val>
          <c:extLst>
            <c:ext xmlns:c16="http://schemas.microsoft.com/office/drawing/2014/chart" uri="{C3380CC4-5D6E-409C-BE32-E72D297353CC}">
              <c16:uniqueId val="{00000002-2CF5-4F3F-8EC2-6E3577028710}"/>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1"/>
      </c:valAx>
      <c:spPr>
        <a:noFill/>
        <a:ln>
          <a:noFill/>
        </a:ln>
        <a:effectLst/>
      </c:spPr>
    </c:plotArea>
    <c:legend>
      <c:legendPos val="b"/>
      <c:layout>
        <c:manualLayout>
          <c:xMode val="edge"/>
          <c:yMode val="edge"/>
          <c:x val="9.3618039654155716E-2"/>
          <c:y val="0.92878536467503015"/>
          <c:w val="0.81024858514768816"/>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Issues Resolved by Environment</a:t>
            </a:r>
          </a:p>
        </c:rich>
      </c:tx>
      <c:layout>
        <c:manualLayout>
          <c:xMode val="edge"/>
          <c:yMode val="edge"/>
          <c:x val="0.20546565680545875"/>
          <c:y val="2.461124126923969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7513492866287997"/>
          <c:w val="0.90820285657981548"/>
          <c:h val="0.67784541532935549"/>
        </c:manualLayout>
      </c:layout>
      <c:barChart>
        <c:barDir val="col"/>
        <c:grouping val="stacked"/>
        <c:varyColors val="0"/>
        <c:ser>
          <c:idx val="0"/>
          <c:order val="0"/>
          <c:tx>
            <c:strRef>
              <c:f>Graph!$B$1</c:f>
              <c:strCache>
                <c:ptCount val="1"/>
                <c:pt idx="0">
                  <c:v>Prod</c:v>
                </c:pt>
              </c:strCache>
            </c:strRef>
          </c:tx>
          <c:spPr>
            <a:solidFill>
              <a:srgbClr val="C00000"/>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General</c:formatCode>
                <c:ptCount val="11"/>
                <c:pt idx="0">
                  <c:v>2</c:v>
                </c:pt>
                <c:pt idx="1">
                  <c:v>4</c:v>
                </c:pt>
                <c:pt idx="2">
                  <c:v>3</c:v>
                </c:pt>
                <c:pt idx="3">
                  <c:v>4</c:v>
                </c:pt>
              </c:numCache>
            </c:numRef>
          </c:val>
          <c:extLst>
            <c:ext xmlns:c16="http://schemas.microsoft.com/office/drawing/2014/chart" uri="{C3380CC4-5D6E-409C-BE32-E72D297353CC}">
              <c16:uniqueId val="{00000000-1576-4E46-9B43-ADDC93A0DE7A}"/>
            </c:ext>
          </c:extLst>
        </c:ser>
        <c:ser>
          <c:idx val="1"/>
          <c:order val="1"/>
          <c:tx>
            <c:strRef>
              <c:f>Graph!$C$1</c:f>
              <c:strCache>
                <c:ptCount val="1"/>
                <c:pt idx="0">
                  <c:v>Canary</c:v>
                </c:pt>
              </c:strCache>
            </c:strRef>
          </c:tx>
          <c:spPr>
            <a:solidFill>
              <a:schemeClr val="accent6"/>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General</c:formatCode>
                <c:ptCount val="11"/>
                <c:pt idx="0">
                  <c:v>1</c:v>
                </c:pt>
                <c:pt idx="1">
                  <c:v>1</c:v>
                </c:pt>
                <c:pt idx="2">
                  <c:v>3</c:v>
                </c:pt>
                <c:pt idx="3">
                  <c:v>1</c:v>
                </c:pt>
              </c:numCache>
            </c:numRef>
          </c:val>
          <c:extLst>
            <c:ext xmlns:c16="http://schemas.microsoft.com/office/drawing/2014/chart" uri="{C3380CC4-5D6E-409C-BE32-E72D297353CC}">
              <c16:uniqueId val="{00000001-1576-4E46-9B43-ADDC93A0DE7A}"/>
            </c:ext>
          </c:extLst>
        </c:ser>
        <c:ser>
          <c:idx val="2"/>
          <c:order val="2"/>
          <c:tx>
            <c:strRef>
              <c:f>Graph!$D$1</c:f>
              <c:strCache>
                <c:ptCount val="1"/>
                <c:pt idx="0">
                  <c:v>Inactive Prod</c:v>
                </c:pt>
              </c:strCache>
            </c:strRef>
          </c:tx>
          <c:spPr>
            <a:solidFill>
              <a:schemeClr val="accent5"/>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Graph!$D$3:$D$13</c:f>
              <c:numCache>
                <c:formatCode>General</c:formatCode>
                <c:ptCount val="11"/>
                <c:pt idx="0">
                  <c:v>1</c:v>
                </c:pt>
                <c:pt idx="1">
                  <c:v>2</c:v>
                </c:pt>
                <c:pt idx="2">
                  <c:v>1</c:v>
                </c:pt>
              </c:numCache>
            </c:numRef>
          </c:val>
          <c:extLst>
            <c:ext xmlns:c16="http://schemas.microsoft.com/office/drawing/2014/chart" uri="{C3380CC4-5D6E-409C-BE32-E72D297353CC}">
              <c16:uniqueId val="{00000002-1576-4E46-9B43-ADDC93A0DE7A}"/>
            </c:ext>
          </c:extLst>
        </c:ser>
        <c:ser>
          <c:idx val="3"/>
          <c:order val="3"/>
          <c:tx>
            <c:strRef>
              <c:f>Graph!$E$1</c:f>
              <c:strCache>
                <c:ptCount val="1"/>
                <c:pt idx="0">
                  <c:v>Stage</c:v>
                </c:pt>
              </c:strCache>
            </c:strRef>
          </c:tx>
          <c:spPr>
            <a:solidFill>
              <a:schemeClr val="accent2"/>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Graph!$E$3:$E$13</c:f>
              <c:numCache>
                <c:formatCode>General</c:formatCode>
                <c:ptCount val="11"/>
                <c:pt idx="0">
                  <c:v>1</c:v>
                </c:pt>
              </c:numCache>
            </c:numRef>
          </c:val>
          <c:extLst>
            <c:ext xmlns:c16="http://schemas.microsoft.com/office/drawing/2014/chart" uri="{C3380CC4-5D6E-409C-BE32-E72D297353CC}">
              <c16:uniqueId val="{00000002-5E46-9140-A5E8-8B0B650D5634}"/>
            </c:ext>
          </c:extLst>
        </c:ser>
        <c:ser>
          <c:idx val="4"/>
          <c:order val="4"/>
          <c:tx>
            <c:strRef>
              <c:f>Graph!$F$1</c:f>
              <c:strCache>
                <c:ptCount val="1"/>
                <c:pt idx="0">
                  <c:v>UAT</c:v>
                </c:pt>
              </c:strCache>
            </c:strRef>
          </c:tx>
          <c:spPr>
            <a:solidFill>
              <a:schemeClr val="accent3"/>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Graph!$F$3:$F$13</c:f>
              <c:numCache>
                <c:formatCode>General</c:formatCode>
                <c:ptCount val="11"/>
                <c:pt idx="0">
                  <c:v>14</c:v>
                </c:pt>
                <c:pt idx="1">
                  <c:v>1</c:v>
                </c:pt>
                <c:pt idx="2">
                  <c:v>11</c:v>
                </c:pt>
                <c:pt idx="3">
                  <c:v>4</c:v>
                </c:pt>
              </c:numCache>
            </c:numRef>
          </c:val>
          <c:extLst>
            <c:ext xmlns:c16="http://schemas.microsoft.com/office/drawing/2014/chart" uri="{C3380CC4-5D6E-409C-BE32-E72D297353CC}">
              <c16:uniqueId val="{00000003-5E46-9140-A5E8-8B0B650D5634}"/>
            </c:ext>
          </c:extLst>
        </c:ser>
        <c:ser>
          <c:idx val="5"/>
          <c:order val="5"/>
          <c:tx>
            <c:strRef>
              <c:f>Graph!$G$1</c:f>
              <c:strCache>
                <c:ptCount val="1"/>
                <c:pt idx="0">
                  <c:v>Dev</c:v>
                </c:pt>
              </c:strCache>
            </c:strRef>
          </c:tx>
          <c:spPr>
            <a:solidFill>
              <a:schemeClr val="bg2"/>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Graph!$G$3:$G$13</c:f>
              <c:numCache>
                <c:formatCode>General</c:formatCode>
                <c:ptCount val="11"/>
                <c:pt idx="0">
                  <c:v>11</c:v>
                </c:pt>
                <c:pt idx="1">
                  <c:v>7</c:v>
                </c:pt>
                <c:pt idx="2">
                  <c:v>1</c:v>
                </c:pt>
                <c:pt idx="3">
                  <c:v>10</c:v>
                </c:pt>
              </c:numCache>
            </c:numRef>
          </c:val>
          <c:extLst>
            <c:ext xmlns:c16="http://schemas.microsoft.com/office/drawing/2014/chart" uri="{C3380CC4-5D6E-409C-BE32-E72D297353CC}">
              <c16:uniqueId val="{00000000-046C-8343-8EFD-810B8C84DA00}"/>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0"/>
          <c:y val="0.91460096223114318"/>
          <c:w val="1"/>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Production Issues Resolved by Priority</a:t>
            </a:r>
          </a:p>
        </c:rich>
      </c:tx>
      <c:layout>
        <c:manualLayout>
          <c:xMode val="edge"/>
          <c:yMode val="edge"/>
          <c:x val="0.17704186737530536"/>
          <c:y val="2.4611241269239689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6095052621899306"/>
          <c:w val="0.90820285657981548"/>
          <c:h val="0.69202981777324246"/>
        </c:manualLayout>
      </c:layout>
      <c:barChart>
        <c:barDir val="col"/>
        <c:grouping val="stacked"/>
        <c:varyColors val="0"/>
        <c:ser>
          <c:idx val="0"/>
          <c:order val="0"/>
          <c:tx>
            <c:strRef>
              <c:f>Graph!$B$1</c:f>
              <c:strCache>
                <c:ptCount val="1"/>
                <c:pt idx="0">
                  <c:v>P0</c:v>
                </c:pt>
              </c:strCache>
            </c:strRef>
          </c:tx>
          <c:spPr>
            <a:solidFill>
              <a:srgbClr val="C00000"/>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General</c:formatCode>
                <c:ptCount val="11"/>
              </c:numCache>
            </c:numRef>
          </c:val>
          <c:extLst>
            <c:ext xmlns:c16="http://schemas.microsoft.com/office/drawing/2014/chart" uri="{C3380CC4-5D6E-409C-BE32-E72D297353CC}">
              <c16:uniqueId val="{00000000-63E1-2747-A861-6E840EC28EE3}"/>
            </c:ext>
          </c:extLst>
        </c:ser>
        <c:ser>
          <c:idx val="1"/>
          <c:order val="1"/>
          <c:tx>
            <c:strRef>
              <c:f>Graph!$C$1</c:f>
              <c:strCache>
                <c:ptCount val="1"/>
                <c:pt idx="0">
                  <c:v>P1</c:v>
                </c:pt>
              </c:strCache>
            </c:strRef>
          </c:tx>
          <c:spPr>
            <a:solidFill>
              <a:schemeClr val="accent6"/>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General</c:formatCode>
                <c:ptCount val="11"/>
                <c:pt idx="2">
                  <c:v>1</c:v>
                </c:pt>
              </c:numCache>
            </c:numRef>
          </c:val>
          <c:extLst>
            <c:ext xmlns:c16="http://schemas.microsoft.com/office/drawing/2014/chart" uri="{C3380CC4-5D6E-409C-BE32-E72D297353CC}">
              <c16:uniqueId val="{00000001-63E1-2747-A861-6E840EC28EE3}"/>
            </c:ext>
          </c:extLst>
        </c:ser>
        <c:ser>
          <c:idx val="2"/>
          <c:order val="2"/>
          <c:tx>
            <c:strRef>
              <c:f>Graph!$D$1</c:f>
              <c:strCache>
                <c:ptCount val="1"/>
                <c:pt idx="0">
                  <c:v>P2</c:v>
                </c:pt>
              </c:strCache>
            </c:strRef>
          </c:tx>
          <c:spPr>
            <a:solidFill>
              <a:schemeClr val="accent2"/>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Graph!$D$3:$D$13</c:f>
              <c:numCache>
                <c:formatCode>General</c:formatCode>
                <c:ptCount val="11"/>
                <c:pt idx="0">
                  <c:v>2</c:v>
                </c:pt>
                <c:pt idx="1">
                  <c:v>4</c:v>
                </c:pt>
                <c:pt idx="2">
                  <c:v>2</c:v>
                </c:pt>
                <c:pt idx="3">
                  <c:v>4</c:v>
                </c:pt>
              </c:numCache>
            </c:numRef>
          </c:val>
          <c:extLst>
            <c:ext xmlns:c16="http://schemas.microsoft.com/office/drawing/2014/chart" uri="{C3380CC4-5D6E-409C-BE32-E72D297353CC}">
              <c16:uniqueId val="{00000004-63E1-2747-A861-6E840EC28EE3}"/>
            </c:ext>
          </c:extLst>
        </c:ser>
        <c:ser>
          <c:idx val="3"/>
          <c:order val="3"/>
          <c:tx>
            <c:strRef>
              <c:f>Graph!$E$1</c:f>
              <c:strCache>
                <c:ptCount val="1"/>
                <c:pt idx="0">
                  <c:v>P3</c:v>
                </c:pt>
              </c:strCache>
            </c:strRef>
          </c:tx>
          <c:spPr>
            <a:solidFill>
              <a:schemeClr val="accent3"/>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Graph!$E$3:$E$13</c:f>
              <c:numCache>
                <c:formatCode>General</c:formatCode>
                <c:ptCount val="11"/>
              </c:numCache>
            </c:numRef>
          </c:val>
          <c:extLst>
            <c:ext xmlns:c16="http://schemas.microsoft.com/office/drawing/2014/chart" uri="{C3380CC4-5D6E-409C-BE32-E72D297353CC}">
              <c16:uniqueId val="{00000005-63E1-2747-A861-6E840EC28EE3}"/>
            </c:ext>
          </c:extLst>
        </c:ser>
        <c:ser>
          <c:idx val="4"/>
          <c:order val="4"/>
          <c:tx>
            <c:strRef>
              <c:f>Graph!$F$1</c:f>
              <c:strCache>
                <c:ptCount val="1"/>
                <c:pt idx="0">
                  <c:v>P4</c:v>
                </c:pt>
              </c:strCache>
            </c:strRef>
          </c:tx>
          <c:spPr>
            <a:solidFill>
              <a:schemeClr val="bg2"/>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Graph!$F$3:$F$13</c:f>
              <c:numCache>
                <c:formatCode>General</c:formatCode>
                <c:ptCount val="11"/>
              </c:numCache>
            </c:numRef>
          </c:val>
          <c:extLst>
            <c:ext xmlns:c16="http://schemas.microsoft.com/office/drawing/2014/chart" uri="{C3380CC4-5D6E-409C-BE32-E72D297353CC}">
              <c16:uniqueId val="{00000006-63E1-2747-A861-6E840EC28EE3}"/>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majorUnit val="1"/>
      </c:valAx>
      <c:spPr>
        <a:noFill/>
        <a:ln>
          <a:noFill/>
        </a:ln>
        <a:effectLst/>
      </c:spPr>
    </c:plotArea>
    <c:legend>
      <c:legendPos val="b"/>
      <c:layout>
        <c:manualLayout>
          <c:xMode val="edge"/>
          <c:yMode val="edge"/>
          <c:x val="0.26868447453265837"/>
          <c:y val="0.92878536467503015"/>
          <c:w val="0.45875217301403748"/>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Veracode Vulnerabilities Currently Open</a:t>
            </a:r>
          </a:p>
        </c:rich>
      </c:tx>
      <c:layout>
        <c:manualLayout>
          <c:xMode val="edge"/>
          <c:yMode val="edge"/>
          <c:x val="0.20546565680545875"/>
          <c:y val="2.461124126923969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7986306281084224"/>
          <c:w val="0.90820285657981548"/>
          <c:h val="0.67311728118139325"/>
        </c:manualLayout>
      </c:layout>
      <c:barChart>
        <c:barDir val="col"/>
        <c:grouping val="stacked"/>
        <c:varyColors val="0"/>
        <c:ser>
          <c:idx val="0"/>
          <c:order val="0"/>
          <c:tx>
            <c:strRef>
              <c:f>Graph!$B$1</c:f>
              <c:strCache>
                <c:ptCount val="1"/>
                <c:pt idx="0">
                  <c:v>Very High</c:v>
                </c:pt>
              </c:strCache>
            </c:strRef>
          </c:tx>
          <c:spPr>
            <a:solidFill>
              <a:srgbClr val="C00000"/>
            </a:solidFill>
            <a:ln>
              <a:noFill/>
            </a:ln>
            <a:effectLst/>
          </c:spPr>
          <c:invertIfNegative val="0"/>
          <c:cat>
            <c:strRef>
              <c:f>Graph!$A$2:$A$5</c:f>
              <c:strCache>
                <c:ptCount val="4"/>
                <c:pt idx="0">
                  <c:v>&lt; 30</c:v>
                </c:pt>
                <c:pt idx="1">
                  <c:v>30 - 60</c:v>
                </c:pt>
                <c:pt idx="2">
                  <c:v>60 - 90</c:v>
                </c:pt>
                <c:pt idx="3">
                  <c:v>90+</c:v>
                </c:pt>
              </c:strCache>
            </c:strRef>
          </c:cat>
          <c:val>
            <c:numRef>
              <c:f>Graph!$B$2:$B$5</c:f>
              <c:numCache>
                <c:formatCode>General</c:formatCode>
                <c:ptCount val="4"/>
                <c:pt idx="0">
                  <c:v>2</c:v>
                </c:pt>
                <c:pt idx="1">
                  <c:v>2</c:v>
                </c:pt>
              </c:numCache>
            </c:numRef>
          </c:val>
          <c:extLst>
            <c:ext xmlns:c16="http://schemas.microsoft.com/office/drawing/2014/chart" uri="{C3380CC4-5D6E-409C-BE32-E72D297353CC}">
              <c16:uniqueId val="{00000000-25C3-3E42-ACCA-A07A508FD280}"/>
            </c:ext>
          </c:extLst>
        </c:ser>
        <c:ser>
          <c:idx val="1"/>
          <c:order val="1"/>
          <c:tx>
            <c:strRef>
              <c:f>Graph!$C$1</c:f>
              <c:strCache>
                <c:ptCount val="1"/>
                <c:pt idx="0">
                  <c:v>High</c:v>
                </c:pt>
              </c:strCache>
            </c:strRef>
          </c:tx>
          <c:spPr>
            <a:solidFill>
              <a:schemeClr val="accent6"/>
            </a:solidFill>
            <a:ln>
              <a:noFill/>
            </a:ln>
            <a:effectLst/>
          </c:spPr>
          <c:invertIfNegative val="0"/>
          <c:cat>
            <c:strRef>
              <c:f>Graph!$A$2:$A$5</c:f>
              <c:strCache>
                <c:ptCount val="4"/>
                <c:pt idx="0">
                  <c:v>&lt; 30</c:v>
                </c:pt>
                <c:pt idx="1">
                  <c:v>30 - 60</c:v>
                </c:pt>
                <c:pt idx="2">
                  <c:v>60 - 90</c:v>
                </c:pt>
                <c:pt idx="3">
                  <c:v>90+</c:v>
                </c:pt>
              </c:strCache>
            </c:strRef>
          </c:cat>
          <c:val>
            <c:numRef>
              <c:f>Graph!$C$2:$C$5</c:f>
              <c:numCache>
                <c:formatCode>General</c:formatCode>
                <c:ptCount val="4"/>
                <c:pt idx="0">
                  <c:v>27</c:v>
                </c:pt>
                <c:pt idx="1">
                  <c:v>5</c:v>
                </c:pt>
                <c:pt idx="2">
                  <c:v>2</c:v>
                </c:pt>
              </c:numCache>
            </c:numRef>
          </c:val>
          <c:extLst>
            <c:ext xmlns:c16="http://schemas.microsoft.com/office/drawing/2014/chart" uri="{C3380CC4-5D6E-409C-BE32-E72D297353CC}">
              <c16:uniqueId val="{00000001-25C3-3E42-ACCA-A07A508FD280}"/>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0"/>
          <c:y val="0.91460096223114318"/>
          <c:w val="1"/>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Cloud Vulnerabilities Open</a:t>
            </a:r>
          </a:p>
        </c:rich>
      </c:tx>
      <c:layout>
        <c:manualLayout>
          <c:xMode val="edge"/>
          <c:yMode val="edge"/>
          <c:x val="0.20546565680545875"/>
          <c:y val="2.461124126923969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7986306281084224"/>
          <c:w val="0.90820285657981548"/>
          <c:h val="0.67311728118139325"/>
        </c:manualLayout>
      </c:layout>
      <c:barChart>
        <c:barDir val="col"/>
        <c:grouping val="stacked"/>
        <c:varyColors val="0"/>
        <c:ser>
          <c:idx val="0"/>
          <c:order val="0"/>
          <c:tx>
            <c:strRef>
              <c:f>Graph!$B$1</c:f>
              <c:strCache>
                <c:ptCount val="1"/>
                <c:pt idx="0">
                  <c:v>Critical</c:v>
                </c:pt>
              </c:strCache>
            </c:strRef>
          </c:tx>
          <c:spPr>
            <a:solidFill>
              <a:srgbClr val="C00000"/>
            </a:solidFill>
            <a:ln>
              <a:noFill/>
            </a:ln>
            <a:effectLst/>
          </c:spPr>
          <c:invertIfNegative val="0"/>
          <c:cat>
            <c:strRef>
              <c:f>Graph!$A$2:$A$5</c:f>
              <c:strCache>
                <c:ptCount val="4"/>
                <c:pt idx="0">
                  <c:v>&lt; 30</c:v>
                </c:pt>
                <c:pt idx="1">
                  <c:v>30 - 60</c:v>
                </c:pt>
                <c:pt idx="2">
                  <c:v>60 - 90</c:v>
                </c:pt>
                <c:pt idx="3">
                  <c:v>90+</c:v>
                </c:pt>
              </c:strCache>
            </c:strRef>
          </c:cat>
          <c:val>
            <c:numRef>
              <c:f>Graph!$B$2:$B$5</c:f>
              <c:numCache>
                <c:formatCode>General</c:formatCode>
                <c:ptCount val="4"/>
                <c:pt idx="0">
                  <c:v>0</c:v>
                </c:pt>
                <c:pt idx="1">
                  <c:v>0</c:v>
                </c:pt>
                <c:pt idx="2">
                  <c:v>0</c:v>
                </c:pt>
                <c:pt idx="3">
                  <c:v>0</c:v>
                </c:pt>
              </c:numCache>
            </c:numRef>
          </c:val>
          <c:extLst>
            <c:ext xmlns:c16="http://schemas.microsoft.com/office/drawing/2014/chart" uri="{C3380CC4-5D6E-409C-BE32-E72D297353CC}">
              <c16:uniqueId val="{00000000-235C-5A42-A20B-E0E55B69E83B}"/>
            </c:ext>
          </c:extLst>
        </c:ser>
        <c:ser>
          <c:idx val="1"/>
          <c:order val="1"/>
          <c:tx>
            <c:strRef>
              <c:f>Graph!$C$1</c:f>
              <c:strCache>
                <c:ptCount val="1"/>
                <c:pt idx="0">
                  <c:v>High</c:v>
                </c:pt>
              </c:strCache>
            </c:strRef>
          </c:tx>
          <c:spPr>
            <a:solidFill>
              <a:schemeClr val="accent6"/>
            </a:solidFill>
            <a:ln>
              <a:noFill/>
            </a:ln>
            <a:effectLst/>
          </c:spPr>
          <c:invertIfNegative val="0"/>
          <c:cat>
            <c:strRef>
              <c:f>Graph!$A$2:$A$5</c:f>
              <c:strCache>
                <c:ptCount val="4"/>
                <c:pt idx="0">
                  <c:v>&lt; 30</c:v>
                </c:pt>
                <c:pt idx="1">
                  <c:v>30 - 60</c:v>
                </c:pt>
                <c:pt idx="2">
                  <c:v>60 - 90</c:v>
                </c:pt>
                <c:pt idx="3">
                  <c:v>90+</c:v>
                </c:pt>
              </c:strCache>
            </c:strRef>
          </c:cat>
          <c:val>
            <c:numRef>
              <c:f>Graph!$C$2:$C$5</c:f>
              <c:numCache>
                <c:formatCode>General</c:formatCode>
                <c:ptCount val="4"/>
                <c:pt idx="0">
                  <c:v>939</c:v>
                </c:pt>
                <c:pt idx="1">
                  <c:v>2</c:v>
                </c:pt>
                <c:pt idx="2">
                  <c:v>0</c:v>
                </c:pt>
                <c:pt idx="3">
                  <c:v>0</c:v>
                </c:pt>
              </c:numCache>
            </c:numRef>
          </c:val>
          <c:extLst>
            <c:ext xmlns:c16="http://schemas.microsoft.com/office/drawing/2014/chart" uri="{C3380CC4-5D6E-409C-BE32-E72D297353CC}">
              <c16:uniqueId val="{00000001-235C-5A42-A20B-E0E55B69E83B}"/>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0"/>
          <c:y val="0.91460096223114318"/>
          <c:w val="1"/>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r>
              <a:rPr lang="en-US" sz="800"/>
              <a:t>Cloud Vulnerabilities Resolved</a:t>
            </a:r>
          </a:p>
        </c:rich>
      </c:tx>
      <c:layout>
        <c:manualLayout>
          <c:xMode val="edge"/>
          <c:yMode val="edge"/>
          <c:x val="0.20546565680545875"/>
          <c:y val="2.4611241269239695E-2"/>
        </c:manualLayout>
      </c:layout>
      <c:overlay val="0"/>
      <c:spPr>
        <a:noFill/>
        <a:ln>
          <a:noFill/>
        </a:ln>
        <a:effectLst/>
      </c:spPr>
      <c:txPr>
        <a:bodyPr rot="0" spcFirstLastPara="1" vertOverflow="ellipsis" vert="horz" wrap="square" anchor="ctr" anchorCtr="1"/>
        <a:lstStyle/>
        <a:p>
          <a:pPr>
            <a:defRPr sz="800" b="0" i="0" u="none" strike="noStrike" kern="1200" spc="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0.18459119695880458"/>
          <c:w val="0.90820285657981548"/>
          <c:h val="0.66838914703343089"/>
        </c:manualLayout>
      </c:layout>
      <c:barChart>
        <c:barDir val="col"/>
        <c:grouping val="stacked"/>
        <c:varyColors val="0"/>
        <c:ser>
          <c:idx val="0"/>
          <c:order val="0"/>
          <c:tx>
            <c:strRef>
              <c:f>Graph!$B$1</c:f>
              <c:strCache>
                <c:ptCount val="1"/>
                <c:pt idx="0">
                  <c:v>Critical</c:v>
                </c:pt>
              </c:strCache>
            </c:strRef>
          </c:tx>
          <c:spPr>
            <a:solidFill>
              <a:srgbClr val="C00000"/>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General</c:formatCode>
                <c:ptCount val="11"/>
                <c:pt idx="0">
                  <c:v>0</c:v>
                </c:pt>
                <c:pt idx="1">
                  <c:v>0</c:v>
                </c:pt>
                <c:pt idx="2">
                  <c:v>0</c:v>
                </c:pt>
                <c:pt idx="3">
                  <c:v>0</c:v>
                </c:pt>
              </c:numCache>
            </c:numRef>
          </c:val>
          <c:extLst>
            <c:ext xmlns:c16="http://schemas.microsoft.com/office/drawing/2014/chart" uri="{C3380CC4-5D6E-409C-BE32-E72D297353CC}">
              <c16:uniqueId val="{00000000-B354-F246-9036-076749CF993D}"/>
            </c:ext>
          </c:extLst>
        </c:ser>
        <c:ser>
          <c:idx val="1"/>
          <c:order val="1"/>
          <c:tx>
            <c:strRef>
              <c:f>Graph!$C$1</c:f>
              <c:strCache>
                <c:ptCount val="1"/>
                <c:pt idx="0">
                  <c:v>High</c:v>
                </c:pt>
              </c:strCache>
            </c:strRef>
          </c:tx>
          <c:spPr>
            <a:solidFill>
              <a:schemeClr val="accent6"/>
            </a:solidFill>
            <a:ln>
              <a:noFill/>
            </a:ln>
            <a:effectLst/>
          </c:spPr>
          <c:invertIfNegative val="0"/>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General</c:formatCode>
                <c:ptCount val="11"/>
                <c:pt idx="0">
                  <c:v>176</c:v>
                </c:pt>
                <c:pt idx="1">
                  <c:v>5</c:v>
                </c:pt>
                <c:pt idx="2">
                  <c:v>353</c:v>
                </c:pt>
                <c:pt idx="3">
                  <c:v>499</c:v>
                </c:pt>
              </c:numCache>
            </c:numRef>
          </c:val>
          <c:extLst>
            <c:ext xmlns:c16="http://schemas.microsoft.com/office/drawing/2014/chart" uri="{C3380CC4-5D6E-409C-BE32-E72D297353CC}">
              <c16:uniqueId val="{00000001-B354-F246-9036-076749CF993D}"/>
            </c:ext>
          </c:extLst>
        </c:ser>
        <c:dLbls>
          <c:showLegendKey val="0"/>
          <c:showVal val="0"/>
          <c:showCatName val="0"/>
          <c:showSerName val="0"/>
          <c:showPercent val="0"/>
          <c:showBubbleSize val="0"/>
        </c:dLbls>
        <c:gapWidth val="80"/>
        <c:overlap val="100"/>
        <c:axId val="973003663"/>
        <c:axId val="2093177152"/>
      </c:barChart>
      <c:catAx>
        <c:axId val="973003663"/>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noMultiLvlLbl val="0"/>
      </c:catAx>
      <c:valAx>
        <c:axId val="209317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6350">
            <a:solidFill>
              <a:schemeClr val="bg1">
                <a:lumMod val="75000"/>
              </a:schemeClr>
            </a:solidFill>
          </a:ln>
          <a:effectLst/>
        </c:spPr>
        <c:txPr>
          <a:bodyPr rot="-60000000" spcFirstLastPara="1" vertOverflow="ellipsis" vert="horz" wrap="square" anchor="ctr" anchorCtr="1"/>
          <a:lstStyle/>
          <a:p>
            <a:pPr>
              <a:defRPr sz="8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crossAx val="973003663"/>
        <c:crosses val="autoZero"/>
        <c:crossBetween val="between"/>
      </c:valAx>
      <c:spPr>
        <a:noFill/>
        <a:ln>
          <a:noFill/>
        </a:ln>
        <a:effectLst/>
      </c:spPr>
    </c:plotArea>
    <c:legend>
      <c:legendPos val="b"/>
      <c:layout>
        <c:manualLayout>
          <c:xMode val="edge"/>
          <c:yMode val="edge"/>
          <c:x val="0"/>
          <c:y val="0.91460096223114318"/>
          <c:w val="1"/>
          <c:h val="5.230209873312065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solidFill>
            <a:schemeClr val="accent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r>
              <a:rPr lang="en-US"/>
              <a:t>Deployments / Releases</a:t>
            </a:r>
          </a:p>
        </c:rich>
      </c:tx>
      <c:layout>
        <c:manualLayout>
          <c:xMode val="edge"/>
          <c:yMode val="edge"/>
          <c:x val="0.41687849766442747"/>
          <c:y val="0"/>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title>
    <c:autoTitleDeleted val="0"/>
    <c:plotArea>
      <c:layout>
        <c:manualLayout>
          <c:layoutTarget val="inner"/>
          <c:xMode val="edge"/>
          <c:yMode val="edge"/>
          <c:x val="6.7858079219966921E-2"/>
          <c:y val="9.9484840659509008E-2"/>
          <c:w val="0.90820285657981548"/>
          <c:h val="0.76623038706950664"/>
        </c:manualLayout>
      </c:layout>
      <c:barChart>
        <c:barDir val="col"/>
        <c:grouping val="stacked"/>
        <c:varyColors val="0"/>
        <c:ser>
          <c:idx val="0"/>
          <c:order val="0"/>
          <c:tx>
            <c:strRef>
              <c:f>Graph!$B$1</c:f>
              <c:strCache>
                <c:ptCount val="1"/>
                <c:pt idx="0">
                  <c:v>Major</c:v>
                </c:pt>
              </c:strCache>
            </c:strRef>
          </c:tx>
          <c:spPr>
            <a:solidFill>
              <a:schemeClr val="accent3"/>
            </a:solidFill>
            <a:ln>
              <a:solidFill>
                <a:schemeClr val="accent1"/>
              </a:solid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Graph!$A$6:$A$50</c:f>
              <c:strCache>
                <c:ptCount val="41"/>
                <c:pt idx="0">
                  <c:v>Nov</c:v>
                </c:pt>
                <c:pt idx="4">
                  <c:v>Dec</c:v>
                </c:pt>
                <c:pt idx="8">
                  <c:v>Jan</c:v>
                </c:pt>
                <c:pt idx="12">
                  <c:v>Feb</c:v>
                </c:pt>
                <c:pt idx="16">
                  <c:v>Mar</c:v>
                </c:pt>
                <c:pt idx="20">
                  <c:v>Apr</c:v>
                </c:pt>
                <c:pt idx="24">
                  <c:v>May</c:v>
                </c:pt>
                <c:pt idx="28">
                  <c:v>Jun</c:v>
                </c:pt>
                <c:pt idx="32">
                  <c:v>Jul</c:v>
                </c:pt>
                <c:pt idx="36">
                  <c:v>Aug</c:v>
                </c:pt>
                <c:pt idx="40">
                  <c:v>Sep</c:v>
                </c:pt>
              </c:strCache>
            </c:strRef>
          </c:cat>
          <c:val>
            <c:numRef>
              <c:f>Graph!$B$6:$B$50</c:f>
              <c:numCache>
                <c:formatCode>General</c:formatCode>
                <c:ptCount val="45"/>
                <c:pt idx="12">
                  <c:v>1</c:v>
                </c:pt>
              </c:numCache>
            </c:numRef>
          </c:val>
          <c:extLst>
            <c:ext xmlns:c16="http://schemas.microsoft.com/office/drawing/2014/chart" uri="{C3380CC4-5D6E-409C-BE32-E72D297353CC}">
              <c16:uniqueId val="{00000000-4FDC-49B5-9EE3-D8C6038923A4}"/>
            </c:ext>
          </c:extLst>
        </c:ser>
        <c:ser>
          <c:idx val="1"/>
          <c:order val="1"/>
          <c:tx>
            <c:strRef>
              <c:f>Graph!$C$1</c:f>
              <c:strCache>
                <c:ptCount val="1"/>
                <c:pt idx="0">
                  <c:v>Major w/Update</c:v>
                </c:pt>
              </c:strCache>
            </c:strRef>
          </c:tx>
          <c:spPr>
            <a:pattFill prst="pct90">
              <a:fgClr>
                <a:schemeClr val="accent3"/>
              </a:fgClr>
              <a:bgClr>
                <a:schemeClr val="bg1"/>
              </a:bgClr>
            </a:pattFill>
            <a:ln>
              <a:solidFill>
                <a:schemeClr val="accent1"/>
              </a:solid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Graph!$A$6:$A$50</c:f>
              <c:strCache>
                <c:ptCount val="41"/>
                <c:pt idx="0">
                  <c:v>Nov</c:v>
                </c:pt>
                <c:pt idx="4">
                  <c:v>Dec</c:v>
                </c:pt>
                <c:pt idx="8">
                  <c:v>Jan</c:v>
                </c:pt>
                <c:pt idx="12">
                  <c:v>Feb</c:v>
                </c:pt>
                <c:pt idx="16">
                  <c:v>Mar</c:v>
                </c:pt>
                <c:pt idx="20">
                  <c:v>Apr</c:v>
                </c:pt>
                <c:pt idx="24">
                  <c:v>May</c:v>
                </c:pt>
                <c:pt idx="28">
                  <c:v>Jun</c:v>
                </c:pt>
                <c:pt idx="32">
                  <c:v>Jul</c:v>
                </c:pt>
                <c:pt idx="36">
                  <c:v>Aug</c:v>
                </c:pt>
                <c:pt idx="40">
                  <c:v>Sep</c:v>
                </c:pt>
              </c:strCache>
            </c:strRef>
          </c:cat>
          <c:val>
            <c:numRef>
              <c:f>Graph!$C$6:$C$50</c:f>
              <c:numCache>
                <c:formatCode>General</c:formatCode>
                <c:ptCount val="45"/>
                <c:pt idx="0">
                  <c:v>2</c:v>
                </c:pt>
                <c:pt idx="4">
                  <c:v>1</c:v>
                </c:pt>
                <c:pt idx="8">
                  <c:v>2</c:v>
                </c:pt>
                <c:pt idx="12">
                  <c:v>1</c:v>
                </c:pt>
              </c:numCache>
            </c:numRef>
          </c:val>
          <c:extLst>
            <c:ext xmlns:c16="http://schemas.microsoft.com/office/drawing/2014/chart" uri="{C3380CC4-5D6E-409C-BE32-E72D297353CC}">
              <c16:uniqueId val="{00000001-4FDC-49B5-9EE3-D8C6038923A4}"/>
            </c:ext>
          </c:extLst>
        </c:ser>
        <c:ser>
          <c:idx val="2"/>
          <c:order val="2"/>
          <c:tx>
            <c:strRef>
              <c:f>Graph!$D$1</c:f>
              <c:strCache>
                <c:ptCount val="1"/>
                <c:pt idx="0">
                  <c:v>Minor</c:v>
                </c:pt>
              </c:strCache>
            </c:strRef>
          </c:tx>
          <c:spPr>
            <a:solidFill>
              <a:schemeClr val="accent2"/>
            </a:solidFill>
            <a:ln>
              <a:solidFill>
                <a:schemeClr val="accent1"/>
              </a:solid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Graph!$A$6:$A$50</c:f>
              <c:strCache>
                <c:ptCount val="41"/>
                <c:pt idx="0">
                  <c:v>Nov</c:v>
                </c:pt>
                <c:pt idx="4">
                  <c:v>Dec</c:v>
                </c:pt>
                <c:pt idx="8">
                  <c:v>Jan</c:v>
                </c:pt>
                <c:pt idx="12">
                  <c:v>Feb</c:v>
                </c:pt>
                <c:pt idx="16">
                  <c:v>Mar</c:v>
                </c:pt>
                <c:pt idx="20">
                  <c:v>Apr</c:v>
                </c:pt>
                <c:pt idx="24">
                  <c:v>May</c:v>
                </c:pt>
                <c:pt idx="28">
                  <c:v>Jun</c:v>
                </c:pt>
                <c:pt idx="32">
                  <c:v>Jul</c:v>
                </c:pt>
                <c:pt idx="36">
                  <c:v>Aug</c:v>
                </c:pt>
                <c:pt idx="40">
                  <c:v>Sep</c:v>
                </c:pt>
              </c:strCache>
            </c:strRef>
          </c:cat>
          <c:val>
            <c:numRef>
              <c:f>Graph!$D$6:$D$50</c:f>
              <c:numCache>
                <c:formatCode>General</c:formatCode>
                <c:ptCount val="45"/>
                <c:pt idx="1">
                  <c:v>5</c:v>
                </c:pt>
                <c:pt idx="5">
                  <c:v>3</c:v>
                </c:pt>
                <c:pt idx="9">
                  <c:v>2</c:v>
                </c:pt>
                <c:pt idx="13">
                  <c:v>5</c:v>
                </c:pt>
              </c:numCache>
            </c:numRef>
          </c:val>
          <c:extLst>
            <c:ext xmlns:c16="http://schemas.microsoft.com/office/drawing/2014/chart" uri="{C3380CC4-5D6E-409C-BE32-E72D297353CC}">
              <c16:uniqueId val="{00000002-4FDC-49B5-9EE3-D8C6038923A4}"/>
            </c:ext>
          </c:extLst>
        </c:ser>
        <c:ser>
          <c:idx val="3"/>
          <c:order val="3"/>
          <c:tx>
            <c:strRef>
              <c:f>Graph!$E$1</c:f>
              <c:strCache>
                <c:ptCount val="1"/>
                <c:pt idx="0">
                  <c:v>Minor w/Update</c:v>
                </c:pt>
              </c:strCache>
            </c:strRef>
          </c:tx>
          <c:spPr>
            <a:pattFill prst="pct90">
              <a:fgClr>
                <a:schemeClr val="accent2"/>
              </a:fgClr>
              <a:bgClr>
                <a:schemeClr val="bg1"/>
              </a:bgClr>
            </a:pattFill>
            <a:ln>
              <a:solidFill>
                <a:schemeClr val="accent1"/>
              </a:solid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Graph!$A$6:$A$50</c:f>
              <c:strCache>
                <c:ptCount val="41"/>
                <c:pt idx="0">
                  <c:v>Nov</c:v>
                </c:pt>
                <c:pt idx="4">
                  <c:v>Dec</c:v>
                </c:pt>
                <c:pt idx="8">
                  <c:v>Jan</c:v>
                </c:pt>
                <c:pt idx="12">
                  <c:v>Feb</c:v>
                </c:pt>
                <c:pt idx="16">
                  <c:v>Mar</c:v>
                </c:pt>
                <c:pt idx="20">
                  <c:v>Apr</c:v>
                </c:pt>
                <c:pt idx="24">
                  <c:v>May</c:v>
                </c:pt>
                <c:pt idx="28">
                  <c:v>Jun</c:v>
                </c:pt>
                <c:pt idx="32">
                  <c:v>Jul</c:v>
                </c:pt>
                <c:pt idx="36">
                  <c:v>Aug</c:v>
                </c:pt>
                <c:pt idx="40">
                  <c:v>Sep</c:v>
                </c:pt>
              </c:strCache>
            </c:strRef>
          </c:cat>
          <c:val>
            <c:numRef>
              <c:f>Graph!$E$6:$E$50</c:f>
              <c:numCache>
                <c:formatCode>General</c:formatCode>
                <c:ptCount val="45"/>
              </c:numCache>
            </c:numRef>
          </c:val>
          <c:extLst>
            <c:ext xmlns:c16="http://schemas.microsoft.com/office/drawing/2014/chart" uri="{C3380CC4-5D6E-409C-BE32-E72D297353CC}">
              <c16:uniqueId val="{00000003-4FDC-49B5-9EE3-D8C6038923A4}"/>
            </c:ext>
          </c:extLst>
        </c:ser>
        <c:ser>
          <c:idx val="4"/>
          <c:order val="4"/>
          <c:tx>
            <c:strRef>
              <c:f>Graph!$F$1</c:f>
              <c:strCache>
                <c:ptCount val="1"/>
                <c:pt idx="0">
                  <c:v>Break Fix</c:v>
                </c:pt>
              </c:strCache>
            </c:strRef>
          </c:tx>
          <c:spPr>
            <a:solidFill>
              <a:srgbClr val="C00000"/>
            </a:solidFill>
            <a:ln>
              <a:solidFill>
                <a:schemeClr val="accen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Spectrum Sans" panose="020B0502020503020304" pitchFamily="34" charset="0"/>
                    <a:ea typeface="Open Sans" pitchFamily="2" charset="0"/>
                    <a:cs typeface="Spectrum Sans" panose="020B05020205030203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Graph!$A$6:$A$50</c:f>
              <c:strCache>
                <c:ptCount val="41"/>
                <c:pt idx="0">
                  <c:v>Nov</c:v>
                </c:pt>
                <c:pt idx="4">
                  <c:v>Dec</c:v>
                </c:pt>
                <c:pt idx="8">
                  <c:v>Jan</c:v>
                </c:pt>
                <c:pt idx="12">
                  <c:v>Feb</c:v>
                </c:pt>
                <c:pt idx="16">
                  <c:v>Mar</c:v>
                </c:pt>
                <c:pt idx="20">
                  <c:v>Apr</c:v>
                </c:pt>
                <c:pt idx="24">
                  <c:v>May</c:v>
                </c:pt>
                <c:pt idx="28">
                  <c:v>Jun</c:v>
                </c:pt>
                <c:pt idx="32">
                  <c:v>Jul</c:v>
                </c:pt>
                <c:pt idx="36">
                  <c:v>Aug</c:v>
                </c:pt>
                <c:pt idx="40">
                  <c:v>Sep</c:v>
                </c:pt>
              </c:strCache>
            </c:strRef>
          </c:cat>
          <c:val>
            <c:numRef>
              <c:f>Graph!$F$6:$F$50</c:f>
              <c:numCache>
                <c:formatCode>General</c:formatCode>
                <c:ptCount val="45"/>
                <c:pt idx="2">
                  <c:v>1</c:v>
                </c:pt>
              </c:numCache>
            </c:numRef>
          </c:val>
          <c:extLst>
            <c:ext xmlns:c16="http://schemas.microsoft.com/office/drawing/2014/chart" uri="{C3380CC4-5D6E-409C-BE32-E72D297353CC}">
              <c16:uniqueId val="{00000000-77CD-CA4C-A9C0-C718EE930050}"/>
            </c:ext>
          </c:extLst>
        </c:ser>
        <c:dLbls>
          <c:dLblPos val="ctr"/>
          <c:showLegendKey val="0"/>
          <c:showVal val="1"/>
          <c:showCatName val="0"/>
          <c:showSerName val="0"/>
          <c:showPercent val="0"/>
          <c:showBubbleSize val="0"/>
        </c:dLbls>
        <c:gapWidth val="0"/>
        <c:overlap val="100"/>
        <c:axId val="973003663"/>
        <c:axId val="2093177152"/>
      </c:barChart>
      <c:catAx>
        <c:axId val="973003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cross"/>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crossAx val="2093177152"/>
        <c:crosses val="autoZero"/>
        <c:auto val="1"/>
        <c:lblAlgn val="ctr"/>
        <c:lblOffset val="100"/>
        <c:tickMarkSkip val="4"/>
        <c:noMultiLvlLbl val="0"/>
      </c:catAx>
      <c:valAx>
        <c:axId val="2093177152"/>
        <c:scaling>
          <c:orientation val="minMax"/>
        </c:scaling>
        <c:delete val="1"/>
        <c:axPos val="l"/>
        <c:numFmt formatCode="General" sourceLinked="1"/>
        <c:majorTickMark val="none"/>
        <c:minorTickMark val="none"/>
        <c:tickLblPos val="nextTo"/>
        <c:crossAx val="973003663"/>
        <c:crossesAt val="1"/>
        <c:crossBetween val="between"/>
      </c:valAx>
      <c:spPr>
        <a:noFill/>
        <a:ln>
          <a:noFill/>
        </a:ln>
        <a:effectLst/>
      </c:spPr>
    </c:plotArea>
    <c:legend>
      <c:legendPos val="b"/>
      <c:layout>
        <c:manualLayout>
          <c:xMode val="edge"/>
          <c:yMode val="edge"/>
          <c:x val="8.6357783333646632E-2"/>
          <c:y val="0.94572756239739986"/>
          <c:w val="0.71589876622115278"/>
          <c:h val="3.980446593248356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0" i="0">
          <a:solidFill>
            <a:schemeClr val="tx1"/>
          </a:solidFill>
          <a:latin typeface="Spectrum Sans" panose="020B0502020503020304" pitchFamily="34" charset="0"/>
          <a:ea typeface="Open Sans" pitchFamily="2" charset="0"/>
          <a:cs typeface="Spectrum Sans" panose="020B0502020503020304" pitchFamily="34" charset="0"/>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Availability and SLA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Graph!$B$1</c:f>
              <c:strCache>
                <c:ptCount val="1"/>
                <c:pt idx="0">
                  <c:v>Availability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highlight>
                      <a:srgbClr val="102F45"/>
                    </a:highlight>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Graph!$B$3:$B$13</c:f>
              <c:numCache>
                <c:formatCode>0.000%</c:formatCode>
                <c:ptCount val="11"/>
                <c:pt idx="0">
                  <c:v>1</c:v>
                </c:pt>
                <c:pt idx="1">
                  <c:v>1</c:v>
                </c:pt>
                <c:pt idx="2">
                  <c:v>1</c:v>
                </c:pt>
                <c:pt idx="3">
                  <c:v>1</c:v>
                </c:pt>
              </c:numCache>
            </c:numRef>
          </c:val>
          <c:extLst>
            <c:ext xmlns:c16="http://schemas.microsoft.com/office/drawing/2014/chart" uri="{C3380CC4-5D6E-409C-BE32-E72D297353CC}">
              <c16:uniqueId val="{00000000-8190-49F3-872E-2B23EC930382}"/>
            </c:ext>
          </c:extLst>
        </c:ser>
        <c:dLbls>
          <c:showLegendKey val="0"/>
          <c:showVal val="0"/>
          <c:showCatName val="0"/>
          <c:showSerName val="0"/>
          <c:showPercent val="0"/>
          <c:showBubbleSize val="0"/>
        </c:dLbls>
        <c:gapWidth val="150"/>
        <c:axId val="1223805696"/>
        <c:axId val="1223778816"/>
      </c:barChart>
      <c:lineChart>
        <c:grouping val="standard"/>
        <c:varyColors val="0"/>
        <c:ser>
          <c:idx val="1"/>
          <c:order val="1"/>
          <c:tx>
            <c:strRef>
              <c:f>Graph!$C$1</c:f>
              <c:strCache>
                <c:ptCount val="1"/>
                <c:pt idx="0">
                  <c:v>SLA (99.905%)</c:v>
                </c:pt>
              </c:strCache>
            </c:strRef>
          </c:tx>
          <c:spPr>
            <a:ln w="28575" cap="rnd">
              <a:solidFill>
                <a:schemeClr val="accent2"/>
              </a:solidFill>
              <a:round/>
            </a:ln>
            <a:effectLst/>
          </c:spPr>
          <c:marker>
            <c:symbol val="none"/>
          </c:marker>
          <c:cat>
            <c:strRef>
              <c:f>Graph!$A$3:$A$13</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Graph!$C$3:$C$13</c:f>
              <c:numCache>
                <c:formatCode>0.000%</c:formatCode>
                <c:ptCount val="11"/>
                <c:pt idx="0">
                  <c:v>0.999</c:v>
                </c:pt>
                <c:pt idx="1">
                  <c:v>0.999</c:v>
                </c:pt>
                <c:pt idx="2">
                  <c:v>0.99904999999999999</c:v>
                </c:pt>
                <c:pt idx="3">
                  <c:v>0.99904999999999999</c:v>
                </c:pt>
                <c:pt idx="4">
                  <c:v>0.99904999999999999</c:v>
                </c:pt>
                <c:pt idx="5">
                  <c:v>0.99904999999999999</c:v>
                </c:pt>
                <c:pt idx="6">
                  <c:v>0.99904999999999999</c:v>
                </c:pt>
                <c:pt idx="7">
                  <c:v>0.99904999999999999</c:v>
                </c:pt>
                <c:pt idx="8">
                  <c:v>0.99904999999999999</c:v>
                </c:pt>
                <c:pt idx="9">
                  <c:v>0.99904999999999999</c:v>
                </c:pt>
                <c:pt idx="10">
                  <c:v>0.99904999999999999</c:v>
                </c:pt>
              </c:numCache>
            </c:numRef>
          </c:val>
          <c:smooth val="0"/>
          <c:extLst>
            <c:ext xmlns:c16="http://schemas.microsoft.com/office/drawing/2014/chart" uri="{C3380CC4-5D6E-409C-BE32-E72D297353CC}">
              <c16:uniqueId val="{00000001-8190-49F3-872E-2B23EC930382}"/>
            </c:ext>
          </c:extLst>
        </c:ser>
        <c:dLbls>
          <c:showLegendKey val="0"/>
          <c:showVal val="0"/>
          <c:showCatName val="0"/>
          <c:showSerName val="0"/>
          <c:showPercent val="0"/>
          <c:showBubbleSize val="0"/>
        </c:dLbls>
        <c:marker val="1"/>
        <c:smooth val="0"/>
        <c:axId val="1223805696"/>
        <c:axId val="1223778816"/>
      </c:lineChart>
      <c:catAx>
        <c:axId val="1223805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3778816"/>
        <c:crosses val="autoZero"/>
        <c:auto val="1"/>
        <c:lblAlgn val="ctr"/>
        <c:lblOffset val="100"/>
        <c:noMultiLvlLbl val="0"/>
      </c:catAx>
      <c:valAx>
        <c:axId val="1223778816"/>
        <c:scaling>
          <c:orientation val="minMax"/>
          <c:max val="1"/>
          <c:min val="0.99"/>
        </c:scaling>
        <c:delete val="0"/>
        <c:axPos val="l"/>
        <c:majorGridlines>
          <c:spPr>
            <a:ln w="9525" cap="flat" cmpd="sng" algn="ctr">
              <a:solidFill>
                <a:schemeClr val="tx1">
                  <a:lumMod val="15000"/>
                  <a:lumOff val="85000"/>
                </a:schemeClr>
              </a:solidFill>
              <a:round/>
            </a:ln>
            <a:effectLst/>
          </c:spPr>
        </c:majorGridlines>
        <c:numFmt formatCode="0.000%" sourceLinked="1"/>
        <c:majorTickMark val="none"/>
        <c:minorTickMark val="cross"/>
        <c:tickLblPos val="nextTo"/>
        <c:spPr>
          <a:noFill/>
          <a:ln>
            <a:solidFill>
              <a:schemeClr val="bg1">
                <a:lumMod val="75000"/>
              </a:schemeClr>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3805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1C8EC-2508-4789-9D77-2788C99AFCE8}"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B046EA-8857-4355-ABC2-AB316FE54C4E}" type="slidenum">
              <a:rPr lang="en-US" smtClean="0"/>
              <a:t>‹#›</a:t>
            </a:fld>
            <a:endParaRPr lang="en-US"/>
          </a:p>
        </p:txBody>
      </p:sp>
    </p:spTree>
    <p:extLst>
      <p:ext uri="{BB962C8B-B14F-4D97-AF65-F5344CB8AC3E}">
        <p14:creationId xmlns:p14="http://schemas.microsoft.com/office/powerpoint/2010/main" val="3776468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AF071-6221-19F6-29D1-C0DB6137E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608AE-FE5B-E3DD-351D-244918CFC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FD307-8965-2A15-C884-33E08468B4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D9D485-3588-06BA-E41E-345D98C928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7814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Spectrum Sans Book" panose="020B0402020503020304" pitchFamily="34" charset="0"/>
              <a:cs typeface="Spectrum Sans Book" panose="020B04020205030203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2674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73926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a:solidFill>
                  <a:schemeClr val="tx1"/>
                </a:solidFill>
                <a:effectLst/>
                <a:latin typeface="+mn-lt"/>
                <a:ea typeface="+mn-ea"/>
                <a:cs typeface="+mn-cs"/>
              </a:rPr>
              <a:t>Production Defects:</a:t>
            </a:r>
            <a:r>
              <a:rPr lang="en-US" sz="1200" b="0" i="0" kern="1200">
                <a:solidFill>
                  <a:schemeClr val="tx1"/>
                </a:solidFill>
                <a:effectLst/>
                <a:latin typeface="+mn-lt"/>
                <a:ea typeface="+mn-ea"/>
                <a:cs typeface="+mn-cs"/>
              </a:rPr>
              <a:t>​</a:t>
            </a:r>
            <a:br>
              <a:rPr lang="en-US" sz="1200" b="0" i="0" kern="1200">
                <a:solidFill>
                  <a:schemeClr val="tx1"/>
                </a:solidFill>
                <a:effectLst/>
                <a:latin typeface="+mn-lt"/>
                <a:ea typeface="+mn-ea"/>
                <a:cs typeface="+mn-cs"/>
              </a:rPr>
            </a:br>
            <a:r>
              <a:rPr lang="en-US" sz="1200" b="1" i="0" kern="1200">
                <a:solidFill>
                  <a:schemeClr val="tx1"/>
                </a:solidFill>
                <a:effectLst/>
                <a:latin typeface="+mn-lt"/>
                <a:ea typeface="+mn-ea"/>
                <a:cs typeface="+mn-cs"/>
              </a:rPr>
              <a:t>February’26</a:t>
            </a:r>
          </a:p>
          <a:p>
            <a:pPr rtl="0" fontAlgn="base"/>
            <a:r>
              <a:rPr lang="en-US" sz="1200" b="1" i="0" kern="1200">
                <a:solidFill>
                  <a:schemeClr val="tx1"/>
                </a:solidFill>
                <a:effectLst/>
                <a:latin typeface="+mn-lt"/>
                <a:ea typeface="+mn-ea"/>
                <a:cs typeface="+mn-cs"/>
              </a:rPr>
              <a:t>DSB (P2-P4)</a:t>
            </a:r>
          </a:p>
          <a:p>
            <a:pPr marL="0" marR="0" lvl="0" indent="0" algn="l" defTabSz="914400">
              <a:lnSpc>
                <a:spcPct val="100000"/>
              </a:lnSpc>
              <a:spcBef>
                <a:spcPts val="0"/>
              </a:spcBef>
              <a:spcAft>
                <a:spcPts val="0"/>
              </a:spcAft>
              <a:buNone/>
              <a:tabLst/>
              <a:defRPr/>
            </a:pPr>
            <a:r>
              <a:rPr lang="en-US">
                <a:solidFill>
                  <a:srgbClr val="000000"/>
                </a:solidFill>
                <a:latin typeface="Calibri"/>
                <a:ea typeface="Calibri"/>
                <a:cs typeface="Calibri"/>
              </a:rPr>
              <a:t>P2 Defect: Password synchronization between Identity and Mailbox systems was disrupted.</a:t>
            </a:r>
          </a:p>
          <a:p>
            <a:pPr fontAlgn="base">
              <a:defRPr/>
            </a:pPr>
            <a:r>
              <a:rPr lang="en-US" sz="1200" b="1" i="0" kern="1200">
                <a:solidFill>
                  <a:schemeClr val="tx1"/>
                </a:solidFill>
                <a:effectLst/>
                <a:latin typeface="+mn-lt"/>
                <a:ea typeface="+mn-ea"/>
                <a:cs typeface="+mn-cs"/>
              </a:rPr>
              <a:t>Customer Impact: </a:t>
            </a:r>
            <a:r>
              <a:rPr lang="en-US" b="0" i="0">
                <a:effectLst/>
              </a:rPr>
              <a:t>Impact </a:t>
            </a:r>
            <a:r>
              <a:rPr lang="en-US"/>
              <a:t>is </a:t>
            </a:r>
            <a:r>
              <a:rPr lang="en-US" b="0" i="0">
                <a:effectLst/>
              </a:rPr>
              <a:t>limited to customers whose passwords were scrambled by </a:t>
            </a:r>
            <a:r>
              <a:rPr lang="en-US"/>
              <a:t>the </a:t>
            </a:r>
            <a:r>
              <a:rPr lang="en-US" b="0" i="0">
                <a:effectLst/>
              </a:rPr>
              <a:t>CATS </a:t>
            </a:r>
            <a:r>
              <a:rPr lang="en-US"/>
              <a:t>fraud </a:t>
            </a:r>
            <a:r>
              <a:rPr lang="en-US" b="0" i="0">
                <a:effectLst/>
              </a:rPr>
              <a:t>system and who </a:t>
            </a:r>
            <a:r>
              <a:rPr lang="en-US"/>
              <a:t>access email via third‑party </a:t>
            </a:r>
            <a:r>
              <a:rPr lang="en-US" b="0" i="0">
                <a:effectLst/>
              </a:rPr>
              <a:t>POP/IMAP</a:t>
            </a:r>
            <a:r>
              <a:rPr lang="en-US"/>
              <a:t> clients. </a:t>
            </a:r>
            <a:r>
              <a:rPr lang="en-US" b="0" i="0">
                <a:effectLst/>
              </a:rPr>
              <a:t>These </a:t>
            </a:r>
            <a:r>
              <a:rPr lang="en-US"/>
              <a:t>users </a:t>
            </a:r>
            <a:r>
              <a:rPr lang="en-US" b="0" i="0">
                <a:effectLst/>
              </a:rPr>
              <a:t>may </a:t>
            </a:r>
            <a:r>
              <a:rPr lang="en-US"/>
              <a:t>encounter </a:t>
            </a:r>
            <a:r>
              <a:rPr lang="en-US" b="0" i="0">
                <a:effectLst/>
              </a:rPr>
              <a:t>login failures in external mail applications</a:t>
            </a:r>
            <a:r>
              <a:rPr lang="en-US"/>
              <a:t> after changing their password</a:t>
            </a:r>
            <a:r>
              <a:rPr lang="en-US" b="0" i="0">
                <a:effectLst/>
              </a:rPr>
              <a:t>. Webmail access via SSO remains </a:t>
            </a:r>
            <a:r>
              <a:rPr lang="en-US"/>
              <a:t>fully functional and </a:t>
            </a:r>
            <a:r>
              <a:rPr lang="en-US" b="0" i="0">
                <a:effectLst/>
              </a:rPr>
              <a:t>unaffected.</a:t>
            </a:r>
            <a:r>
              <a:rPr lang="en-US"/>
              <a:t> (less than 5 Customers)</a:t>
            </a:r>
            <a:r>
              <a:rPr lang="en-US">
                <a:solidFill>
                  <a:srgbClr val="000000"/>
                </a:solidFill>
                <a:latin typeface="Calibri"/>
                <a:ea typeface="Calibri"/>
                <a:cs typeface="Calibri"/>
              </a:rPr>
              <a:t>.</a:t>
            </a:r>
          </a:p>
          <a:p>
            <a:r>
              <a:rPr lang="en-US" sz="1200" b="1" i="0" kern="1200">
                <a:solidFill>
                  <a:schemeClr val="tx1"/>
                </a:solidFill>
                <a:effectLst/>
                <a:latin typeface="+mn-lt"/>
                <a:ea typeface="+mn-ea"/>
                <a:cs typeface="+mn-cs"/>
              </a:rPr>
              <a:t>Root Cause: </a:t>
            </a:r>
            <a:r>
              <a:rPr lang="en-US"/>
              <a:t>An </a:t>
            </a:r>
            <a:r>
              <a:rPr lang="en-US" b="0" i="0" err="1">
                <a:effectLst/>
              </a:rPr>
              <a:t>AuthID</a:t>
            </a:r>
            <a:r>
              <a:rPr lang="en-US" b="0" i="0">
                <a:effectLst/>
              </a:rPr>
              <a:t> upgrade to a newer DSB password</a:t>
            </a:r>
            <a:r>
              <a:rPr lang="en-US"/>
              <a:t>‑</a:t>
            </a:r>
            <a:r>
              <a:rPr lang="en-US" b="0" i="0">
                <a:effectLst/>
              </a:rPr>
              <a:t>update API </a:t>
            </a:r>
            <a:r>
              <a:rPr lang="en-US"/>
              <a:t>(with </a:t>
            </a:r>
            <a:r>
              <a:rPr lang="en-US" b="0" i="0">
                <a:effectLst/>
              </a:rPr>
              <a:t>SCS</a:t>
            </a:r>
            <a:r>
              <a:rPr lang="en-US"/>
              <a:t> support) introduced </a:t>
            </a:r>
            <a:r>
              <a:rPr lang="en-US" b="0" i="0">
                <a:effectLst/>
              </a:rPr>
              <a:t>a defect </a:t>
            </a:r>
            <a:r>
              <a:rPr lang="en-US"/>
              <a:t>that prevented </a:t>
            </a:r>
            <a:r>
              <a:rPr lang="en-US" b="0" i="0">
                <a:effectLst/>
              </a:rPr>
              <a:t>mailbox </a:t>
            </a:r>
            <a:r>
              <a:rPr lang="en-US"/>
              <a:t>passwords from being updated correctly</a:t>
            </a:r>
            <a:r>
              <a:rPr lang="en-US" b="0" i="0">
                <a:effectLst/>
              </a:rPr>
              <a:t>.</a:t>
            </a:r>
            <a:endParaRPr lang="en-US"/>
          </a:p>
          <a:p>
            <a:r>
              <a:rPr lang="en-US" sz="1200" b="1" i="0" u="none" strike="noStrike" kern="1200">
                <a:solidFill>
                  <a:schemeClr val="tx1"/>
                </a:solidFill>
                <a:effectLst/>
                <a:latin typeface="+mn-lt"/>
                <a:ea typeface="+mn-ea"/>
                <a:cs typeface="+mn-cs"/>
              </a:rPr>
              <a:t>Corrective Action: </a:t>
            </a:r>
            <a:r>
              <a:rPr lang="en-US" b="0" i="0" err="1">
                <a:effectLst/>
              </a:rPr>
              <a:t>AuthID</a:t>
            </a:r>
            <a:r>
              <a:rPr lang="en-US" b="0" i="0">
                <a:effectLst/>
              </a:rPr>
              <a:t> </a:t>
            </a:r>
            <a:r>
              <a:rPr lang="en-US"/>
              <a:t>applied </a:t>
            </a:r>
            <a:r>
              <a:rPr lang="en-US" b="0" i="0">
                <a:effectLst/>
              </a:rPr>
              <a:t>a </a:t>
            </a:r>
            <a:r>
              <a:rPr lang="en-US"/>
              <a:t>configuration </a:t>
            </a:r>
            <a:r>
              <a:rPr lang="en-US" b="0" i="0">
                <a:effectLst/>
              </a:rPr>
              <a:t>change to </a:t>
            </a:r>
            <a:r>
              <a:rPr lang="en-US"/>
              <a:t>revert to </a:t>
            </a:r>
            <a:r>
              <a:rPr lang="en-US" b="0" i="0">
                <a:effectLst/>
              </a:rPr>
              <a:t>the </a:t>
            </a:r>
            <a:r>
              <a:rPr lang="en-US"/>
              <a:t>prior </a:t>
            </a:r>
            <a:r>
              <a:rPr lang="en-US" b="0" i="0">
                <a:effectLst/>
              </a:rPr>
              <a:t>version of </a:t>
            </a:r>
            <a:r>
              <a:rPr lang="en-US"/>
              <a:t>the DSB </a:t>
            </a:r>
            <a:r>
              <a:rPr lang="en-US" b="0" i="0">
                <a:effectLst/>
              </a:rPr>
              <a:t>password update API. Customer Support </a:t>
            </a:r>
            <a:r>
              <a:rPr lang="en-US"/>
              <a:t>engaged affected customers </a:t>
            </a:r>
            <a:r>
              <a:rPr lang="en-US" b="0" i="0">
                <a:effectLst/>
              </a:rPr>
              <a:t>to resolve </a:t>
            </a:r>
            <a:r>
              <a:rPr lang="en-US"/>
              <a:t>their </a:t>
            </a:r>
            <a:r>
              <a:rPr lang="en-US" b="0" i="0">
                <a:effectLst/>
              </a:rPr>
              <a:t>password </a:t>
            </a:r>
            <a:r>
              <a:rPr lang="en-US"/>
              <a:t>issues </a:t>
            </a:r>
            <a:r>
              <a:rPr lang="en-US" b="0" i="0">
                <a:effectLst/>
              </a:rPr>
              <a:t>after the fix.</a:t>
            </a:r>
          </a:p>
          <a:p>
            <a:r>
              <a:rPr lang="en-US" b="0" i="0">
                <a:effectLst/>
              </a:rPr>
              <a:t>Validation controls being reviewed to prevent recurrence.</a:t>
            </a:r>
            <a:endParaRPr lang="en-US"/>
          </a:p>
          <a:p>
            <a:endParaRPr lang="en-US" b="1">
              <a:latin typeface="Aptos"/>
              <a:ea typeface="Calibri"/>
              <a:cs typeface="Calibri"/>
            </a:endParaRPr>
          </a:p>
          <a:p>
            <a:pPr rtl="0" fontAlgn="base"/>
            <a:r>
              <a:rPr lang="en-US" sz="1200" b="1" i="0" kern="1200">
                <a:solidFill>
                  <a:schemeClr val="tx1"/>
                </a:solidFill>
                <a:effectLst/>
                <a:latin typeface="+mn-lt"/>
                <a:ea typeface="+mn-ea"/>
                <a:cs typeface="+mn-cs"/>
              </a:rPr>
              <a:t>January’26</a:t>
            </a:r>
          </a:p>
          <a:p>
            <a:pPr rtl="0" fontAlgn="base"/>
            <a:r>
              <a:rPr lang="en-US" sz="1200" b="1" i="0" kern="1200">
                <a:solidFill>
                  <a:schemeClr val="tx1"/>
                </a:solidFill>
                <a:effectLst/>
                <a:latin typeface="+mn-lt"/>
                <a:ea typeface="+mn-ea"/>
                <a:cs typeface="+mn-cs"/>
              </a:rPr>
              <a:t>Enterprise Data Services (P2-P4)</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P2 Defect: </a:t>
            </a:r>
            <a:r>
              <a:rPr lang="en-IN">
                <a:solidFill>
                  <a:srgbClr val="000000"/>
                </a:solidFill>
                <a:latin typeface="Calibri"/>
                <a:ea typeface="Calibri"/>
                <a:cs typeface="Calibri"/>
              </a:rPr>
              <a:t>EDS-51530- </a:t>
            </a:r>
            <a:r>
              <a:rPr lang="en-IN" err="1">
                <a:solidFill>
                  <a:srgbClr val="000000"/>
                </a:solidFill>
                <a:latin typeface="Calibri"/>
                <a:ea typeface="Calibri"/>
                <a:cs typeface="Calibri"/>
              </a:rPr>
              <a:t>GetAllContactsAndPreference</a:t>
            </a:r>
            <a:r>
              <a:rPr lang="en-IN">
                <a:solidFill>
                  <a:srgbClr val="000000"/>
                </a:solidFill>
                <a:latin typeface="Calibri"/>
                <a:ea typeface="Calibri"/>
                <a:cs typeface="Calibri"/>
              </a:rPr>
              <a:t> API </a:t>
            </a:r>
            <a:r>
              <a:rPr lang="en-US">
                <a:solidFill>
                  <a:srgbClr val="000000"/>
                </a:solidFill>
                <a:latin typeface="Calibri"/>
                <a:ea typeface="Calibri"/>
                <a:cs typeface="Calibri"/>
              </a:rPr>
              <a:t>response returns account details, contacts, preferences, language for requested account. If requested account does not exist locally, API creates it locally with default contacts &amp; preferences prior to responding. After account creation, language was being retrieved from the account query before account creation rather than the created account causing a null pointer exception.</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Customer Impact: </a:t>
            </a:r>
            <a:r>
              <a:rPr lang="en-US">
                <a:solidFill>
                  <a:srgbClr val="000000"/>
                </a:solidFill>
                <a:latin typeface="Calibri"/>
                <a:ea typeface="Calibri"/>
                <a:cs typeface="Calibri"/>
              </a:rPr>
              <a:t>The impact is minimal since all clients repeat the API call and subsequent requests succeed because the account exists for the second and later requests.</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Root Cause: </a:t>
            </a:r>
            <a:r>
              <a:rPr lang="en-US">
                <a:solidFill>
                  <a:srgbClr val="000000"/>
                </a:solidFill>
                <a:latin typeface="Calibri"/>
                <a:ea typeface="Calibri"/>
                <a:cs typeface="Calibri"/>
              </a:rPr>
              <a:t>The defect only presents when requested account does not exist. All clients repeat the API call and subsequent requests succeed because the account exists for the second and later requests.</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Corrective Action: </a:t>
            </a:r>
            <a:r>
              <a:rPr lang="en-US">
                <a:solidFill>
                  <a:srgbClr val="000000"/>
                </a:solidFill>
                <a:latin typeface="Calibri" panose="020F0502020204030204" pitchFamily="34" charset="0"/>
              </a:rPr>
              <a:t>Hotfix is not necessary because of the minimal impact. Defect is scheduled for February monthly release.</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Segoe UI" panose="020B0502040204020203" pitchFamily="34" charset="0"/>
              <a:ea typeface="+mn-ea"/>
              <a:cs typeface="+mn-cs"/>
            </a:endParaRPr>
          </a:p>
          <a:p>
            <a:pPr fontAlgn="base">
              <a:defRPr/>
            </a:pPr>
            <a:r>
              <a:rPr lang="en-US">
                <a:solidFill>
                  <a:srgbClr val="000000"/>
                </a:solidFill>
                <a:latin typeface="Calibri"/>
                <a:ea typeface="Calibri"/>
                <a:cs typeface="Calibri"/>
              </a:rPr>
              <a:t>P2 Defect: EDS-51224 - </a:t>
            </a:r>
            <a:r>
              <a:rPr lang="en-US">
                <a:solidFill>
                  <a:srgbClr val="000000"/>
                </a:solidFill>
                <a:latin typeface="Calibri" panose="020F0502020204030204" pitchFamily="34" charset="0"/>
              </a:rPr>
              <a:t>SPC: getEnterpriseAccountLedgerDetailsV1x0: Do not include duplicate payments in the response</a:t>
            </a:r>
          </a:p>
          <a:p>
            <a:pPr>
              <a:defRPr/>
            </a:pPr>
            <a:r>
              <a:rPr lang="en-US" b="1"/>
              <a:t>Customer Impact: </a:t>
            </a:r>
            <a:r>
              <a:rPr lang="en-US">
                <a:solidFill>
                  <a:srgbClr val="000000"/>
                </a:solidFill>
                <a:latin typeface="Calibri"/>
                <a:ea typeface="Calibri"/>
                <a:cs typeface="Calibri"/>
              </a:rPr>
              <a:t>Incorrect display of certain payment transactions due to data mapping inconsistency. No financial impact</a:t>
            </a:r>
            <a:r>
              <a:rPr lang="en-US"/>
              <a:t>.</a:t>
            </a:r>
          </a:p>
          <a:p>
            <a:pPr>
              <a:defRPr/>
            </a:pPr>
            <a:r>
              <a:rPr lang="en-US" b="1" i="0" kern="1200">
                <a:effectLst/>
              </a:rPr>
              <a:t>Root Cause:</a:t>
            </a:r>
            <a:r>
              <a:rPr lang="en-US" b="1"/>
              <a:t> </a:t>
            </a:r>
            <a:r>
              <a:rPr lang="en-US">
                <a:solidFill>
                  <a:srgbClr val="000000"/>
                </a:solidFill>
                <a:latin typeface="Calibri"/>
                <a:ea typeface="Calibri"/>
                <a:cs typeface="Calibri"/>
              </a:rPr>
              <a:t>During enhancement to include payment channel and source, a structural mismatch between ICOMS tables was not accounted for. The Transaction Master table stores split payment amounts (multiple records per payment), while the payment channel/source table maintains a single record per payment, resulting in inconsistent data mapping.</a:t>
            </a:r>
          </a:p>
          <a:p>
            <a:pPr fontAlgn="base">
              <a:defRPr/>
            </a:pPr>
            <a:r>
              <a:rPr lang="en-US" b="1" i="0" u="none" strike="noStrike" kern="1200">
                <a:effectLst/>
              </a:rPr>
              <a:t>Corrective Action:</a:t>
            </a:r>
            <a:r>
              <a:rPr lang="en-US" b="1"/>
              <a:t> </a:t>
            </a:r>
            <a:r>
              <a:rPr lang="en-US">
                <a:solidFill>
                  <a:srgbClr val="000000"/>
                </a:solidFill>
                <a:latin typeface="Calibri" panose="020F0502020204030204" pitchFamily="34" charset="0"/>
              </a:rPr>
              <a:t>Conduct deeper design reviews with ICOMS Billing team for cross-table dependencies, enhance integration test coverage for split-payment scenarios, and strengthen validation checks during API enhancements.</a:t>
            </a:r>
          </a:p>
          <a:p>
            <a:pPr marL="0" marR="0" lvl="0" indent="0" algn="l" defTabSz="914400">
              <a:lnSpc>
                <a:spcPct val="100000"/>
              </a:lnSpc>
              <a:spcBef>
                <a:spcPts val="0"/>
              </a:spcBef>
              <a:spcAft>
                <a:spcPts val="0"/>
              </a:spcAft>
              <a:buClrTx/>
              <a:buSzTx/>
              <a:buFontTx/>
              <a:buNone/>
              <a:tabLst/>
              <a:defRPr/>
            </a:pPr>
            <a:endParaRPr lang="en-US" sz="1200" b="1" i="0" u="none" strike="noStrike" kern="1200">
              <a:solidFill>
                <a:schemeClr val="tx1"/>
              </a:solidFill>
              <a:effectLst/>
              <a:latin typeface="+mn-lt"/>
            </a:endParaRPr>
          </a:p>
          <a:p>
            <a:pPr>
              <a:defRPr/>
            </a:pPr>
            <a:r>
              <a:rPr lang="en-US">
                <a:solidFill>
                  <a:srgbClr val="000000"/>
                </a:solidFill>
                <a:latin typeface="Calibri"/>
                <a:ea typeface="Calibri"/>
                <a:cs typeface="Calibri"/>
              </a:rPr>
              <a:t>P2 Defect: EDS-51264- SPC: getEnterpriseAccountLedgerDetailsV1x0: Combine split payments even though it is split with different service categories.</a:t>
            </a:r>
          </a:p>
          <a:p>
            <a:pPr>
              <a:defRPr/>
            </a:pPr>
            <a:r>
              <a:rPr lang="en-US" b="1" i="0" kern="1200">
                <a:effectLst/>
              </a:rPr>
              <a:t>Customer Impact:</a:t>
            </a:r>
            <a:r>
              <a:rPr lang="en-US" b="1">
                <a:solidFill>
                  <a:srgbClr val="000000"/>
                </a:solidFill>
                <a:latin typeface="Aptos"/>
                <a:ea typeface="Calibri"/>
                <a:cs typeface="Calibri"/>
              </a:rPr>
              <a:t> </a:t>
            </a:r>
            <a:r>
              <a:rPr lang="en-US">
                <a:solidFill>
                  <a:srgbClr val="000000"/>
                </a:solidFill>
                <a:latin typeface="Calibri"/>
                <a:ea typeface="Calibri"/>
                <a:cs typeface="Calibri"/>
              </a:rPr>
              <a:t>Split payment transactions were returned with multiple service codes for a single payment, leading to unexpected transaction representation. No financial impact.</a:t>
            </a:r>
          </a:p>
          <a:p>
            <a:pPr fontAlgn="base">
              <a:defRPr/>
            </a:pPr>
            <a:r>
              <a:rPr lang="en-US" b="1" i="0" kern="1200">
                <a:effectLst/>
              </a:rPr>
              <a:t>Root Cause:</a:t>
            </a:r>
            <a:r>
              <a:rPr lang="en-US" b="1">
                <a:solidFill>
                  <a:srgbClr val="000000"/>
                </a:solidFill>
                <a:latin typeface="Aptos"/>
                <a:ea typeface="Calibri"/>
                <a:cs typeface="Calibri"/>
              </a:rPr>
              <a:t> </a:t>
            </a:r>
            <a:r>
              <a:rPr lang="en-US">
                <a:solidFill>
                  <a:srgbClr val="000000"/>
                </a:solidFill>
                <a:latin typeface="Calibri"/>
                <a:ea typeface="Calibri"/>
                <a:cs typeface="Calibri"/>
              </a:rPr>
              <a:t>ICOMS billing design splits a single payment based on receivable buckets. Historically, split payments carried the same service code. A recent service code expansion in ICOMS introduced multiple service codes within a single split payment. The API behavior surfaced this design change, resulting in unexpected output.</a:t>
            </a:r>
          </a:p>
          <a:p>
            <a:pPr fontAlgn="base">
              <a:defRPr/>
            </a:pPr>
            <a:r>
              <a:rPr lang="en-US" b="1" i="0" u="none" strike="noStrike" kern="1200">
                <a:effectLst/>
              </a:rPr>
              <a:t>Corrective Action:</a:t>
            </a:r>
            <a:r>
              <a:rPr lang="en-US" b="1">
                <a:solidFill>
                  <a:srgbClr val="000000"/>
                </a:solidFill>
                <a:latin typeface="Aptos"/>
                <a:ea typeface="Calibri"/>
                <a:cs typeface="Calibri"/>
              </a:rPr>
              <a:t> </a:t>
            </a:r>
            <a:r>
              <a:rPr lang="en-US">
                <a:solidFill>
                  <a:srgbClr val="000000"/>
                </a:solidFill>
                <a:latin typeface="Calibri"/>
                <a:ea typeface="Calibri"/>
                <a:cs typeface="Calibri"/>
              </a:rPr>
              <a:t>ICOMS Billing team to formally communicate design changes impacting downstream systems. Establish structured change notification and impact assessment process for dependent applications prior to implementation.</a:t>
            </a:r>
          </a:p>
          <a:p>
            <a:pPr>
              <a:defRPr/>
            </a:pPr>
            <a:r>
              <a:rPr lang="en-US">
                <a:solidFill>
                  <a:srgbClr val="000000"/>
                </a:solidFill>
                <a:latin typeface="Calibri"/>
                <a:ea typeface="Calibri"/>
                <a:cs typeface="Calibri"/>
              </a:rPr>
              <a:t> </a:t>
            </a:r>
          </a:p>
          <a:p>
            <a:pPr rtl="0" fontAlgn="base"/>
            <a:r>
              <a:rPr lang="en-US" sz="1200" b="1" i="0" kern="1200">
                <a:solidFill>
                  <a:schemeClr val="tx1"/>
                </a:solidFill>
                <a:effectLst/>
                <a:latin typeface="+mn-lt"/>
                <a:ea typeface="+mn-ea"/>
                <a:cs typeface="+mn-cs"/>
              </a:rPr>
              <a:t>DSB (P2-P4)</a:t>
            </a:r>
            <a:endParaRPr lang="en-US" sz="1200" b="1" i="0" kern="1200">
              <a:solidFill>
                <a:schemeClr val="tx1"/>
              </a:solidFill>
              <a:effectLst/>
              <a:latin typeface="+mn-lt"/>
            </a:endParaRPr>
          </a:p>
          <a:p>
            <a:pPr rtl="0" fontAlgn="base"/>
            <a:r>
              <a:rPr lang="en-US" b="0" i="0">
                <a:solidFill>
                  <a:srgbClr val="000000"/>
                </a:solidFill>
                <a:effectLst/>
                <a:latin typeface="Calibri"/>
                <a:ea typeface="Calibri"/>
                <a:cs typeface="Calibri"/>
              </a:rPr>
              <a:t>P2 Defect: UPC couldn't read "role" from Identity messages. Code changes were deployed as a part of hot-fix to update identity messages with role information. Contacts are saved in PING, and subsequent calls will sync the role info after this fix</a:t>
            </a:r>
          </a:p>
          <a:p>
            <a:pPr algn="l"/>
            <a:r>
              <a:rPr lang="en-US" sz="1200" b="1" i="0" kern="1200">
                <a:solidFill>
                  <a:schemeClr val="tx1"/>
                </a:solidFill>
                <a:effectLst/>
                <a:latin typeface="+mn-lt"/>
                <a:ea typeface="+mn-ea"/>
                <a:cs typeface="+mn-cs"/>
              </a:rPr>
              <a:t>Customer Impact: </a:t>
            </a:r>
            <a:r>
              <a:rPr lang="en-US" b="0" i="0">
                <a:solidFill>
                  <a:srgbClr val="000000"/>
                </a:solidFill>
                <a:effectLst/>
                <a:latin typeface="Calibri" panose="020F0502020204030204" pitchFamily="34" charset="0"/>
              </a:rPr>
              <a:t>UPC integrations received identity messages without the “role” attribute, resulting in missing/incorrect role data on downstream reads.</a:t>
            </a:r>
          </a:p>
          <a:p>
            <a:pPr algn="l"/>
            <a:r>
              <a:rPr lang="en-US" b="0" i="0">
                <a:solidFill>
                  <a:srgbClr val="000000"/>
                </a:solidFill>
                <a:effectLst/>
                <a:latin typeface="Calibri"/>
                <a:ea typeface="Calibri"/>
                <a:cs typeface="Calibri"/>
              </a:rPr>
              <a:t>No data loss: contacts were saved in Ping; role information was delayed until the hot-fix and subsequent syncs propagated the corrected attribute.</a:t>
            </a:r>
          </a:p>
          <a:p>
            <a:pPr algn="l"/>
            <a:r>
              <a:rPr lang="en-US" b="0" i="0">
                <a:solidFill>
                  <a:srgbClr val="000000"/>
                </a:solidFill>
                <a:effectLst/>
                <a:latin typeface="Calibri" panose="020F0502020204030204" pitchFamily="34" charset="0"/>
              </a:rPr>
              <a:t>Impact limited to flows/features that rely on “role” from identity messages; resolved after hot-fix with progressive synchronization.</a:t>
            </a:r>
          </a:p>
          <a:p>
            <a:pPr algn="l"/>
            <a:r>
              <a:rPr lang="en-US" sz="1200" b="1" i="0" kern="1200">
                <a:solidFill>
                  <a:schemeClr val="tx1"/>
                </a:solidFill>
                <a:effectLst/>
                <a:latin typeface="+mn-lt"/>
                <a:ea typeface="+mn-ea"/>
                <a:cs typeface="+mn-cs"/>
              </a:rPr>
              <a:t>Root Cause: </a:t>
            </a:r>
            <a:r>
              <a:rPr lang="en-US" b="0" i="0">
                <a:solidFill>
                  <a:srgbClr val="000000"/>
                </a:solidFill>
                <a:effectLst/>
                <a:latin typeface="Calibri" panose="020F0502020204030204" pitchFamily="34" charset="0"/>
              </a:rPr>
              <a:t>Identity messages did not include/mapped the “role” attribute, causing UPC to be unable to read it (schema/field omission).</a:t>
            </a:r>
          </a:p>
          <a:p>
            <a:pPr algn="l"/>
            <a:r>
              <a:rPr lang="en-US" b="0" i="0">
                <a:solidFill>
                  <a:srgbClr val="000000"/>
                </a:solidFill>
                <a:effectLst/>
                <a:latin typeface="Calibri" panose="020F0502020204030204" pitchFamily="34" charset="0"/>
              </a:rPr>
              <a:t>Gap in contract validation between Identity message producers and UPC consumers allowed the missing attribute to reach production unnoticed</a:t>
            </a:r>
            <a:endParaRPr lang="en-US" sz="1200" b="1" i="0" u="none" strike="noStrike" kern="1200">
              <a:solidFill>
                <a:schemeClr val="tx1"/>
              </a:solidFill>
              <a:effectLst/>
              <a:latin typeface="+mn-lt"/>
              <a:ea typeface="+mn-ea"/>
              <a:cs typeface="+mn-cs"/>
            </a:endParaRPr>
          </a:p>
          <a:p>
            <a:pPr algn="l"/>
            <a:r>
              <a:rPr lang="en-US" sz="1200" b="1" i="0" u="none" strike="noStrike" kern="1200">
                <a:solidFill>
                  <a:schemeClr val="tx1"/>
                </a:solidFill>
                <a:effectLst/>
                <a:latin typeface="+mn-lt"/>
                <a:ea typeface="+mn-ea"/>
                <a:cs typeface="+mn-cs"/>
              </a:rPr>
              <a:t>Corrective Action: </a:t>
            </a:r>
            <a:r>
              <a:rPr lang="en-US" b="0" i="0">
                <a:solidFill>
                  <a:srgbClr val="000000"/>
                </a:solidFill>
                <a:effectLst/>
                <a:latin typeface="Calibri" panose="020F0502020204030204" pitchFamily="34" charset="0"/>
              </a:rPr>
              <a:t>Add end-to-end contract tests between Identity producers and UPC consumers; include low-volume paths in canary checks.</a:t>
            </a:r>
          </a:p>
          <a:p>
            <a:pPr algn="l"/>
            <a:r>
              <a:rPr lang="en-US" b="0" i="0">
                <a:solidFill>
                  <a:srgbClr val="000000"/>
                </a:solidFill>
                <a:effectLst/>
                <a:latin typeface="Calibri" panose="020F0502020204030204" pitchFamily="34" charset="0"/>
              </a:rPr>
              <a:t>Implement versioned message schemas with backward-compatible mappings and explicit release checklists.</a:t>
            </a:r>
          </a:p>
          <a:p>
            <a:pPr algn="l"/>
            <a:r>
              <a:rPr lang="en-US" b="0" i="0">
                <a:solidFill>
                  <a:srgbClr val="000000"/>
                </a:solidFill>
                <a:effectLst/>
                <a:latin typeface="Calibri" panose="020F0502020204030204" pitchFamily="34" charset="0"/>
              </a:rPr>
              <a:t>Consumer communication and sign-off for schema changes; document required attributes and deprecation timelines.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60956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a:solidFill>
                  <a:schemeClr val="tx1"/>
                </a:solidFill>
                <a:effectLst/>
                <a:latin typeface="+mn-lt"/>
                <a:ea typeface="+mn-ea"/>
                <a:cs typeface="+mn-cs"/>
              </a:rPr>
              <a:t>Hotfix Deployments</a:t>
            </a:r>
            <a:r>
              <a:rPr lang="en-US" sz="1200" b="0" i="0" kern="1200">
                <a:solidFill>
                  <a:schemeClr val="tx1"/>
                </a:solidFill>
                <a:effectLst/>
                <a:latin typeface="+mn-lt"/>
                <a:ea typeface="+mn-ea"/>
                <a:cs typeface="+mn-cs"/>
              </a:rPr>
              <a:t>​</a:t>
            </a:r>
          </a:p>
          <a:p>
            <a:pPr rtl="0" fontAlgn="base"/>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January’26</a:t>
            </a:r>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DSB</a:t>
            </a:r>
            <a:endParaRPr lang="en-US" sz="1200" b="0" i="0" kern="1200">
              <a:solidFill>
                <a:schemeClr val="tx1"/>
              </a:solidFill>
              <a:effectLst/>
              <a:latin typeface="+mn-lt"/>
              <a:ea typeface="+mn-ea"/>
              <a:cs typeface="+mn-cs"/>
            </a:endParaRPr>
          </a:p>
          <a:p>
            <a:pPr algn="l"/>
            <a:r>
              <a:rPr lang="en-US" b="0" i="0">
                <a:solidFill>
                  <a:srgbClr val="000000"/>
                </a:solidFill>
                <a:effectLst/>
                <a:latin typeface="Calibri" panose="020F0502020204030204" pitchFamily="34" charset="0"/>
              </a:rPr>
              <a:t>UPC wasn't able to read "role" from Identity messages. Code changes were deployed as a part of hot-fix to update identity messages with role </a:t>
            </a:r>
            <a:r>
              <a:rPr lang="en-US" b="0" i="0" err="1">
                <a:solidFill>
                  <a:srgbClr val="000000"/>
                </a:solidFill>
                <a:effectLst/>
                <a:latin typeface="Calibri" panose="020F0502020204030204" pitchFamily="34" charset="0"/>
              </a:rPr>
              <a:t>informations</a:t>
            </a:r>
            <a:r>
              <a:rPr lang="en-US" b="0" i="0">
                <a:solidFill>
                  <a:srgbClr val="000000"/>
                </a:solidFill>
                <a:effectLst/>
                <a:latin typeface="Calibri" panose="020F0502020204030204" pitchFamily="34" charset="0"/>
              </a:rPr>
              <a:t>. Contacts are saved in PING and subsequent calls will sync the role info after this fix</a:t>
            </a:r>
          </a:p>
          <a:p>
            <a:pPr algn="l"/>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December’25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r>
              <a:rPr lang="en-IN" sz="1200" b="0" i="0" kern="1200">
                <a:solidFill>
                  <a:schemeClr val="tx1"/>
                </a:solidFill>
                <a:effectLst/>
                <a:latin typeface="+mn-lt"/>
                <a:ea typeface="+mn-ea"/>
                <a:cs typeface="+mn-cs"/>
              </a:rPr>
              <a:t>CHPROJECT-20653</a:t>
            </a:r>
          </a:p>
          <a:p>
            <a:r>
              <a:rPr lang="en-US" sz="1200" b="0" i="0" kern="1200">
                <a:solidFill>
                  <a:schemeClr val="tx1"/>
                </a:solidFill>
                <a:effectLst/>
                <a:latin typeface="+mn-lt"/>
                <a:ea typeface="+mn-ea"/>
                <a:cs typeface="+mn-cs"/>
              </a:rPr>
              <a:t>account-link-service: </a:t>
            </a:r>
            <a:r>
              <a:rPr lang="en-US" sz="1200" b="0" i="0" kern="1200" err="1">
                <a:solidFill>
                  <a:schemeClr val="tx1"/>
                </a:solidFill>
                <a:effectLst/>
                <a:latin typeface="+mn-lt"/>
                <a:ea typeface="+mn-ea"/>
                <a:cs typeface="+mn-cs"/>
              </a:rPr>
              <a:t>PiNxt</a:t>
            </a:r>
            <a:r>
              <a:rPr lang="en-US" sz="1200" b="0" i="0" kern="1200">
                <a:solidFill>
                  <a:schemeClr val="tx1"/>
                </a:solidFill>
                <a:effectLst/>
                <a:latin typeface="+mn-lt"/>
                <a:ea typeface="+mn-ea"/>
                <a:cs typeface="+mn-cs"/>
              </a:rPr>
              <a:t> is calling a non-existing endpoint for updating account link status. Added new endpoint to match what </a:t>
            </a:r>
            <a:r>
              <a:rPr lang="en-US" sz="1200" b="0" i="0" kern="1200" err="1">
                <a:solidFill>
                  <a:schemeClr val="tx1"/>
                </a:solidFill>
                <a:effectLst/>
                <a:latin typeface="+mn-lt"/>
                <a:ea typeface="+mn-ea"/>
                <a:cs typeface="+mn-cs"/>
              </a:rPr>
              <a:t>PiNxt</a:t>
            </a:r>
            <a:r>
              <a:rPr lang="en-US" sz="1200" b="0" i="0" kern="1200">
                <a:solidFill>
                  <a:schemeClr val="tx1"/>
                </a:solidFill>
                <a:effectLst/>
                <a:latin typeface="+mn-lt"/>
                <a:ea typeface="+mn-ea"/>
                <a:cs typeface="+mn-cs"/>
              </a:rPr>
              <a:t> is calling </a:t>
            </a:r>
            <a:r>
              <a:rPr lang="en-US" sz="1200" b="0" i="0" kern="1200" err="1">
                <a:solidFill>
                  <a:schemeClr val="tx1"/>
                </a:solidFill>
                <a:effectLst/>
                <a:latin typeface="+mn-lt"/>
                <a:ea typeface="+mn-ea"/>
                <a:cs typeface="+mn-cs"/>
              </a:rPr>
              <a:t>AccountLinkService</a:t>
            </a:r>
            <a:r>
              <a:rPr lang="en-US" sz="1200" b="0" i="0" kern="1200">
                <a:solidFill>
                  <a:schemeClr val="tx1"/>
                </a:solidFill>
                <a:effectLst/>
                <a:latin typeface="+mn-lt"/>
                <a:ea typeface="+mn-ea"/>
                <a:cs typeface="+mn-cs"/>
              </a:rPr>
              <a:t> with. This is a temporary fix until </a:t>
            </a:r>
            <a:r>
              <a:rPr lang="en-US" sz="1200" b="0" i="0" kern="1200" err="1">
                <a:solidFill>
                  <a:schemeClr val="tx1"/>
                </a:solidFill>
                <a:effectLst/>
                <a:latin typeface="+mn-lt"/>
                <a:ea typeface="+mn-ea"/>
                <a:cs typeface="+mn-cs"/>
              </a:rPr>
              <a:t>PiNxt</a:t>
            </a:r>
            <a:r>
              <a:rPr lang="en-US" sz="1200" b="0" i="0" kern="1200">
                <a:solidFill>
                  <a:schemeClr val="tx1"/>
                </a:solidFill>
                <a:effectLst/>
                <a:latin typeface="+mn-lt"/>
                <a:ea typeface="+mn-ea"/>
                <a:cs typeface="+mn-cs"/>
              </a:rPr>
              <a:t> fixes the endpoint on their end. - 12/17/25</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CHPROJECT-20653</a:t>
            </a:r>
          </a:p>
          <a:p>
            <a:r>
              <a:rPr lang="en-US" sz="1200" b="0" i="0" kern="1200">
                <a:solidFill>
                  <a:schemeClr val="tx1"/>
                </a:solidFill>
                <a:effectLst/>
                <a:latin typeface="+mn-lt"/>
                <a:ea typeface="+mn-ea"/>
                <a:cs typeface="+mn-cs"/>
              </a:rPr>
              <a:t>data-share-service: ESPN_UNLIMITED was removed from entitlements mapping because we did not expect Comcast to need it. They in fact do require an entitlement for ESPN_UNLIMITED, so we've added it back. -12/15/25</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CHPROJECT-20653</a:t>
            </a:r>
          </a:p>
          <a:p>
            <a:r>
              <a:rPr lang="en-US" sz="1200" b="0" i="0" kern="1200" err="1">
                <a:solidFill>
                  <a:schemeClr val="tx1"/>
                </a:solidFill>
                <a:effectLst/>
                <a:latin typeface="+mn-lt"/>
                <a:ea typeface="+mn-ea"/>
                <a:cs typeface="+mn-cs"/>
              </a:rPr>
              <a:t>PiNxt</a:t>
            </a:r>
            <a:r>
              <a:rPr lang="en-US" sz="1200" b="0" i="0" kern="1200">
                <a:solidFill>
                  <a:schemeClr val="tx1"/>
                </a:solidFill>
                <a:effectLst/>
                <a:latin typeface="+mn-lt"/>
                <a:ea typeface="+mn-ea"/>
                <a:cs typeface="+mn-cs"/>
              </a:rPr>
              <a:t> is calling us with an incorrect request body for </a:t>
            </a:r>
            <a:r>
              <a:rPr lang="en-US" sz="1200" b="0" i="0" kern="1200" err="1">
                <a:solidFill>
                  <a:schemeClr val="tx1"/>
                </a:solidFill>
                <a:effectLst/>
                <a:latin typeface="+mn-lt"/>
                <a:ea typeface="+mn-ea"/>
                <a:cs typeface="+mn-cs"/>
              </a:rPr>
              <a:t>Xumo</a:t>
            </a:r>
            <a:r>
              <a:rPr lang="en-US" sz="1200" b="0" i="0" kern="1200">
                <a:solidFill>
                  <a:schemeClr val="tx1"/>
                </a:solidFill>
                <a:effectLst/>
                <a:latin typeface="+mn-lt"/>
                <a:ea typeface="+mn-ea"/>
                <a:cs typeface="+mn-cs"/>
              </a:rPr>
              <a:t> devices during their Fed Auth flow. They cannot fix it until mid January. Hence. we have made the change to create </a:t>
            </a:r>
            <a:r>
              <a:rPr lang="en-US" sz="1200" b="0" i="0" kern="1200" err="1">
                <a:solidFill>
                  <a:schemeClr val="tx1"/>
                </a:solidFill>
                <a:effectLst/>
                <a:latin typeface="+mn-lt"/>
                <a:ea typeface="+mn-ea"/>
                <a:cs typeface="+mn-cs"/>
              </a:rPr>
              <a:t>Xumo</a:t>
            </a:r>
            <a:r>
              <a:rPr lang="en-US" sz="1200" b="0" i="0" kern="1200">
                <a:solidFill>
                  <a:schemeClr val="tx1"/>
                </a:solidFill>
                <a:effectLst/>
                <a:latin typeface="+mn-lt"/>
                <a:ea typeface="+mn-ea"/>
                <a:cs typeface="+mn-cs"/>
              </a:rPr>
              <a:t> accounts no matter the </a:t>
            </a:r>
            <a:r>
              <a:rPr lang="en-US" sz="1200" b="0" i="0" kern="1200" err="1">
                <a:solidFill>
                  <a:schemeClr val="tx1"/>
                </a:solidFill>
                <a:effectLst/>
                <a:latin typeface="+mn-lt"/>
                <a:ea typeface="+mn-ea"/>
                <a:cs typeface="+mn-cs"/>
              </a:rPr>
              <a:t>hasLinkStatus</a:t>
            </a:r>
            <a:r>
              <a:rPr lang="en-US" sz="1200" b="0" i="0" kern="1200">
                <a:solidFill>
                  <a:schemeClr val="tx1"/>
                </a:solidFill>
                <a:effectLst/>
                <a:latin typeface="+mn-lt"/>
                <a:ea typeface="+mn-ea"/>
                <a:cs typeface="+mn-cs"/>
              </a:rPr>
              <a:t> value. We will revert this change once </a:t>
            </a:r>
            <a:r>
              <a:rPr lang="en-US" sz="1200" b="0" i="0" kern="1200" err="1">
                <a:solidFill>
                  <a:schemeClr val="tx1"/>
                </a:solidFill>
                <a:effectLst/>
                <a:latin typeface="+mn-lt"/>
                <a:ea typeface="+mn-ea"/>
                <a:cs typeface="+mn-cs"/>
              </a:rPr>
              <a:t>PiNxt</a:t>
            </a:r>
            <a:r>
              <a:rPr lang="en-US" sz="1200" b="0" i="0" kern="1200">
                <a:solidFill>
                  <a:schemeClr val="tx1"/>
                </a:solidFill>
                <a:effectLst/>
                <a:latin typeface="+mn-lt"/>
                <a:ea typeface="+mn-ea"/>
                <a:cs typeface="+mn-cs"/>
              </a:rPr>
              <a:t> is in Prod. We need to notify data share service on /link to cover the side effect.</a:t>
            </a:r>
          </a:p>
          <a:p>
            <a:r>
              <a:rPr lang="en-US" sz="1200" b="0" i="0" kern="1200">
                <a:solidFill>
                  <a:schemeClr val="tx1"/>
                </a:solidFill>
                <a:effectLst/>
                <a:latin typeface="+mn-lt"/>
                <a:ea typeface="+mn-ea"/>
                <a:cs typeface="+mn-cs"/>
              </a:rPr>
              <a:t>account-link-service: </a:t>
            </a:r>
            <a:r>
              <a:rPr lang="en-US" sz="1200" b="0" i="0" kern="1200" err="1">
                <a:solidFill>
                  <a:schemeClr val="tx1"/>
                </a:solidFill>
                <a:effectLst/>
                <a:latin typeface="+mn-lt"/>
                <a:ea typeface="+mn-ea"/>
                <a:cs typeface="+mn-cs"/>
              </a:rPr>
              <a:t>Xumo</a:t>
            </a:r>
            <a:r>
              <a:rPr lang="en-US" sz="1200" b="0" i="0" kern="1200">
                <a:solidFill>
                  <a:schemeClr val="tx1"/>
                </a:solidFill>
                <a:effectLst/>
                <a:latin typeface="+mn-lt"/>
                <a:ea typeface="+mn-ea"/>
                <a:cs typeface="+mn-cs"/>
              </a:rPr>
              <a:t> accounts now always start in INITIATED state regardless of </a:t>
            </a:r>
            <a:r>
              <a:rPr lang="en-US" sz="1200" b="0" i="0" kern="1200" err="1">
                <a:solidFill>
                  <a:schemeClr val="tx1"/>
                </a:solidFill>
                <a:effectLst/>
                <a:latin typeface="+mn-lt"/>
                <a:ea typeface="+mn-ea"/>
                <a:cs typeface="+mn-cs"/>
              </a:rPr>
              <a:t>hasLinkStatus</a:t>
            </a:r>
            <a:r>
              <a:rPr lang="en-US" sz="1200" b="0" i="0" kern="1200">
                <a:solidFill>
                  <a:schemeClr val="tx1"/>
                </a:solidFill>
                <a:effectLst/>
                <a:latin typeface="+mn-lt"/>
                <a:ea typeface="+mn-ea"/>
                <a:cs typeface="+mn-cs"/>
              </a:rPr>
              <a:t> flag. Data Share Service notification now triggers for </a:t>
            </a:r>
            <a:r>
              <a:rPr lang="en-US" sz="1200" b="0" i="0" kern="1200" err="1">
                <a:solidFill>
                  <a:schemeClr val="tx1"/>
                </a:solidFill>
                <a:effectLst/>
                <a:latin typeface="+mn-lt"/>
                <a:ea typeface="+mn-ea"/>
                <a:cs typeface="+mn-cs"/>
              </a:rPr>
              <a:t>Xumo</a:t>
            </a:r>
            <a:r>
              <a:rPr lang="en-US" sz="1200" b="0" i="0" kern="1200">
                <a:solidFill>
                  <a:schemeClr val="tx1"/>
                </a:solidFill>
                <a:effectLst/>
                <a:latin typeface="+mn-lt"/>
                <a:ea typeface="+mn-ea"/>
                <a:cs typeface="+mn-cs"/>
              </a:rPr>
              <a:t> partner even when account is already linked (304 response) - 12/15/25</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CHPROJECT-20653</a:t>
            </a:r>
          </a:p>
          <a:p>
            <a:r>
              <a:rPr lang="en-US" sz="1200" b="0" i="0" kern="1200">
                <a:solidFill>
                  <a:schemeClr val="tx1"/>
                </a:solidFill>
                <a:effectLst/>
                <a:latin typeface="+mn-lt"/>
                <a:ea typeface="+mn-ea"/>
                <a:cs typeface="+mn-cs"/>
              </a:rPr>
              <a:t>New accounts shared with Comcast for use on the </a:t>
            </a:r>
            <a:r>
              <a:rPr lang="en-US" sz="1200" b="0" i="0" kern="1200" err="1">
                <a:solidFill>
                  <a:schemeClr val="tx1"/>
                </a:solidFill>
                <a:effectLst/>
                <a:latin typeface="+mn-lt"/>
                <a:ea typeface="+mn-ea"/>
                <a:cs typeface="+mn-cs"/>
              </a:rPr>
              <a:t>Xumo</a:t>
            </a:r>
            <a:r>
              <a:rPr lang="en-US" sz="1200" b="0" i="0" kern="1200">
                <a:solidFill>
                  <a:schemeClr val="tx1"/>
                </a:solidFill>
                <a:effectLst/>
                <a:latin typeface="+mn-lt"/>
                <a:ea typeface="+mn-ea"/>
                <a:cs typeface="+mn-cs"/>
              </a:rPr>
              <a:t> device, won't be able to have the entitlements displayed until after the customer agrees and consents. If they consent after the initial entitlement, </a:t>
            </a:r>
            <a:r>
              <a:rPr lang="en-US" sz="1200" b="0" i="0" kern="1200" err="1">
                <a:solidFill>
                  <a:schemeClr val="tx1"/>
                </a:solidFill>
                <a:effectLst/>
                <a:latin typeface="+mn-lt"/>
                <a:ea typeface="+mn-ea"/>
                <a:cs typeface="+mn-cs"/>
              </a:rPr>
              <a:t>Xumo</a:t>
            </a:r>
            <a:r>
              <a:rPr lang="en-US" sz="1200" b="0" i="0" kern="1200">
                <a:solidFill>
                  <a:schemeClr val="tx1"/>
                </a:solidFill>
                <a:effectLst/>
                <a:latin typeface="+mn-lt"/>
                <a:ea typeface="+mn-ea"/>
                <a:cs typeface="+mn-cs"/>
              </a:rPr>
              <a:t> is not polling for this information, and a change is needed for Charter to manually push a notification as a temporary solution until the CIMA solution is deployed by Comcast for long term use. This change will allow them to launch on schedule.</a:t>
            </a:r>
          </a:p>
          <a:p>
            <a:r>
              <a:rPr lang="en-US" sz="1200" b="0" i="0" kern="1200">
                <a:solidFill>
                  <a:schemeClr val="tx1"/>
                </a:solidFill>
                <a:effectLst/>
                <a:latin typeface="+mn-lt"/>
                <a:ea typeface="+mn-ea"/>
                <a:cs typeface="+mn-cs"/>
              </a:rPr>
              <a:t>account-link-service: Call data-share-service /notify-linked endpoint for each LINK call. - 12/10/25 </a:t>
            </a:r>
          </a:p>
          <a:p>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CHPROJECT-20321</a:t>
            </a:r>
          </a:p>
          <a:p>
            <a:r>
              <a:rPr lang="en-US" sz="1200" b="0" i="0" kern="1200" err="1">
                <a:solidFill>
                  <a:schemeClr val="tx1"/>
                </a:solidFill>
                <a:effectLst/>
                <a:latin typeface="+mn-lt"/>
                <a:ea typeface="+mn-ea"/>
                <a:cs typeface="+mn-cs"/>
              </a:rPr>
              <a:t>dtc</a:t>
            </a:r>
            <a:r>
              <a:rPr lang="en-US" sz="1200" b="0" i="0" kern="1200">
                <a:solidFill>
                  <a:schemeClr val="tx1"/>
                </a:solidFill>
                <a:effectLst/>
                <a:latin typeface="+mn-lt"/>
                <a:ea typeface="+mn-ea"/>
                <a:cs typeface="+mn-cs"/>
              </a:rPr>
              <a:t>-recon-service: There has been minor enhancements in logging and observability in general. Added a fix to cancel a job during post-processing, which gives us a handle on the reconciliation job context. Switched Disney and </a:t>
            </a:r>
            <a:r>
              <a:rPr lang="en-US" sz="1200" b="0" i="0" kern="1200" err="1">
                <a:solidFill>
                  <a:schemeClr val="tx1"/>
                </a:solidFill>
                <a:effectLst/>
                <a:latin typeface="+mn-lt"/>
                <a:ea typeface="+mn-ea"/>
                <a:cs typeface="+mn-cs"/>
              </a:rPr>
              <a:t>Televisa</a:t>
            </a:r>
            <a:r>
              <a:rPr lang="en-US" sz="1200" b="0" i="0" kern="1200">
                <a:solidFill>
                  <a:schemeClr val="tx1"/>
                </a:solidFill>
                <a:effectLst/>
                <a:latin typeface="+mn-lt"/>
                <a:ea typeface="+mn-ea"/>
                <a:cs typeface="+mn-cs"/>
              </a:rPr>
              <a:t> Univision reconciliation to run in an automated fashion without manual intervention.</a:t>
            </a:r>
          </a:p>
          <a:p>
            <a:r>
              <a:rPr lang="en-US" sz="1200" b="0" i="0" kern="1200" err="1">
                <a:solidFill>
                  <a:schemeClr val="tx1"/>
                </a:solidFill>
                <a:effectLst/>
                <a:latin typeface="+mn-lt"/>
                <a:ea typeface="+mn-ea"/>
                <a:cs typeface="+mn-cs"/>
              </a:rPr>
              <a:t>dtc</a:t>
            </a:r>
            <a:r>
              <a:rPr lang="en-US" sz="1200" b="0" i="0" kern="1200">
                <a:solidFill>
                  <a:schemeClr val="tx1"/>
                </a:solidFill>
                <a:effectLst/>
                <a:latin typeface="+mn-lt"/>
                <a:ea typeface="+mn-ea"/>
                <a:cs typeface="+mn-cs"/>
              </a:rPr>
              <a:t>-paramount-recon-service: Fix to mitigate partial updates to the </a:t>
            </a:r>
            <a:r>
              <a:rPr lang="en-US" sz="1200" b="0" i="0" kern="1200" err="1">
                <a:solidFill>
                  <a:schemeClr val="tx1"/>
                </a:solidFill>
                <a:effectLst/>
                <a:latin typeface="+mn-lt"/>
                <a:ea typeface="+mn-ea"/>
                <a:cs typeface="+mn-cs"/>
              </a:rPr>
              <a:t>dtc</a:t>
            </a:r>
            <a:r>
              <a:rPr lang="en-US" sz="1200" b="0" i="0" kern="1200">
                <a:solidFill>
                  <a:schemeClr val="tx1"/>
                </a:solidFill>
                <a:effectLst/>
                <a:latin typeface="+mn-lt"/>
                <a:ea typeface="+mn-ea"/>
                <a:cs typeface="+mn-cs"/>
              </a:rPr>
              <a:t> entitlements document. This will ensure fields NOT being removed when it is an empty/null value.</a:t>
            </a:r>
          </a:p>
          <a:p>
            <a:r>
              <a:rPr lang="en-US" sz="1200" b="0" i="0" kern="1200">
                <a:solidFill>
                  <a:schemeClr val="tx1"/>
                </a:solidFill>
                <a:effectLst/>
                <a:latin typeface="+mn-lt"/>
                <a:ea typeface="+mn-ea"/>
                <a:cs typeface="+mn-cs"/>
              </a:rPr>
              <a:t>direct-to-customer: Fix to mitigate partial updates to the </a:t>
            </a:r>
            <a:r>
              <a:rPr lang="en-US" sz="1200" b="0" i="0" kern="1200" err="1">
                <a:solidFill>
                  <a:schemeClr val="tx1"/>
                </a:solidFill>
                <a:effectLst/>
                <a:latin typeface="+mn-lt"/>
                <a:ea typeface="+mn-ea"/>
                <a:cs typeface="+mn-cs"/>
              </a:rPr>
              <a:t>dtc</a:t>
            </a:r>
            <a:r>
              <a:rPr lang="en-US" sz="1200" b="0" i="0" kern="1200">
                <a:solidFill>
                  <a:schemeClr val="tx1"/>
                </a:solidFill>
                <a:effectLst/>
                <a:latin typeface="+mn-lt"/>
                <a:ea typeface="+mn-ea"/>
                <a:cs typeface="+mn-cs"/>
              </a:rPr>
              <a:t> entitlements document. This will ensure fields NOT being removed when it is an empty/null value.</a:t>
            </a:r>
          </a:p>
          <a:p>
            <a:r>
              <a:rPr lang="en-US" sz="1200" b="0" i="0" kern="1200" err="1">
                <a:solidFill>
                  <a:schemeClr val="tx1"/>
                </a:solidFill>
                <a:effectLst/>
                <a:latin typeface="+mn-lt"/>
                <a:ea typeface="+mn-ea"/>
                <a:cs typeface="+mn-cs"/>
              </a:rPr>
              <a:t>effie</a:t>
            </a:r>
            <a:r>
              <a:rPr lang="en-US" sz="1200" b="0" i="0" kern="1200">
                <a:solidFill>
                  <a:schemeClr val="tx1"/>
                </a:solidFill>
                <a:effectLst/>
                <a:latin typeface="+mn-lt"/>
                <a:ea typeface="+mn-ea"/>
                <a:cs typeface="+mn-cs"/>
              </a:rPr>
              <a:t>-consumer-it-data: Fix to ensure real time entitlement processing does not update Disney duo basic inclusion products if there is only an </a:t>
            </a:r>
            <a:r>
              <a:rPr lang="en-US" sz="1200" b="0" i="0" kern="1200" err="1">
                <a:solidFill>
                  <a:schemeClr val="tx1"/>
                </a:solidFill>
                <a:effectLst/>
                <a:latin typeface="+mn-lt"/>
                <a:ea typeface="+mn-ea"/>
                <a:cs typeface="+mn-cs"/>
              </a:rPr>
              <a:t>entitlementCodeTxt</a:t>
            </a:r>
            <a:r>
              <a:rPr lang="en-US" sz="1200" b="0" i="0" kern="1200">
                <a:solidFill>
                  <a:schemeClr val="tx1"/>
                </a:solidFill>
                <a:effectLst/>
                <a:latin typeface="+mn-lt"/>
                <a:ea typeface="+mn-ea"/>
                <a:cs typeface="+mn-cs"/>
              </a:rPr>
              <a:t> difference. These unnecessary updates can lead to issues where CSG events overwrite </a:t>
            </a:r>
            <a:r>
              <a:rPr lang="en-US" sz="1200" b="0" i="0" kern="1200" err="1">
                <a:solidFill>
                  <a:schemeClr val="tx1"/>
                </a:solidFill>
                <a:effectLst/>
                <a:latin typeface="+mn-lt"/>
                <a:ea typeface="+mn-ea"/>
                <a:cs typeface="+mn-cs"/>
              </a:rPr>
              <a:t>Ascendon</a:t>
            </a:r>
            <a:r>
              <a:rPr lang="en-US" sz="1200" b="0" i="0" kern="1200">
                <a:solidFill>
                  <a:schemeClr val="tx1"/>
                </a:solidFill>
                <a:effectLst/>
                <a:latin typeface="+mn-lt"/>
                <a:ea typeface="+mn-ea"/>
                <a:cs typeface="+mn-cs"/>
              </a:rPr>
              <a:t> events when they occur at the exact same time.</a:t>
            </a:r>
          </a:p>
          <a:p>
            <a:r>
              <a:rPr lang="en-US" sz="1200" b="0" i="0" kern="1200" err="1">
                <a:solidFill>
                  <a:schemeClr val="tx1"/>
                </a:solidFill>
                <a:effectLst/>
                <a:latin typeface="+mn-lt"/>
                <a:ea typeface="+mn-ea"/>
                <a:cs typeface="+mn-cs"/>
              </a:rPr>
              <a:t>tc</a:t>
            </a:r>
            <a:r>
              <a:rPr lang="en-US" sz="1200" b="0" i="0" kern="1200">
                <a:solidFill>
                  <a:schemeClr val="tx1"/>
                </a:solidFill>
                <a:effectLst/>
                <a:latin typeface="+mn-lt"/>
                <a:ea typeface="+mn-ea"/>
                <a:cs typeface="+mn-cs"/>
              </a:rPr>
              <a:t>-subscriber-monitoring-service: Fix to phase one cache-miss endpoint to ensure entitlement Ids are rotated correctly and products retain activation.</a:t>
            </a:r>
          </a:p>
          <a:p>
            <a:r>
              <a:rPr lang="en-US" sz="1200" b="0" i="0" kern="1200">
                <a:solidFill>
                  <a:schemeClr val="tx1"/>
                </a:solidFill>
                <a:effectLst/>
                <a:latin typeface="+mn-lt"/>
                <a:ea typeface="+mn-ea"/>
                <a:cs typeface="+mn-cs"/>
              </a:rPr>
              <a:t>data-share-service: Notify comcast each time new /notify-linked endpoint is called. Change "</a:t>
            </a:r>
            <a:r>
              <a:rPr lang="en-US" sz="1200" b="0" i="0" kern="1200" err="1">
                <a:solidFill>
                  <a:schemeClr val="tx1"/>
                </a:solidFill>
                <a:effectLst/>
                <a:latin typeface="+mn-lt"/>
                <a:ea typeface="+mn-ea"/>
                <a:cs typeface="+mn-cs"/>
              </a:rPr>
              <a:t>appId</a:t>
            </a:r>
            <a:r>
              <a:rPr lang="en-US" sz="1200" b="0" i="0" kern="1200">
                <a:solidFill>
                  <a:schemeClr val="tx1"/>
                </a:solidFill>
                <a:effectLst/>
                <a:latin typeface="+mn-lt"/>
                <a:ea typeface="+mn-ea"/>
                <a:cs typeface="+mn-cs"/>
              </a:rPr>
              <a:t>" and "tier" for ESPN_PLUS to "</a:t>
            </a:r>
            <a:r>
              <a:rPr lang="en-US" sz="1200" b="0" i="0" kern="1200" err="1">
                <a:solidFill>
                  <a:schemeClr val="tx1"/>
                </a:solidFill>
                <a:effectLst/>
                <a:latin typeface="+mn-lt"/>
                <a:ea typeface="+mn-ea"/>
                <a:cs typeface="+mn-cs"/>
              </a:rPr>
              <a:t>ESPNPlus</a:t>
            </a:r>
            <a:r>
              <a:rPr lang="en-US" sz="1200" b="0" i="0" kern="1200">
                <a:solidFill>
                  <a:schemeClr val="tx1"/>
                </a:solidFill>
                <a:effectLst/>
                <a:latin typeface="+mn-lt"/>
                <a:ea typeface="+mn-ea"/>
                <a:cs typeface="+mn-cs"/>
              </a:rPr>
              <a:t>" and "Basic" - 12/10/25 </a:t>
            </a:r>
          </a:p>
          <a:p>
            <a:pPr rtl="0" fontAlgn="base"/>
            <a:endParaRPr lang="en-US" sz="1200" b="0" i="0" kern="1200">
              <a:solidFill>
                <a:schemeClr val="tx1"/>
              </a:solidFill>
              <a:effectLst/>
              <a:latin typeface="+mn-lt"/>
              <a:ea typeface="+mn-ea"/>
              <a:cs typeface="+mn-cs"/>
            </a:endParaRPr>
          </a:p>
          <a:p>
            <a:pPr rtl="0" fontAlgn="base"/>
            <a:r>
              <a:rPr lang="en-US" sz="1200" b="0" i="0" kern="1200">
                <a:solidFill>
                  <a:schemeClr val="tx1"/>
                </a:solidFill>
                <a:effectLst/>
                <a:latin typeface="+mn-lt"/>
                <a:ea typeface="+mn-ea"/>
                <a:cs typeface="+mn-cs"/>
              </a:rPr>
              <a:t>​</a:t>
            </a:r>
            <a:r>
              <a:rPr lang="en-US" sz="1200" b="1" i="0" u="none" strike="noStrike" kern="1200">
                <a:solidFill>
                  <a:schemeClr val="tx1"/>
                </a:solidFill>
                <a:effectLst/>
                <a:latin typeface="+mn-lt"/>
                <a:ea typeface="+mn-ea"/>
                <a:cs typeface="+mn-cs"/>
              </a:rPr>
              <a:t>October’25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Reconciliation snapshot file generated by Charter for Paramount and Disney has an issue with the last line not being flushed out prior to uploading the file to respective buckets </a:t>
            </a:r>
            <a:r>
              <a:rPr lang="en-US" sz="1200" b="0" i="0" kern="1200" err="1">
                <a:solidFill>
                  <a:schemeClr val="tx1"/>
                </a:solidFill>
                <a:effectLst/>
                <a:latin typeface="+mn-lt"/>
                <a:ea typeface="+mn-ea"/>
                <a:cs typeface="+mn-cs"/>
              </a:rPr>
              <a:t>effie</a:t>
            </a:r>
            <a:r>
              <a:rPr lang="en-US" sz="1200" b="0" i="0" kern="1200">
                <a:solidFill>
                  <a:schemeClr val="tx1"/>
                </a:solidFill>
                <a:effectLst/>
                <a:latin typeface="+mn-lt"/>
                <a:ea typeface="+mn-ea"/>
                <a:cs typeface="+mn-cs"/>
              </a:rPr>
              <a:t>-data-extractor:</a:t>
            </a:r>
          </a:p>
          <a:p>
            <a:r>
              <a:rPr lang="en-US" sz="1200" b="0" i="0" kern="1200">
                <a:solidFill>
                  <a:schemeClr val="tx1"/>
                </a:solidFill>
                <a:effectLst/>
                <a:latin typeface="+mn-lt"/>
                <a:ea typeface="+mn-ea"/>
                <a:cs typeface="+mn-cs"/>
              </a:rPr>
              <a:t>Fixed issue with file flushes - 10/02/25</a:t>
            </a:r>
          </a:p>
          <a:p>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September’25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CHPROJECT-25089, CHPROJECT-24728 - 9/25/25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The WBD recon job has been shown to overwrite data updates from other applications due to its design. Until these issues can be addressed, preventing the recon from making changes in production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To resolve some performance issues with various DTC reporting job, the Effie-data-extractor has internal changes to dynamically adjust its internal work Queue and batch size and ensure memory limits are considered. Also updated the monthly account cleanup job to run on the 5th (instead of the 1st) so it doesn't interfere with the DTC recon jobs that run on the first. Updated the scheduled for both the Disney and Paramount recon snapshot jobs so they don't overlap and paramount finishes before 10PM (mountain) as requested by Paramount</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CHPROJECT-25089 - 9/17/25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The DTC Activation History reporting job in production has major performance issues and the job can take up to 12 hours to finish. This impacts downstream clients that use this data for DTC reporting needs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Effie-data-extractor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performance issues with DTC Activation History Job</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Split up of activation history file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DTC reporting summary file name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Enhanced DTC reporting job performance </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CHPROJECT-26077 - 9/15/25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While evaluating the changes made for the Transactional Billing 1.1 project, there remained some cases where incorrect prices were still showing up in both AOS and SSPP. It was determined that a major cause of these were different RDM Codes for the same product being used in the CSG and </a:t>
            </a:r>
            <a:r>
              <a:rPr lang="en-US" sz="1200" b="0" i="0" u="none" strike="noStrike" kern="1200" err="1">
                <a:solidFill>
                  <a:schemeClr val="tx1"/>
                </a:solidFill>
                <a:effectLst/>
                <a:latin typeface="+mn-lt"/>
                <a:ea typeface="+mn-ea"/>
                <a:cs typeface="+mn-cs"/>
              </a:rPr>
              <a:t>Ascendon</a:t>
            </a:r>
            <a:r>
              <a:rPr lang="en-US" sz="1200" b="0" i="0" u="none" strike="noStrike" kern="1200">
                <a:solidFill>
                  <a:schemeClr val="tx1"/>
                </a:solidFill>
                <a:effectLst/>
                <a:latin typeface="+mn-lt"/>
                <a:ea typeface="+mn-ea"/>
                <a:cs typeface="+mn-cs"/>
              </a:rPr>
              <a:t> billers. The changes in direct-to-customer for this release update our code mappings to reflect these changes when returning available offers to the front-end applications</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CHPROJECT-26077 - 9/11/25</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a bug in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 that prevented messages from being processed correctly if the customer has no CSG Standard Codes, and the app checks for an Inclusion product</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-recon-service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AMC-Recon - Handling multiple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 entitlement records fetched for given entitlement Id</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AMC-Recon-Cleanup - Find record by entitlement id and don't fall back on identity </a:t>
            </a:r>
            <a:r>
              <a:rPr lang="en-US" sz="1200" b="0" i="0" u="none" strike="noStrike" kern="1200" err="1">
                <a:solidFill>
                  <a:schemeClr val="tx1"/>
                </a:solidFill>
                <a:effectLst/>
                <a:latin typeface="+mn-lt"/>
                <a:ea typeface="+mn-ea"/>
                <a:cs typeface="+mn-cs"/>
              </a:rPr>
              <a:t>guid</a:t>
            </a:r>
            <a:r>
              <a:rPr lang="en-US" sz="1200" b="0" i="0" u="none" strike="noStrike" kern="1200">
                <a:solidFill>
                  <a:schemeClr val="tx1"/>
                </a:solidFill>
                <a:effectLst/>
                <a:latin typeface="+mn-lt"/>
                <a:ea typeface="+mn-ea"/>
                <a:cs typeface="+mn-cs"/>
              </a:rPr>
              <a:t> for AMC and don't send the corresponding metric from the report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Effie-data-extractor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DTC reporting - split into multiple smaller files and included a summary file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Delete local temp files when jobs finish</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Created 3 new pod groups: </a:t>
            </a:r>
            <a:r>
              <a:rPr lang="en-US" sz="1200" b="0" i="0" u="none" strike="noStrike" kern="1200" err="1">
                <a:solidFill>
                  <a:schemeClr val="tx1"/>
                </a:solidFill>
                <a:effectLst/>
                <a:latin typeface="+mn-lt"/>
                <a:ea typeface="+mn-ea"/>
                <a:cs typeface="+mn-cs"/>
              </a:rPr>
              <a:t>extractoradhoc</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extractordtcmiscreporting</a:t>
            </a:r>
            <a:r>
              <a:rPr lang="en-US" sz="1200" b="0" i="0" u="none" strike="noStrike" kern="1200">
                <a:solidFill>
                  <a:schemeClr val="tx1"/>
                </a:solidFill>
                <a:effectLst/>
                <a:latin typeface="+mn-lt"/>
                <a:ea typeface="+mn-ea"/>
                <a:cs typeface="+mn-cs"/>
              </a:rPr>
              <a:t>, </a:t>
            </a:r>
            <a:r>
              <a:rPr lang="en-US" sz="1200" b="0" i="0" u="none" strike="noStrike" kern="1200" err="1">
                <a:solidFill>
                  <a:schemeClr val="tx1"/>
                </a:solidFill>
                <a:effectLst/>
                <a:latin typeface="+mn-lt"/>
                <a:ea typeface="+mn-ea"/>
                <a:cs typeface="+mn-cs"/>
              </a:rPr>
              <a:t>extractordtcactivationhistory</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Allow provisioning codes and install codes come in separately</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New field "</a:t>
            </a:r>
            <a:r>
              <a:rPr lang="en-US" sz="1200" b="0" i="0" u="none" strike="noStrike" kern="1200" err="1">
                <a:solidFill>
                  <a:schemeClr val="tx1"/>
                </a:solidFill>
                <a:effectLst/>
                <a:latin typeface="+mn-lt"/>
                <a:ea typeface="+mn-ea"/>
                <a:cs typeface="+mn-cs"/>
              </a:rPr>
              <a:t>nfstNewCustomerDiscount</a:t>
            </a:r>
            <a:r>
              <a:rPr lang="en-US" sz="1200" b="0" i="0" u="none" strike="noStrike" kern="1200">
                <a:solidFill>
                  <a:schemeClr val="tx1"/>
                </a:solidFill>
                <a:effectLst/>
                <a:latin typeface="+mn-lt"/>
                <a:ea typeface="+mn-ea"/>
                <a:cs typeface="+mn-cs"/>
              </a:rPr>
              <a:t>" addition in </a:t>
            </a:r>
            <a:r>
              <a:rPr lang="en-US" sz="1200" b="0" i="0" u="none" strike="noStrike" kern="1200" err="1">
                <a:solidFill>
                  <a:schemeClr val="tx1"/>
                </a:solidFill>
                <a:effectLst/>
                <a:latin typeface="+mn-lt"/>
                <a:ea typeface="+mn-ea"/>
                <a:cs typeface="+mn-cs"/>
              </a:rPr>
              <a:t>ReportingFlags</a:t>
            </a:r>
            <a:r>
              <a:rPr lang="en-US" sz="1200" b="0" i="0" u="none" strike="noStrike" kern="1200">
                <a:solidFill>
                  <a:schemeClr val="tx1"/>
                </a:solidFill>
                <a:effectLst/>
                <a:latin typeface="+mn-lt"/>
                <a:ea typeface="+mn-ea"/>
                <a:cs typeface="+mn-cs"/>
              </a:rPr>
              <a:t> metadata and update activations/accounts csv file to populate the new value for the column "</a:t>
            </a:r>
            <a:r>
              <a:rPr lang="en-US" sz="1200" b="0" i="0" u="none" strike="noStrike" kern="1200" err="1">
                <a:solidFill>
                  <a:schemeClr val="tx1"/>
                </a:solidFill>
                <a:effectLst/>
                <a:latin typeface="+mn-lt"/>
                <a:ea typeface="+mn-ea"/>
                <a:cs typeface="+mn-cs"/>
              </a:rPr>
              <a:t>nfstNewCustomerDiscount</a:t>
            </a:r>
            <a:r>
              <a:rPr lang="en-US"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 SPC call and append </a:t>
            </a:r>
            <a:r>
              <a:rPr lang="en-US" sz="1200" b="0" i="0" u="none" strike="noStrike" kern="1200" err="1">
                <a:solidFill>
                  <a:schemeClr val="tx1"/>
                </a:solidFill>
                <a:effectLst/>
                <a:latin typeface="+mn-lt"/>
                <a:ea typeface="+mn-ea"/>
                <a:cs typeface="+mn-cs"/>
              </a:rPr>
              <a:t>orderID</a:t>
            </a:r>
            <a:r>
              <a:rPr lang="en-US" sz="1200" b="0" i="0" u="none" strike="noStrike" kern="1200">
                <a:solidFill>
                  <a:schemeClr val="tx1"/>
                </a:solidFill>
                <a:effectLst/>
                <a:latin typeface="+mn-lt"/>
                <a:ea typeface="+mn-ea"/>
                <a:cs typeface="+mn-cs"/>
              </a:rPr>
              <a:t> and </a:t>
            </a:r>
            <a:r>
              <a:rPr lang="en-US" sz="1200" b="0" i="0" u="none" strike="noStrike" kern="1200" err="1">
                <a:solidFill>
                  <a:schemeClr val="tx1"/>
                </a:solidFill>
                <a:effectLst/>
                <a:latin typeface="+mn-lt"/>
                <a:ea typeface="+mn-ea"/>
                <a:cs typeface="+mn-cs"/>
              </a:rPr>
              <a:t>orderDate</a:t>
            </a:r>
            <a:r>
              <a:rPr lang="en-US" sz="1200" b="0" i="0" u="none" strike="noStrike" kern="1200">
                <a:solidFill>
                  <a:schemeClr val="tx1"/>
                </a:solidFill>
                <a:effectLst/>
                <a:latin typeface="+mn-lt"/>
                <a:ea typeface="+mn-ea"/>
                <a:cs typeface="+mn-cs"/>
              </a:rPr>
              <a:t> to CSV Generation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Effie-consumer-it-data</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Deleted old entitlements when duplicate entitlements are created for old and new account ids during account transfer</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CHPROJECT-26077 - 9/4/25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Fixes to resolve prod issue with running the Paramount and Disney snapshot recon jobs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Effie-data-extractor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Enhanced additional and system logging in DTC reporting worker code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NPE when additional logging is enabled and items from work queue are null</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Explicitly created beans for </a:t>
            </a:r>
            <a:r>
              <a:rPr lang="en-US" sz="1200" b="0" i="0" u="none" strike="noStrike" kern="1200" err="1">
                <a:solidFill>
                  <a:schemeClr val="tx1"/>
                </a:solidFill>
                <a:effectLst/>
                <a:latin typeface="+mn-lt"/>
                <a:ea typeface="+mn-ea"/>
                <a:cs typeface="+mn-cs"/>
              </a:rPr>
              <a:t>ThreadPoolTaskScheduler</a:t>
            </a:r>
            <a:r>
              <a:rPr lang="en-US" sz="1200" b="0" i="0" u="none" strike="noStrike" kern="1200">
                <a:solidFill>
                  <a:schemeClr val="tx1"/>
                </a:solidFill>
                <a:effectLst/>
                <a:latin typeface="+mn-lt"/>
                <a:ea typeface="+mn-ea"/>
                <a:cs typeface="+mn-cs"/>
              </a:rPr>
              <a:t> and </a:t>
            </a:r>
            <a:r>
              <a:rPr lang="en-US" sz="1200" b="0" i="0" u="none" strike="noStrike" kern="1200" err="1">
                <a:solidFill>
                  <a:schemeClr val="tx1"/>
                </a:solidFill>
                <a:effectLst/>
                <a:latin typeface="+mn-lt"/>
                <a:ea typeface="+mn-ea"/>
                <a:cs typeface="+mn-cs"/>
              </a:rPr>
              <a:t>TaskScheduler</a:t>
            </a:r>
            <a:r>
              <a:rPr lang="en-US" sz="1200" b="0" i="0" u="none" strike="noStrike" kern="1200">
                <a:solidFill>
                  <a:schemeClr val="tx1"/>
                </a:solidFill>
                <a:effectLst/>
                <a:latin typeface="+mn-lt"/>
                <a:ea typeface="+mn-ea"/>
                <a:cs typeface="+mn-cs"/>
              </a:rPr>
              <a:t> to capture errors and log them</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CHPROJECT-26077 - 9/3/25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The DTC team has been monitoring dry runs of the Peacock reconciliation process and reviewing results before actual runs to validate stability of the process. For NBC/Peacock there have been multiple runs without concerns, so the team will be updating the flag to do an automated run in production rather than a dry run followed by a manual run, moving forward</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Since completing the SKU Swaps for the new Hulu Inclusion and ESPN Unlimited offer, some issues have been seen with the Disney recon. This deployment will include changes to address those issues and ensure the job runs to completion, and updates all difference records accurately</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This deployment includes two changes for </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 the first will be to update the location for reporting so that data feeds can begin to be sent to Video Insights for reporting and quality analysis. The second change will separate out FCO values between NFL Sunday Ticket, and Peacock Sports Pass. Currently the same value is being used for both products </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Some additional updates will be made to address Seamless Entertainment needs, these include RDM code updates, and a fix to address a scenario where an upgrade was not switched to an inclusion process correctly</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August’25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CHPROJECT-26077 - 08/28/2025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direct-to-customer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logging for sending </a:t>
            </a:r>
            <a:r>
              <a:rPr lang="en-US" sz="1200" b="0" i="0" u="none" strike="noStrike" kern="1200" err="1">
                <a:solidFill>
                  <a:schemeClr val="tx1"/>
                </a:solidFill>
                <a:effectLst/>
                <a:latin typeface="+mn-lt"/>
                <a:ea typeface="+mn-ea"/>
                <a:cs typeface="+mn-cs"/>
              </a:rPr>
              <a:t>perff</a:t>
            </a:r>
            <a:r>
              <a:rPr lang="en-US" sz="1200" b="0" i="0" u="none" strike="noStrike" kern="1200">
                <a:solidFill>
                  <a:schemeClr val="tx1"/>
                </a:solidFill>
                <a:effectLst/>
                <a:latin typeface="+mn-lt"/>
                <a:ea typeface="+mn-ea"/>
                <a:cs typeface="+mn-cs"/>
              </a:rPr>
              <a:t> communication message for UCC eligibility notification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issue with notify endpoint that caused certain partners not to be added to Activation History report</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-consumer-it-data</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Removed customer classification and sub-classification considerations when deciding if an account can upgrade entitlements</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CHPROJECT-26077, CHPROJECT-24527 - 08/27/2025</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-paramount-recon-service business logic fixes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Data Conflict fix when multiple differences are found</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markdown message to </a:t>
            </a:r>
            <a:r>
              <a:rPr lang="en-US" sz="1200" b="0" i="0" u="none" strike="noStrike" kern="1200" err="1">
                <a:solidFill>
                  <a:schemeClr val="tx1"/>
                </a:solidFill>
                <a:effectLst/>
                <a:latin typeface="+mn-lt"/>
                <a:ea typeface="+mn-ea"/>
                <a:cs typeface="+mn-cs"/>
              </a:rPr>
              <a:t>webex</a:t>
            </a:r>
            <a:r>
              <a:rPr lang="en-US" sz="1200" b="0" i="0" u="none" strike="noStrike" kern="1200">
                <a:solidFill>
                  <a:schemeClr val="tx1"/>
                </a:solidFill>
                <a:effectLst/>
                <a:latin typeface="+mn-lt"/>
                <a:ea typeface="+mn-ea"/>
                <a:cs typeface="+mn-cs"/>
              </a:rPr>
              <a:t> room</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configurable explicit wait to account for mongo secondary read delays at </a:t>
            </a:r>
            <a:r>
              <a:rPr lang="en-US" sz="1200" b="0" i="0" u="none" strike="noStrike" kern="1200" err="1">
                <a:solidFill>
                  <a:schemeClr val="tx1"/>
                </a:solidFill>
                <a:effectLst/>
                <a:latin typeface="+mn-lt"/>
                <a:ea typeface="+mn-ea"/>
                <a:cs typeface="+mn-cs"/>
              </a:rPr>
              <a:t>dtc</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rule evaluation to handle Paramount canceled for DATA_CONFLICT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false </a:t>
            </a:r>
            <a:r>
              <a:rPr lang="en-US" sz="1200" b="0" i="0" u="none" strike="noStrike" kern="1200" err="1">
                <a:solidFill>
                  <a:schemeClr val="tx1"/>
                </a:solidFill>
                <a:effectLst/>
                <a:latin typeface="+mn-lt"/>
                <a:ea typeface="+mn-ea"/>
                <a:cs typeface="+mn-cs"/>
              </a:rPr>
              <a:t>db</a:t>
            </a:r>
            <a:r>
              <a:rPr lang="en-US" sz="1200" b="0" i="0" u="none" strike="noStrike" kern="1200">
                <a:solidFill>
                  <a:schemeClr val="tx1"/>
                </a:solidFill>
                <a:effectLst/>
                <a:latin typeface="+mn-lt"/>
                <a:ea typeface="+mn-ea"/>
                <a:cs typeface="+mn-cs"/>
              </a:rPr>
              <a:t> updated failures for </a:t>
            </a:r>
            <a:r>
              <a:rPr lang="en-US" sz="1200" b="0" i="0" u="none" strike="noStrike" kern="1200" err="1">
                <a:solidFill>
                  <a:schemeClr val="tx1"/>
                </a:solidFill>
                <a:effectLst/>
                <a:latin typeface="+mn-lt"/>
                <a:ea typeface="+mn-ea"/>
                <a:cs typeface="+mn-cs"/>
              </a:rPr>
              <a:t>ProductStatusChangeReason.ADDED</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direct-to-customer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logging for sending </a:t>
            </a:r>
            <a:r>
              <a:rPr lang="en-US" sz="1200" b="0" i="0" u="none" strike="noStrike" kern="1200" err="1">
                <a:solidFill>
                  <a:schemeClr val="tx1"/>
                </a:solidFill>
                <a:effectLst/>
                <a:latin typeface="+mn-lt"/>
                <a:ea typeface="+mn-ea"/>
                <a:cs typeface="+mn-cs"/>
              </a:rPr>
              <a:t>perferred</a:t>
            </a:r>
            <a:r>
              <a:rPr lang="en-US" sz="1200" b="0" i="0" u="none" strike="noStrike" kern="1200">
                <a:solidFill>
                  <a:schemeClr val="tx1"/>
                </a:solidFill>
                <a:effectLst/>
                <a:latin typeface="+mn-lt"/>
                <a:ea typeface="+mn-ea"/>
                <a:cs typeface="+mn-cs"/>
              </a:rPr>
              <a:t> communication message for UCC eligibility notification.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issue with notify endpoint that caused certain partners not to be added to Activation History report</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-recon-service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Refactored metrics gathering and reporting (Tech Debt)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Stopped using String job type values in favor of using an Enum (Tech Debt)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Product already activated count metric added for AMC recon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File last modified date issue fix for AMC recon</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Migrate </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 from 7-product to 2-product family architecture </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Populate order number and order date in </a:t>
            </a:r>
            <a:r>
              <a:rPr lang="en-US" sz="1200" b="0" i="0" u="none" strike="noStrike" kern="1200" err="1">
                <a:solidFill>
                  <a:schemeClr val="tx1"/>
                </a:solidFill>
                <a:effectLst/>
                <a:latin typeface="+mn-lt"/>
                <a:ea typeface="+mn-ea"/>
                <a:cs typeface="+mn-cs"/>
              </a:rPr>
              <a:t>cvs</a:t>
            </a:r>
            <a:r>
              <a:rPr lang="en-US" sz="1200" b="0" i="0" u="none" strike="noStrike" kern="1200">
                <a:solidFill>
                  <a:schemeClr val="tx1"/>
                </a:solidFill>
                <a:effectLst/>
                <a:latin typeface="+mn-lt"/>
                <a:ea typeface="+mn-ea"/>
                <a:cs typeface="+mn-cs"/>
              </a:rPr>
              <a:t> using SPC call</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Removed </a:t>
            </a:r>
            <a:r>
              <a:rPr lang="en-US" sz="1200" b="0" i="0" u="none" strike="noStrike" kern="1200" err="1">
                <a:solidFill>
                  <a:schemeClr val="tx1"/>
                </a:solidFill>
                <a:effectLst/>
                <a:latin typeface="+mn-lt"/>
                <a:ea typeface="+mn-ea"/>
                <a:cs typeface="+mn-cs"/>
              </a:rPr>
              <a:t>IdentityGUID</a:t>
            </a:r>
            <a:r>
              <a:rPr lang="en-US" sz="1200" b="0" i="0" u="none" strike="noStrike" kern="1200">
                <a:solidFill>
                  <a:schemeClr val="tx1"/>
                </a:solidFill>
                <a:effectLst/>
                <a:latin typeface="+mn-lt"/>
                <a:ea typeface="+mn-ea"/>
                <a:cs typeface="+mn-cs"/>
              </a:rPr>
              <a:t> from paramount extraction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Disney Recon config to run everyday at 2AM MST</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-consumer-it-data</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customer classification and sub-classification considerations when deciding if an account can upgrade entitlements.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partner notifications for user type changes for Paramount products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Updated ESPN with missing codes and cleaned up unused codes</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-shared-config</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a:t>
            </a:r>
            <a:r>
              <a:rPr lang="en-US" sz="1200" b="0" i="0" u="none" strike="noStrike" kern="1200" err="1">
                <a:solidFill>
                  <a:schemeClr val="tx1"/>
                </a:solidFill>
                <a:effectLst/>
                <a:latin typeface="+mn-lt"/>
                <a:ea typeface="+mn-ea"/>
                <a:cs typeface="+mn-cs"/>
              </a:rPr>
              <a:t>dtc_everpass_partner_entitlement</a:t>
            </a:r>
            <a:r>
              <a:rPr lang="en-US" sz="1200" b="0" i="0" u="none" strike="noStrike" kern="1200">
                <a:solidFill>
                  <a:schemeClr val="tx1"/>
                </a:solidFill>
                <a:effectLst/>
                <a:latin typeface="+mn-lt"/>
                <a:ea typeface="+mn-ea"/>
                <a:cs typeface="+mn-cs"/>
              </a:rPr>
              <a:t> with primary and secondary key</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CHPROJECT-24854, CHPROJECT-24853, CHPROJECT-26077 - 08/20/2025</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Changed the version to 1.0.0 to since TX Billing 1.0 is in production</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Changed some logging to ensure that base class values are in the </a:t>
            </a:r>
            <a:r>
              <a:rPr lang="en-US" sz="1200" b="0" i="0" u="none" strike="noStrike" kern="1200" err="1">
                <a:solidFill>
                  <a:schemeClr val="tx1"/>
                </a:solidFill>
                <a:effectLst/>
                <a:latin typeface="+mn-lt"/>
                <a:ea typeface="+mn-ea"/>
                <a:cs typeface="+mn-cs"/>
              </a:rPr>
              <a:t>toString</a:t>
            </a:r>
            <a:r>
              <a:rPr lang="en-US" sz="1200" b="0" i="0" u="none" strike="noStrike" kern="1200">
                <a:solidFill>
                  <a:schemeClr val="tx1"/>
                </a:solidFill>
                <a:effectLst/>
                <a:latin typeface="+mn-lt"/>
                <a:ea typeface="+mn-ea"/>
                <a:cs typeface="+mn-cs"/>
              </a:rPr>
              <a:t> calls.</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nbc</a:t>
            </a:r>
            <a:r>
              <a:rPr lang="en-US" sz="1200" b="0" i="0" u="none" strike="noStrike" kern="1200">
                <a:solidFill>
                  <a:schemeClr val="tx1"/>
                </a:solidFill>
                <a:effectLst/>
                <a:latin typeface="+mn-lt"/>
                <a:ea typeface="+mn-ea"/>
                <a:cs typeface="+mn-cs"/>
              </a:rPr>
              <a:t>-service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Removing UCC filtering for Fox One, Duo and ESPN Unlimited products, as they are now supported.</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direct-to-customer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Remove /offers/eligible filtering by product for ESPN Unlimited and FOX One products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Remove UCC filtering for Duo, ESPN Unlimited and FOX One products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consumer-it-data</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Remove disabled products list check in entitlement add logic--&gt;Added disaster recovery profile to stop crash loop of disaster recovery pod</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CHPROJECT-26077 - 08/17/2025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consumer-it-data:</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Onboarding Hulu and support for </a:t>
            </a:r>
            <a:r>
              <a:rPr lang="en-US" sz="1200" b="0" i="0" u="none" strike="noStrike" kern="1200" err="1">
                <a:solidFill>
                  <a:schemeClr val="tx1"/>
                </a:solidFill>
                <a:effectLst/>
                <a:latin typeface="+mn-lt"/>
                <a:ea typeface="+mn-ea"/>
                <a:cs typeface="+mn-cs"/>
              </a:rPr>
              <a:t>Sku</a:t>
            </a:r>
            <a:r>
              <a:rPr lang="en-US" sz="1200" b="0" i="0" u="none" strike="noStrike" kern="1200">
                <a:solidFill>
                  <a:schemeClr val="tx1"/>
                </a:solidFill>
                <a:effectLst/>
                <a:latin typeface="+mn-lt"/>
                <a:ea typeface="+mn-ea"/>
                <a:cs typeface="+mn-cs"/>
              </a:rPr>
              <a:t> Swap</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Fallback to inclusive offering of ESPN if ESPN a la carte product gets cancelled</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Minor modification to remove the filter criteria for </a:t>
            </a:r>
            <a:r>
              <a:rPr lang="en-US" sz="1200" b="0" i="0" u="none" strike="noStrike" kern="1200" err="1">
                <a:solidFill>
                  <a:schemeClr val="tx1"/>
                </a:solidFill>
                <a:effectLst/>
                <a:latin typeface="+mn-lt"/>
                <a:ea typeface="+mn-ea"/>
                <a:cs typeface="+mn-cs"/>
              </a:rPr>
              <a:t>productPurchaseType</a:t>
            </a:r>
            <a:r>
              <a:rPr lang="en-US" sz="1200" b="0" i="0" u="none" strike="noStrike" kern="1200">
                <a:solidFill>
                  <a:schemeClr val="tx1"/>
                </a:solidFill>
                <a:effectLst/>
                <a:latin typeface="+mn-lt"/>
                <a:ea typeface="+mn-ea"/>
                <a:cs typeface="+mn-cs"/>
              </a:rPr>
              <a:t> to be present while doing product status change</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CHPROJECT-24854, CHPROJECT-24853, CHPROJECT-26077 - 08/14/2025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direct-to-customer: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Fox and ESPN unlimited onboarding</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Prevent UCC notifications for ESPN, Fox ONE, and Hulu for now</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consumer-it-data:</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Support for bulk load</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Renamed daily/nightly job components to activations for clarity and consistency.</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daily complete snapshot report generation with comprehensive CSV export of all entitlements and products.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Enhanced Webex service with file attachment capability for report notifications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Extracted S3 operations into dedicated S3Service for improved code reusability</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S3 file download functionality with temporary file handling</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Refactored </a:t>
            </a:r>
            <a:r>
              <a:rPr lang="en-US" sz="1200" b="0" i="0" u="none" strike="noStrike" kern="1200" err="1">
                <a:solidFill>
                  <a:schemeClr val="tx1"/>
                </a:solidFill>
                <a:effectLst/>
                <a:latin typeface="+mn-lt"/>
                <a:ea typeface="+mn-ea"/>
                <a:cs typeface="+mn-cs"/>
              </a:rPr>
              <a:t>CsvFileUploadService</a:t>
            </a:r>
            <a:r>
              <a:rPr lang="en-US" sz="1200" b="0" i="0" u="none" strike="noStrike" kern="1200">
                <a:solidFill>
                  <a:schemeClr val="tx1"/>
                </a:solidFill>
                <a:effectLst/>
                <a:latin typeface="+mn-lt"/>
                <a:ea typeface="+mn-ea"/>
                <a:cs typeface="+mn-cs"/>
              </a:rPr>
              <a:t> to use S3Service for S3 operations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Optimized daily complete snapshot CSV generation for memory efficiency by streaming data directly to GZIP compression without collecting records in memory</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Updated FCO validation message processing to handle new nested JSON structure with </a:t>
            </a:r>
            <a:r>
              <a:rPr lang="en-US" sz="1200" b="0" i="0" u="none" strike="noStrike" kern="1200" err="1">
                <a:solidFill>
                  <a:schemeClr val="tx1"/>
                </a:solidFill>
                <a:effectLst/>
                <a:latin typeface="+mn-lt"/>
                <a:ea typeface="+mn-ea"/>
                <a:cs typeface="+mn-cs"/>
              </a:rPr>
              <a:t>DataElements</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Activation attempt reporting failure reason </a:t>
            </a:r>
            <a:r>
              <a:rPr lang="en-US" sz="1200" b="0" i="0" u="none" strike="noStrike" kern="1200" err="1">
                <a:solidFill>
                  <a:schemeClr val="tx1"/>
                </a:solidFill>
                <a:effectLst/>
                <a:latin typeface="+mn-lt"/>
                <a:ea typeface="+mn-ea"/>
                <a:cs typeface="+mn-cs"/>
              </a:rPr>
              <a:t>enum</a:t>
            </a:r>
            <a:r>
              <a:rPr lang="en-US" sz="1200" b="0" i="0" u="none" strike="noStrike" kern="1200">
                <a:solidFill>
                  <a:schemeClr val="tx1"/>
                </a:solidFill>
                <a:effectLst/>
                <a:latin typeface="+mn-lt"/>
                <a:ea typeface="+mn-ea"/>
                <a:cs typeface="+mn-cs"/>
              </a:rPr>
              <a:t> fix and shared-domain lib(new ESPN product info) upgrade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Removed </a:t>
            </a:r>
            <a:r>
              <a:rPr lang="en-US" sz="1200" b="0" i="0" u="none" strike="noStrike" kern="1200" err="1">
                <a:solidFill>
                  <a:schemeClr val="tx1"/>
                </a:solidFill>
                <a:effectLst/>
                <a:latin typeface="+mn-lt"/>
                <a:ea typeface="+mn-ea"/>
                <a:cs typeface="+mn-cs"/>
              </a:rPr>
              <a:t>ProductPackagingType.BUNDLED_PRODUCT</a:t>
            </a:r>
            <a:r>
              <a:rPr lang="en-US" sz="1200" b="0" i="0" u="none" strike="noStrike" kern="1200">
                <a:solidFill>
                  <a:schemeClr val="tx1"/>
                </a:solidFill>
                <a:effectLst/>
                <a:latin typeface="+mn-lt"/>
                <a:ea typeface="+mn-ea"/>
                <a:cs typeface="+mn-cs"/>
              </a:rPr>
              <a:t> check on the </a:t>
            </a:r>
            <a:r>
              <a:rPr lang="en-US" sz="1200" b="0" i="0" u="none" strike="noStrike" kern="1200" err="1">
                <a:solidFill>
                  <a:schemeClr val="tx1"/>
                </a:solidFill>
                <a:effectLst/>
                <a:latin typeface="+mn-lt"/>
                <a:ea typeface="+mn-ea"/>
                <a:cs typeface="+mn-cs"/>
              </a:rPr>
              <a:t>ProductId.getProductPackagingType</a:t>
            </a:r>
            <a:r>
              <a:rPr lang="en-US"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With the above change, for any packaging type SINGLE_PRODUCT/BUNDLED_PRODUCT after the </a:t>
            </a:r>
            <a:r>
              <a:rPr lang="en-US" sz="1200" b="0" i="0" u="none" strike="noStrike" kern="1200" err="1">
                <a:solidFill>
                  <a:schemeClr val="tx1"/>
                </a:solidFill>
                <a:effectLst/>
                <a:latin typeface="+mn-lt"/>
                <a:ea typeface="+mn-ea"/>
                <a:cs typeface="+mn-cs"/>
              </a:rPr>
              <a:t>sku</a:t>
            </a:r>
            <a:r>
              <a:rPr lang="en-US" sz="1200" b="0" i="0" u="none" strike="noStrike" kern="1200">
                <a:solidFill>
                  <a:schemeClr val="tx1"/>
                </a:solidFill>
                <a:effectLst/>
                <a:latin typeface="+mn-lt"/>
                <a:ea typeface="+mn-ea"/>
                <a:cs typeface="+mn-cs"/>
              </a:rPr>
              <a:t> swap the </a:t>
            </a:r>
            <a:r>
              <a:rPr lang="en-US" sz="1200" b="0" i="0" u="none" strike="noStrike" kern="1200" err="1">
                <a:solidFill>
                  <a:schemeClr val="tx1"/>
                </a:solidFill>
                <a:effectLst/>
                <a:latin typeface="+mn-lt"/>
                <a:ea typeface="+mn-ea"/>
                <a:cs typeface="+mn-cs"/>
              </a:rPr>
              <a:t>CharterInternalProductId</a:t>
            </a:r>
            <a:r>
              <a:rPr lang="en-US" sz="1200" b="0" i="0" u="none" strike="noStrike" kern="1200">
                <a:solidFill>
                  <a:schemeClr val="tx1"/>
                </a:solidFill>
                <a:effectLst/>
                <a:latin typeface="+mn-lt"/>
                <a:ea typeface="+mn-ea"/>
                <a:cs typeface="+mn-cs"/>
              </a:rPr>
              <a:t> will be updated with the new </a:t>
            </a:r>
            <a:r>
              <a:rPr lang="en-US" sz="1200" b="0" i="0" u="none" strike="noStrike" kern="1200" err="1">
                <a:solidFill>
                  <a:schemeClr val="tx1"/>
                </a:solidFill>
                <a:effectLst/>
                <a:latin typeface="+mn-lt"/>
                <a:ea typeface="+mn-ea"/>
                <a:cs typeface="+mn-cs"/>
              </a:rPr>
              <a:t>productId</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-data-extractor-config</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Disney recon job scheduler to run at 2 AM MDT on the first day of every month</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CHPROJECT-24728 - 08/06/2025</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-recon-service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Updated Direct Link scheduling properties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Send messages to correct Webex room</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New DTC reporting columns added </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Creation of summary file for equipment v1 and v2</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Fixed threading issue with DTC entitlements update endpoint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Added </a:t>
            </a:r>
            <a:r>
              <a:rPr lang="en-US" sz="1200" b="0" i="0" u="none" strike="noStrike" kern="1200" err="1">
                <a:solidFill>
                  <a:schemeClr val="tx1"/>
                </a:solidFill>
                <a:effectLst/>
                <a:latin typeface="+mn-lt"/>
                <a:ea typeface="+mn-ea"/>
                <a:cs typeface="+mn-cs"/>
              </a:rPr>
              <a:t>javax</a:t>
            </a:r>
            <a:r>
              <a:rPr lang="en-US" sz="1200" b="0" i="0" u="none" strike="noStrike" kern="1200">
                <a:solidFill>
                  <a:schemeClr val="tx1"/>
                </a:solidFill>
                <a:effectLst/>
                <a:latin typeface="+mn-lt"/>
                <a:ea typeface="+mn-ea"/>
                <a:cs typeface="+mn-cs"/>
              </a:rPr>
              <a:t> validations to DTC entitlements endpoint payload request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Enhancements to paramount recon job and </a:t>
            </a:r>
            <a:r>
              <a:rPr lang="en-US" sz="1200" b="0" i="0" u="none" strike="noStrike" kern="1200" err="1">
                <a:solidFill>
                  <a:schemeClr val="tx1"/>
                </a:solidFill>
                <a:effectLst/>
                <a:latin typeface="+mn-lt"/>
                <a:ea typeface="+mn-ea"/>
                <a:cs typeface="+mn-cs"/>
              </a:rPr>
              <a:t>identityGuid</a:t>
            </a:r>
            <a:r>
              <a:rPr lang="en-US" sz="1200" b="0" i="0" u="none" strike="noStrike" kern="1200">
                <a:solidFill>
                  <a:schemeClr val="tx1"/>
                </a:solidFill>
                <a:effectLst/>
                <a:latin typeface="+mn-lt"/>
                <a:ea typeface="+mn-ea"/>
                <a:cs typeface="+mn-cs"/>
              </a:rPr>
              <a:t> lookup.</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-data-extractor-config:</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Increased worker threads for activation attempt history reporting</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sftp-upload:</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Add equipment and equipment_v2 domains</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-service</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Account based report</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ignoreFcoValidation</a:t>
            </a:r>
            <a:r>
              <a:rPr lang="en-US" sz="1200" b="0" i="0" u="none" strike="noStrike" kern="1200">
                <a:solidFill>
                  <a:schemeClr val="tx1"/>
                </a:solidFill>
                <a:effectLst/>
                <a:latin typeface="+mn-lt"/>
                <a:ea typeface="+mn-ea"/>
                <a:cs typeface="+mn-cs"/>
              </a:rPr>
              <a:t> field added</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July’25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CHPROJECT-26077: Enhancement to provide Hulu as an inclusion offer to all TV Select, TV Select Signature, TV Select Plus, and equivalent packages. Hulu ad-free to be offered as an upgrade path for these inclusion offer customers. Any non-inclusion offer customers will have Hulu a la carte offers made available to them. This expands available value of SE services included in TV packages and available a la carte to internet customers. -7/28/25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-service: Store reports in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 buckets plus, added product name to the eligible products report -7/21/25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CHPROJECT-24728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a:t>
            </a:r>
            <a:r>
              <a:rPr lang="en-US" sz="1200" b="0" i="0" u="none" strike="noStrike" kern="1200" err="1">
                <a:solidFill>
                  <a:schemeClr val="tx1"/>
                </a:solidFill>
                <a:effectLst/>
                <a:latin typeface="+mn-lt"/>
                <a:ea typeface="+mn-ea"/>
                <a:cs typeface="+mn-cs"/>
              </a:rPr>
              <a:t>everpass</a:t>
            </a:r>
            <a:r>
              <a:rPr lang="en-US" sz="1200" b="0" i="0" u="none" strike="noStrike" kern="1200">
                <a:solidFill>
                  <a:schemeClr val="tx1"/>
                </a:solidFill>
                <a:effectLst/>
                <a:latin typeface="+mn-lt"/>
                <a:ea typeface="+mn-ea"/>
                <a:cs typeface="+mn-cs"/>
              </a:rPr>
              <a:t>-service: Delivered enhancements for memory optimizations, some minor fixes and </a:t>
            </a:r>
            <a:r>
              <a:rPr lang="en-US" sz="1200" b="0" i="0" u="none" strike="noStrike" kern="1200" err="1">
                <a:solidFill>
                  <a:schemeClr val="tx1"/>
                </a:solidFill>
                <a:effectLst/>
                <a:latin typeface="+mn-lt"/>
                <a:ea typeface="+mn-ea"/>
                <a:cs typeface="+mn-cs"/>
              </a:rPr>
              <a:t>kafka</a:t>
            </a:r>
            <a:r>
              <a:rPr lang="en-US" sz="1200" b="0" i="0" u="none" strike="noStrike" kern="1200">
                <a:solidFill>
                  <a:schemeClr val="tx1"/>
                </a:solidFill>
                <a:effectLst/>
                <a:latin typeface="+mn-lt"/>
                <a:ea typeface="+mn-ea"/>
                <a:cs typeface="+mn-cs"/>
              </a:rPr>
              <a:t> configuration changes - 7/18/25</a:t>
            </a:r>
            <a:r>
              <a:rPr lang="en-US" sz="1200" b="0" i="0" kern="1200">
                <a:solidFill>
                  <a:schemeClr val="tx1"/>
                </a:solidFill>
                <a:effectLst/>
                <a:latin typeface="+mn-lt"/>
                <a:ea typeface="+mn-ea"/>
                <a:cs typeface="+mn-cs"/>
              </a:rPr>
              <a:t>​</a:t>
            </a:r>
          </a:p>
          <a:p>
            <a:pPr rtl="0" fontAlgn="base"/>
            <a:r>
              <a:rPr lang="en-IN" sz="1200" b="0" i="0" u="none" strike="noStrike" kern="1200">
                <a:solidFill>
                  <a:schemeClr val="tx1"/>
                </a:solidFill>
                <a:effectLst/>
                <a:latin typeface="+mn-lt"/>
                <a:ea typeface="+mn-ea"/>
                <a:cs typeface="+mn-cs"/>
              </a:rPr>
              <a:t>Effie-data-extractor: New job to publish DTC reporting activation data into S3 bucket, </a:t>
            </a:r>
            <a:r>
              <a:rPr lang="en-IN" sz="1200" b="0" i="0" u="none" strike="noStrike" kern="1200" err="1">
                <a:solidFill>
                  <a:schemeClr val="tx1"/>
                </a:solidFill>
                <a:effectLst/>
                <a:latin typeface="+mn-lt"/>
                <a:ea typeface="+mn-ea"/>
                <a:cs typeface="+mn-cs"/>
              </a:rPr>
              <a:t>effie</a:t>
            </a:r>
            <a:r>
              <a:rPr lang="en-IN" sz="1200" b="0" i="0" u="none" strike="noStrike" kern="1200">
                <a:solidFill>
                  <a:schemeClr val="tx1"/>
                </a:solidFill>
                <a:effectLst/>
                <a:latin typeface="+mn-lt"/>
                <a:ea typeface="+mn-ea"/>
                <a:cs typeface="+mn-cs"/>
              </a:rPr>
              <a:t>-shared-config: onboarding of DTC partner activation history to allow queries to this domain </a:t>
            </a:r>
            <a:r>
              <a:rPr lang="en-IN" sz="1200" b="0" i="0" u="none" strike="noStrike" kern="1200" err="1">
                <a:solidFill>
                  <a:schemeClr val="tx1"/>
                </a:solidFill>
                <a:effectLst/>
                <a:latin typeface="+mn-lt"/>
                <a:ea typeface="+mn-ea"/>
                <a:cs typeface="+mn-cs"/>
              </a:rPr>
              <a:t>dtc</a:t>
            </a:r>
            <a:r>
              <a:rPr lang="en-IN" sz="1200" b="0" i="0" u="none" strike="noStrike" kern="1200">
                <a:solidFill>
                  <a:schemeClr val="tx1"/>
                </a:solidFill>
                <a:effectLst/>
                <a:latin typeface="+mn-lt"/>
                <a:ea typeface="+mn-ea"/>
                <a:cs typeface="+mn-cs"/>
              </a:rPr>
              <a:t>-consumer, Added DLT and logging for errored JSON messages </a:t>
            </a:r>
            <a:r>
              <a:rPr lang="en-IN" sz="1200" b="0" i="0" u="none" strike="noStrike" kern="1200" err="1">
                <a:solidFill>
                  <a:schemeClr val="tx1"/>
                </a:solidFill>
                <a:effectLst/>
                <a:latin typeface="+mn-lt"/>
                <a:ea typeface="+mn-ea"/>
                <a:cs typeface="+mn-cs"/>
              </a:rPr>
              <a:t>dtc</a:t>
            </a:r>
            <a:r>
              <a:rPr lang="en-IN" sz="1200" b="0" i="0" u="none" strike="noStrike" kern="1200">
                <a:solidFill>
                  <a:schemeClr val="tx1"/>
                </a:solidFill>
                <a:effectLst/>
                <a:latin typeface="+mn-lt"/>
                <a:ea typeface="+mn-ea"/>
                <a:cs typeface="+mn-cs"/>
              </a:rPr>
              <a:t>-paramount-recon-service, Webex notification, and memory usage improvements -7/9/25</a:t>
            </a:r>
            <a:r>
              <a:rPr lang="en-US" sz="1200" b="0" i="0" kern="1200">
                <a:solidFill>
                  <a:schemeClr val="tx1"/>
                </a:solidFill>
                <a:effectLst/>
                <a:latin typeface="+mn-lt"/>
                <a:ea typeface="+mn-ea"/>
                <a:cs typeface="+mn-cs"/>
              </a:rPr>
              <a:t>​</a:t>
            </a:r>
          </a:p>
          <a:p>
            <a:pPr rtl="0" fontAlgn="base"/>
            <a:r>
              <a:rPr lang="en-IN" sz="1200" b="0" i="0" u="none" strike="noStrike" kern="1200">
                <a:solidFill>
                  <a:schemeClr val="tx1"/>
                </a:solidFill>
                <a:effectLst/>
                <a:latin typeface="+mn-lt"/>
                <a:ea typeface="+mn-ea"/>
                <a:cs typeface="+mn-cs"/>
              </a:rPr>
              <a:t>DTC-recon-service: Update Webex integration secrets for </a:t>
            </a:r>
            <a:r>
              <a:rPr lang="en-IN" sz="1200" b="0" i="0" u="none" strike="noStrike" kern="1200" err="1">
                <a:solidFill>
                  <a:schemeClr val="tx1"/>
                </a:solidFill>
                <a:effectLst/>
                <a:latin typeface="+mn-lt"/>
                <a:ea typeface="+mn-ea"/>
                <a:cs typeface="+mn-cs"/>
              </a:rPr>
              <a:t>dtc</a:t>
            </a:r>
            <a:r>
              <a:rPr lang="en-IN" sz="1200" b="0" i="0" u="none" strike="noStrike" kern="1200">
                <a:solidFill>
                  <a:schemeClr val="tx1"/>
                </a:solidFill>
                <a:effectLst/>
                <a:latin typeface="+mn-lt"/>
                <a:ea typeface="+mn-ea"/>
                <a:cs typeface="+mn-cs"/>
              </a:rPr>
              <a:t>-recon-service reports direct-to-customer, Expose Partner API Response in "Product Status Change" Endpoint </a:t>
            </a:r>
            <a:r>
              <a:rPr lang="en-IN" sz="1200" b="0" i="0" u="none" strike="noStrike" kern="1200" err="1">
                <a:solidFill>
                  <a:schemeClr val="tx1"/>
                </a:solidFill>
                <a:effectLst/>
                <a:latin typeface="+mn-lt"/>
                <a:ea typeface="+mn-ea"/>
                <a:cs typeface="+mn-cs"/>
              </a:rPr>
              <a:t>effie</a:t>
            </a:r>
            <a:r>
              <a:rPr lang="en-IN" sz="1200" b="0" i="0" u="none" strike="noStrike" kern="1200">
                <a:solidFill>
                  <a:schemeClr val="tx1"/>
                </a:solidFill>
                <a:effectLst/>
                <a:latin typeface="+mn-lt"/>
                <a:ea typeface="+mn-ea"/>
                <a:cs typeface="+mn-cs"/>
              </a:rPr>
              <a:t>-data-extractor: --&gt; Deploy latest version - 7/31/25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DSB</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Resolved edge case scenarios affecting contact last modified dates, which had prevented port-out customers from generating transfer PINs in AOS – 7/17/25</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June’25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CHPROJECT-21084 </a:t>
            </a:r>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 Changes include opening and closing of the SFTP client only when a file is ready to be uploaded (currently a single open/close is utilized for the duration of the job). Additionally, switching the retry framework (from Spring annotation to Spring Retry Template) to give us more insights into failures with more logging details - 6/30/2025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CHPROJECT-20317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 Revert to prior prod version because there is an issue with GSLB changes and it wasn't found during prod deployment validations as this app is only being used for ORT testing and no Transactional Billing data was flowing at night - 6/27/2025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CHPROJECT-20869 </a:t>
            </a:r>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 Notified Peacock/NBC to cancel ~600k accounts that were inadvertently activated. Cancellations were processed through a job in the Effie data extractor. No code changes are required, just the execution of a curl - 6/25/2025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CHPROJECT-20317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 Change Watch URL configuration for AMC+ and MAX</a:t>
            </a:r>
            <a:r>
              <a:rPr lang="en-US" sz="1200" b="0" i="0" kern="1200">
                <a:solidFill>
                  <a:schemeClr val="tx1"/>
                </a:solidFill>
                <a:effectLst/>
                <a:latin typeface="+mn-lt"/>
                <a:ea typeface="+mn-ea"/>
                <a:cs typeface="+mn-cs"/>
              </a:rPr>
              <a:t>​</a:t>
            </a:r>
          </a:p>
          <a:p>
            <a:pPr rtl="0" fontAlgn="base"/>
            <a:r>
              <a:rPr lang="en-US" sz="1200" b="0" i="0" u="none" strike="noStrike" kern="1200" err="1">
                <a:solidFill>
                  <a:schemeClr val="tx1"/>
                </a:solidFill>
                <a:effectLst/>
                <a:latin typeface="+mn-lt"/>
                <a:ea typeface="+mn-ea"/>
                <a:cs typeface="+mn-cs"/>
              </a:rPr>
              <a:t>effie</a:t>
            </a:r>
            <a:r>
              <a:rPr lang="en-US" sz="1200" b="0" i="0" u="none" strike="noStrike" kern="1200">
                <a:solidFill>
                  <a:schemeClr val="tx1"/>
                </a:solidFill>
                <a:effectLst/>
                <a:latin typeface="+mn-lt"/>
                <a:ea typeface="+mn-ea"/>
                <a:cs typeface="+mn-cs"/>
              </a:rPr>
              <a:t>-data-extractor: Updated </a:t>
            </a:r>
            <a:r>
              <a:rPr lang="en-US" sz="1200" b="0" i="0" u="none" strike="noStrike" kern="1200" err="1">
                <a:solidFill>
                  <a:schemeClr val="tx1"/>
                </a:solidFill>
                <a:effectLst/>
                <a:latin typeface="+mn-lt"/>
                <a:ea typeface="+mn-ea"/>
                <a:cs typeface="+mn-cs"/>
              </a:rPr>
              <a:t>EdgePlatform</a:t>
            </a:r>
            <a:r>
              <a:rPr lang="en-US" sz="1200" b="0" i="0" u="none" strike="noStrike" kern="1200">
                <a:solidFill>
                  <a:schemeClr val="tx1"/>
                </a:solidFill>
                <a:effectLst/>
                <a:latin typeface="+mn-lt"/>
                <a:ea typeface="+mn-ea"/>
                <a:cs typeface="+mn-cs"/>
              </a:rPr>
              <a:t> weekly scheduled jobs to run daily instead of Saturday - 6/11/2025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CHPROJECT-20869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 Resolved the issue where DTC created NBC entitlements for invalid accounts. Updated DTC partner entitlement </a:t>
            </a:r>
            <a:r>
              <a:rPr lang="en-US" sz="1200" b="0" i="0" u="none" strike="noStrike" kern="1200" err="1">
                <a:solidFill>
                  <a:schemeClr val="tx1"/>
                </a:solidFill>
                <a:effectLst/>
                <a:latin typeface="+mn-lt"/>
                <a:ea typeface="+mn-ea"/>
                <a:cs typeface="+mn-cs"/>
              </a:rPr>
              <a:t>DocDb</a:t>
            </a:r>
            <a:r>
              <a:rPr lang="en-US" sz="1200" b="0" i="0" u="none" strike="noStrike" kern="1200">
                <a:solidFill>
                  <a:schemeClr val="tx1"/>
                </a:solidFill>
                <a:effectLst/>
                <a:latin typeface="+mn-lt"/>
                <a:ea typeface="+mn-ea"/>
                <a:cs typeface="+mn-cs"/>
              </a:rPr>
              <a:t> data to reflect the product cancellation and ensured the activation dates are updated based on data from the Effie Integration team, provided in an attached file for a Python script to read and update the database - 6/4/2025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Enterprise Data Services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CSHARED-11455 </a:t>
            </a:r>
            <a:r>
              <a:rPr lang="en-IN" sz="1200" b="0" i="0" u="none" strike="noStrike" kern="1200">
                <a:solidFill>
                  <a:schemeClr val="tx1"/>
                </a:solidFill>
                <a:effectLst/>
                <a:latin typeface="+mn-lt"/>
                <a:ea typeface="+mn-ea"/>
                <a:cs typeface="+mn-cs"/>
              </a:rPr>
              <a:t>SPC - getOrderDetailsV1x3: Fetch missing </a:t>
            </a:r>
            <a:r>
              <a:rPr lang="en-IN" sz="1200" b="0" i="0" u="none" strike="noStrike" kern="1200" err="1">
                <a:solidFill>
                  <a:schemeClr val="tx1"/>
                </a:solidFill>
                <a:effectLst/>
                <a:latin typeface="+mn-lt"/>
                <a:ea typeface="+mn-ea"/>
                <a:cs typeface="+mn-cs"/>
              </a:rPr>
              <a:t>soloOrderID</a:t>
            </a:r>
            <a:r>
              <a:rPr lang="en-IN" sz="1200" b="0" i="0" u="none" strike="noStrike" kern="1200">
                <a:solidFill>
                  <a:schemeClr val="tx1"/>
                </a:solidFill>
                <a:effectLst/>
                <a:latin typeface="+mn-lt"/>
                <a:ea typeface="+mn-ea"/>
                <a:cs typeface="+mn-cs"/>
              </a:rPr>
              <a:t>/</a:t>
            </a:r>
            <a:r>
              <a:rPr lang="en-IN" sz="1200" b="0" i="0" u="none" strike="noStrike" kern="1200" err="1">
                <a:solidFill>
                  <a:schemeClr val="tx1"/>
                </a:solidFill>
                <a:effectLst/>
                <a:latin typeface="+mn-lt"/>
                <a:ea typeface="+mn-ea"/>
                <a:cs typeface="+mn-cs"/>
              </a:rPr>
              <a:t>soloWorkOrderID</a:t>
            </a:r>
            <a:r>
              <a:rPr lang="en-IN" sz="1200" b="0" i="0" u="none" strike="noStrike" kern="1200">
                <a:solidFill>
                  <a:schemeClr val="tx1"/>
                </a:solidFill>
                <a:effectLst/>
                <a:latin typeface="+mn-lt"/>
                <a:ea typeface="+mn-ea"/>
                <a:cs typeface="+mn-cs"/>
              </a:rPr>
              <a:t>/order details from Solo when RW_STRTGY=BLR_ISO_ONLY/BLR_ISO_FIRST &amp; BLR_ISO_PRVDR=DSC – 6/25/2025</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May’25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CHPROJECT-20317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 Bugfix to properly handle upgrading to Disney+ Duo Premium (TX Billing ORT) CHPROJECT-18340 Effie-data-extractor: Changes to download S3 files locally and process (mitigates network issues) - 5/29/2025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CHPROJECT-18340 - </a:t>
            </a:r>
            <a:r>
              <a:rPr lang="en-US" sz="1200" b="0" i="0" u="none" strike="noStrike" kern="1200" err="1">
                <a:solidFill>
                  <a:schemeClr val="tx1"/>
                </a:solidFill>
                <a:effectLst/>
                <a:latin typeface="+mn-lt"/>
                <a:ea typeface="+mn-ea"/>
                <a:cs typeface="+mn-cs"/>
              </a:rPr>
              <a:t>directtocustomer</a:t>
            </a:r>
            <a:r>
              <a:rPr lang="en-US" sz="1200" b="0" i="0" u="none" strike="noStrike" kern="1200">
                <a:solidFill>
                  <a:schemeClr val="tx1"/>
                </a:solidFill>
                <a:effectLst/>
                <a:latin typeface="+mn-lt"/>
                <a:ea typeface="+mn-ea"/>
                <a:cs typeface="+mn-cs"/>
              </a:rPr>
              <a:t>: Bugfix to enable paramount cancel notifications to go through on override of the change reason - 5/19/2025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CHPROJECT-20317 - </a:t>
            </a:r>
            <a:r>
              <a:rPr lang="en-US" sz="1200" b="0" i="0" u="none" strike="noStrike" kern="1200" err="1">
                <a:solidFill>
                  <a:schemeClr val="tx1"/>
                </a:solidFill>
                <a:effectLst/>
                <a:latin typeface="+mn-lt"/>
                <a:ea typeface="+mn-ea"/>
                <a:cs typeface="+mn-cs"/>
              </a:rPr>
              <a:t>dtc</a:t>
            </a:r>
            <a:r>
              <a:rPr lang="en-US" sz="1200" b="0" i="0" u="none" strike="noStrike" kern="1200">
                <a:solidFill>
                  <a:schemeClr val="tx1"/>
                </a:solidFill>
                <a:effectLst/>
                <a:latin typeface="+mn-lt"/>
                <a:ea typeface="+mn-ea"/>
                <a:cs typeface="+mn-cs"/>
              </a:rPr>
              <a:t>-consumer: Fixed issue where a la carte purchases were showing as a purchase type of inclusion, Fixed issue where higher tier upgrades and standalone products get canceled, but the existing inclusion offer is not re-instated. direct-to-customer: Added Watch URL for Disney DTC product, DISNEY_DUO_PREMIUM_STANDALONE - 5/21/2025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CHPROJECT-20869 - Effie-data-extractor: minor fix that ensures the Task Scheduler doesn't get shut down when a job completes and fails to start subsequent job - 5/9/2025</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April’25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CHPROJECT-20869, CHPROJECT-18340, CHPROJECT-20174: Database script - update Peacock last transition Status, update Paramount+ INCLUSION </a:t>
            </a:r>
            <a:r>
              <a:rPr lang="en-US" sz="1200" b="0" i="0" u="none" strike="noStrike" kern="1200" err="1">
                <a:solidFill>
                  <a:schemeClr val="tx1"/>
                </a:solidFill>
                <a:effectLst/>
                <a:latin typeface="+mn-lt"/>
                <a:ea typeface="+mn-ea"/>
                <a:cs typeface="+mn-cs"/>
              </a:rPr>
              <a:t>productPurchaseType</a:t>
            </a:r>
            <a:r>
              <a:rPr lang="en-US" sz="1200" b="0" i="0" u="none" strike="noStrike" kern="1200">
                <a:solidFill>
                  <a:schemeClr val="tx1"/>
                </a:solidFill>
                <a:effectLst/>
                <a:latin typeface="+mn-lt"/>
                <a:ea typeface="+mn-ea"/>
                <a:cs typeface="+mn-cs"/>
              </a:rPr>
              <a:t> - 4/30/2025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CHPROJECT-20869: Fix Duplicate Product creation within the same product family - 4/02/2025</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March’25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Seamless Entertainment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1. CHPROJECT-20869: DTC - NBC Cancel Update - 3/19/2025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2. CHPROJECT-20869: DTC Duplicate Product Data Cleanup-3/28/2025</a:t>
            </a:r>
            <a:r>
              <a:rPr lang="en-US" sz="1200" b="0" i="0"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kern="1200">
              <a:solidFill>
                <a:schemeClr val="tx1"/>
              </a:solidFill>
              <a:latin typeface="Spectrum Sans Book" panose="020B0402020503020304" pitchFamily="34" charset="0"/>
              <a:cs typeface="Spectrum Sans Book" panose="020B04020205030203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70418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72823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02986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77683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AF071-6221-19F6-29D1-C0DB6137E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608AE-FE5B-E3DD-351D-244918CFC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FD307-8965-2A15-C884-33E08468B4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D9D485-3588-06BA-E41E-345D98C928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89355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 Unsuccessful releases categorize canary deployments that were stopped due to issues found in either one of the validation stages (before 50%) or during release monitoring</a:t>
            </a:r>
            <a:endParaRPr lang="en-US" sz="1000" b="0" i="0" kern="1200">
              <a:solidFill>
                <a:schemeClr val="accent1"/>
              </a:solidFill>
              <a:latin typeface="Spectrum Sans Book" panose="020B0402020503020304" pitchFamily="34" charset="0"/>
              <a:cs typeface="Spectrum Sans Book" panose="020B04020205030203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18329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04709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a:solidFill>
                  <a:schemeClr val="tx1"/>
                </a:solidFill>
                <a:effectLst/>
                <a:latin typeface="+mn-lt"/>
                <a:ea typeface="+mn-ea"/>
                <a:cs typeface="+mn-cs"/>
              </a:rPr>
              <a:t>Production Defects</a:t>
            </a:r>
            <a:r>
              <a:rPr lang="en-US" sz="1200" b="0" i="0" kern="1200">
                <a:solidFill>
                  <a:schemeClr val="tx1"/>
                </a:solidFill>
                <a:effectLst/>
                <a:latin typeface="+mn-lt"/>
                <a:ea typeface="+mn-ea"/>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a:t>
            </a:r>
            <a:br>
              <a:rPr lang="en-US" sz="1200" b="0" i="0" kern="1200">
                <a:effectLst/>
                <a:cs typeface="+mn-lt"/>
              </a:rPr>
            </a:br>
            <a:r>
              <a:rPr lang="en-US" sz="1200" b="1" i="0" u="none" strike="noStrike" kern="1200">
                <a:solidFill>
                  <a:schemeClr val="tx1"/>
                </a:solidFill>
                <a:effectLst/>
                <a:latin typeface="+mn-lt"/>
                <a:ea typeface="+mn-ea"/>
                <a:cs typeface="+mn-cs"/>
              </a:rPr>
              <a:t>February’26</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1" i="0" u="none" strike="noStrike" kern="1200">
              <a:solidFill>
                <a:schemeClr val="tx1"/>
              </a:solidFill>
              <a:effectLst/>
              <a:latin typeface="+mn-lt"/>
              <a:ea typeface="+mn-ea"/>
              <a:cs typeface="+mn-cs"/>
            </a:endParaRPr>
          </a:p>
          <a:p>
            <a:pPr marL="0" algn="l" defTabSz="914400" rtl="0" eaLnBrk="1" fontAlgn="base" latinLnBrk="0" hangingPunct="1"/>
            <a:r>
              <a:rPr lang="en-US" sz="1200" b="1" i="0" u="none" strike="noStrike" kern="1200">
                <a:solidFill>
                  <a:schemeClr val="tx1"/>
                </a:solidFill>
                <a:effectLst/>
                <a:latin typeface="+mn-lt"/>
                <a:ea typeface="+mn-ea"/>
                <a:cs typeface="+mn-cs"/>
              </a:rPr>
              <a:t>SOLO (P2-P4) </a:t>
            </a:r>
            <a:br>
              <a:rPr lang="en-US" sz="1200" b="1" i="0" u="none" strike="noStrike" kern="1200">
                <a:effectLst/>
                <a:cs typeface="+mn-lt"/>
              </a:rPr>
            </a:br>
            <a:r>
              <a:rPr lang="en-US" sz="1200" b="0" i="0" kern="1200">
                <a:solidFill>
                  <a:srgbClr val="000000"/>
                </a:solidFill>
                <a:effectLst/>
                <a:latin typeface="Calibri"/>
                <a:ea typeface="Calibri"/>
                <a:cs typeface="Calibri"/>
              </a:rPr>
              <a:t>SOLOSYNC-6691 (P2) - Order domain transactions in </a:t>
            </a:r>
            <a:r>
              <a:rPr lang="en-US" sz="1200" b="0" i="0" kern="1200" err="1">
                <a:solidFill>
                  <a:srgbClr val="000000"/>
                </a:solidFill>
                <a:effectLst/>
                <a:latin typeface="Calibri"/>
                <a:ea typeface="Calibri"/>
                <a:cs typeface="Calibri"/>
              </a:rPr>
              <a:t>SoloServices</a:t>
            </a:r>
            <a:r>
              <a:rPr lang="en-US" sz="1200" b="0" i="0" kern="1200">
                <a:solidFill>
                  <a:srgbClr val="000000"/>
                </a:solidFill>
                <a:effectLst/>
                <a:latin typeface="Calibri"/>
                <a:ea typeface="Calibri"/>
                <a:cs typeface="Calibri"/>
              </a:rPr>
              <a:t> PROD are experiencing database deadlock errors ("deadlock detected while waiting for resource"). However, there is no customer impact as the retry mechanism is successfully processing all orders on subsequent attempts.</a:t>
            </a:r>
          </a:p>
          <a:p>
            <a:pPr algn="l"/>
            <a:r>
              <a:rPr lang="en-US" sz="1200" b="1" i="0" u="none" strike="noStrike" kern="1200">
                <a:solidFill>
                  <a:schemeClr val="tx1"/>
                </a:solidFill>
                <a:effectLst/>
                <a:latin typeface="+mn-lt"/>
                <a:ea typeface="+mn-ea"/>
                <a:cs typeface="+mn-cs"/>
              </a:rPr>
              <a:t>Customer Impact: </a:t>
            </a:r>
            <a:r>
              <a:rPr lang="en-US" b="0" i="0">
                <a:solidFill>
                  <a:srgbClr val="000000"/>
                </a:solidFill>
                <a:effectLst/>
                <a:latin typeface="Calibri"/>
                <a:ea typeface="Calibri"/>
                <a:cs typeface="Calibri"/>
              </a:rPr>
              <a:t>No business impacts since the orders are getting synced after retry / refresh.</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Root Cause: </a:t>
            </a:r>
            <a:r>
              <a:rPr lang="en-US" b="0" i="0">
                <a:solidFill>
                  <a:srgbClr val="000000"/>
                </a:solidFill>
                <a:effectLst/>
                <a:latin typeface="Calibri"/>
                <a:ea typeface="Calibri"/>
                <a:cs typeface="Calibri"/>
              </a:rPr>
              <a:t>Yet to be determined, however, it is a technical database deadlock issue due to resource unavailability</a:t>
            </a:r>
          </a:p>
          <a:p>
            <a:pPr rtl="0" fontAlgn="base"/>
            <a:r>
              <a:rPr lang="en-US" sz="1200" b="1" i="0" u="none" strike="noStrike" kern="1200">
                <a:solidFill>
                  <a:schemeClr val="tx1"/>
                </a:solidFill>
                <a:effectLst/>
                <a:latin typeface="+mn-lt"/>
                <a:ea typeface="+mn-ea"/>
                <a:cs typeface="+mn-cs"/>
              </a:rPr>
              <a:t>Corrective and Preventative Actions: </a:t>
            </a:r>
            <a:r>
              <a:rPr lang="en-US" sz="1200" b="0" i="0" u="none" strike="noStrike" kern="1200">
                <a:solidFill>
                  <a:schemeClr val="tx1"/>
                </a:solidFill>
                <a:effectLst/>
                <a:latin typeface="+mn-lt"/>
                <a:ea typeface="+mn-ea"/>
                <a:cs typeface="+mn-cs"/>
              </a:rPr>
              <a:t>TBD</a:t>
            </a:r>
            <a:br>
              <a:rPr lang="en-US" sz="1200" b="1" i="0" u="none" strike="noStrike" kern="1200">
                <a:effectLst/>
                <a:cs typeface="+mn-lt"/>
              </a:rPr>
            </a:br>
            <a:endParaRPr lang="en-US" sz="1200" b="1" i="0" u="none" strike="noStrike" kern="1200">
              <a:solidFill>
                <a:schemeClr val="tx1"/>
              </a:solidFill>
              <a:effectLst/>
              <a:latin typeface="+mn-lt"/>
              <a:ea typeface="+mn-ea"/>
              <a:cs typeface="+mn-cs"/>
            </a:endParaRPr>
          </a:p>
          <a:p>
            <a:pPr fontAlgn="base"/>
            <a:r>
              <a:rPr lang="en-US">
                <a:solidFill>
                  <a:srgbClr val="000000"/>
                </a:solidFill>
                <a:latin typeface="Calibri"/>
                <a:ea typeface="Calibri"/>
                <a:cs typeface="Calibri"/>
              </a:rPr>
              <a:t>(Related to Solo Modernization - SOLOSYNC-6688</a:t>
            </a:r>
            <a:r>
              <a:rPr lang="en-US" sz="1200" b="0" i="0" kern="1200">
                <a:solidFill>
                  <a:srgbClr val="000000"/>
                </a:solidFill>
                <a:effectLst/>
                <a:latin typeface="Calibri"/>
                <a:ea typeface="Calibri"/>
                <a:cs typeface="Calibri"/>
              </a:rPr>
              <a:t> (P2) - Numeric Overflow issue for Order ENI/Refresh - </a:t>
            </a:r>
            <a:r>
              <a:rPr lang="en-US" sz="1200" b="0" i="0" kern="1200" err="1">
                <a:solidFill>
                  <a:srgbClr val="000000"/>
                </a:solidFill>
                <a:effectLst/>
                <a:latin typeface="Calibri"/>
                <a:ea typeface="Calibri"/>
                <a:cs typeface="Calibri"/>
              </a:rPr>
              <a:t>SoloSync</a:t>
            </a:r>
            <a:r>
              <a:rPr lang="en-US" sz="1200" b="0" i="0" kern="1200">
                <a:solidFill>
                  <a:srgbClr val="000000"/>
                </a:solidFill>
                <a:effectLst/>
                <a:latin typeface="Calibri"/>
                <a:ea typeface="Calibri"/>
                <a:cs typeface="Calibri"/>
              </a:rPr>
              <a:t> is failing to round off the value to a proper integer (from 0001 to 1) and is consequently appending this value to the order number for work order numbers</a:t>
            </a:r>
            <a:br>
              <a:rPr lang="en-US" sz="1200" b="0" i="0" kern="1200">
                <a:effectLst/>
                <a:latin typeface="Calibri" panose="020F0502020204030204" pitchFamily="34" charset="0"/>
                <a:cs typeface="Calibri"/>
              </a:rPr>
            </a:br>
            <a:r>
              <a:rPr lang="en-US" sz="1200" b="1" i="0" u="none" strike="noStrike" kern="1200">
                <a:solidFill>
                  <a:schemeClr val="tx1"/>
                </a:solidFill>
                <a:effectLst/>
                <a:latin typeface="+mn-lt"/>
                <a:ea typeface="+mn-ea"/>
                <a:cs typeface="+mn-cs"/>
              </a:rPr>
              <a:t>Customer Impact: </a:t>
            </a:r>
            <a:r>
              <a:rPr lang="en-US" b="0" i="0">
                <a:solidFill>
                  <a:srgbClr val="000000"/>
                </a:solidFill>
                <a:effectLst/>
                <a:latin typeface="Calibri"/>
                <a:ea typeface="Calibri"/>
                <a:cs typeface="Calibri"/>
              </a:rPr>
              <a:t>This will adversely affect downstream teams such as OIS, who are verifying work order IDs in the format</a:t>
            </a:r>
            <a:endParaRPr lang="en-US" sz="1200" b="1" i="0" u="none" strike="noStrike"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Root Cause: </a:t>
            </a:r>
            <a:r>
              <a:rPr lang="en-US" b="0" i="0" err="1">
                <a:solidFill>
                  <a:srgbClr val="000000"/>
                </a:solidFill>
                <a:effectLst/>
                <a:latin typeface="Calibri"/>
                <a:ea typeface="Calibri"/>
                <a:cs typeface="Calibri"/>
              </a:rPr>
              <a:t>SoloSync</a:t>
            </a:r>
            <a:r>
              <a:rPr lang="en-US" b="0" i="0">
                <a:solidFill>
                  <a:srgbClr val="000000"/>
                </a:solidFill>
                <a:effectLst/>
                <a:latin typeface="Calibri"/>
                <a:ea typeface="Calibri"/>
                <a:cs typeface="Calibri"/>
              </a:rPr>
              <a:t> is failing to round off the value to a proper integer (from 0001 to 1) and is consequently appending this value to the order number for work order numbers. This issue has been identified as part of the order domain mirroring</a:t>
            </a:r>
          </a:p>
          <a:p>
            <a:pPr rtl="0" fontAlgn="base"/>
            <a:r>
              <a:rPr lang="en-US" sz="1200" b="1" i="0" u="none" strike="noStrike" kern="1200">
                <a:solidFill>
                  <a:schemeClr val="tx1"/>
                </a:solidFill>
                <a:effectLst/>
                <a:latin typeface="+mn-lt"/>
                <a:ea typeface="+mn-ea"/>
                <a:cs typeface="+mn-cs"/>
              </a:rPr>
              <a:t>Corrective and Preventative Actions: </a:t>
            </a:r>
            <a:r>
              <a:rPr lang="en-US" b="0" i="0">
                <a:solidFill>
                  <a:srgbClr val="000000"/>
                </a:solidFill>
                <a:effectLst/>
                <a:latin typeface="Calibri"/>
                <a:ea typeface="Calibri"/>
                <a:cs typeface="Calibri"/>
              </a:rPr>
              <a:t>Implement strict format validation and conversion in </a:t>
            </a:r>
            <a:r>
              <a:rPr lang="en-US" b="0" i="0" err="1">
                <a:solidFill>
                  <a:srgbClr val="000000"/>
                </a:solidFill>
                <a:effectLst/>
                <a:latin typeface="Calibri"/>
                <a:ea typeface="Calibri"/>
                <a:cs typeface="Calibri"/>
              </a:rPr>
              <a:t>SoloSync</a:t>
            </a:r>
            <a:r>
              <a:rPr lang="en-US" b="0" i="0">
                <a:solidFill>
                  <a:srgbClr val="000000"/>
                </a:solidFill>
                <a:effectLst/>
                <a:latin typeface="Calibri"/>
                <a:ea typeface="Calibri"/>
                <a:cs typeface="Calibri"/>
              </a:rPr>
              <a:t> (with tests and monitoring) to ensure work order numbers are consistently generated in the agreed canonical format before reaching downstream systems (</a:t>
            </a:r>
            <a:r>
              <a:rPr lang="en-US" b="0" i="0" err="1">
                <a:solidFill>
                  <a:srgbClr val="000000"/>
                </a:solidFill>
                <a:effectLst/>
                <a:latin typeface="Calibri"/>
                <a:ea typeface="Calibri"/>
                <a:cs typeface="Calibri"/>
              </a:rPr>
              <a:t>SoloServices</a:t>
            </a:r>
            <a:r>
              <a:rPr lang="en-US" b="0" i="0">
                <a:solidFill>
                  <a:srgbClr val="000000"/>
                </a:solidFill>
                <a:effectLst/>
                <a:latin typeface="Calibri"/>
                <a:ea typeface="Calibri"/>
                <a:cs typeface="Calibri"/>
              </a:rPr>
              <a:t>)</a:t>
            </a:r>
            <a:br>
              <a:rPr lang="en-US" sz="1200" b="1" i="0" u="none" strike="noStrike" kern="1200">
                <a:effectLst/>
                <a:cs typeface="+mn-lt"/>
              </a:rPr>
            </a:br>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January’26</a:t>
            </a:r>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CATS (P2-P4) </a:t>
            </a:r>
          </a:p>
          <a:p>
            <a:pPr rtl="0" fontAlgn="base"/>
            <a:r>
              <a:rPr lang="en-US" sz="1200" b="0" i="0" u="none" strike="noStrike" kern="1200">
                <a:solidFill>
                  <a:schemeClr val="tx1"/>
                </a:solidFill>
                <a:effectLst/>
                <a:latin typeface="+mn-lt"/>
                <a:ea typeface="+mn-ea"/>
                <a:cs typeface="+mn-cs"/>
              </a:rPr>
              <a:t>P2: </a:t>
            </a:r>
            <a:r>
              <a:rPr lang="en-US" b="0" i="0">
                <a:solidFill>
                  <a:srgbClr val="000000"/>
                </a:solidFill>
                <a:effectLst/>
                <a:latin typeface="Calibri" panose="020F0502020204030204" pitchFamily="34" charset="0"/>
              </a:rPr>
              <a:t>VAR subscribers could not see DMCA notifications on the Notices site</a:t>
            </a:r>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Customer Impact: </a:t>
            </a:r>
            <a:r>
              <a:rPr lang="en-US" b="0" i="0">
                <a:solidFill>
                  <a:srgbClr val="000000"/>
                </a:solidFill>
                <a:effectLst/>
                <a:latin typeface="Calibri"/>
                <a:ea typeface="Calibri"/>
                <a:cs typeface="Calibri"/>
              </a:rPr>
              <a:t>They were still able to see to their complaints. This meant it was harder for them to verify if we had attempted to notify them.</a:t>
            </a:r>
            <a:endParaRPr lang="en-US" sz="1200" b="0" i="0" u="none" strike="noStrike"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Root Cause:</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The associated query to pull notification information was not properly mapping for all communication types, even though CATS itself was correctly logging them.</a:t>
            </a:r>
          </a:p>
          <a:p>
            <a:pPr rtl="0" fontAlgn="base"/>
            <a:r>
              <a:rPr lang="en-US" sz="1200" b="1" i="0" u="none" strike="noStrike" kern="1200">
                <a:solidFill>
                  <a:schemeClr val="tx1"/>
                </a:solidFill>
                <a:effectLst/>
                <a:latin typeface="+mn-lt"/>
                <a:ea typeface="+mn-ea"/>
                <a:cs typeface="+mn-cs"/>
              </a:rPr>
              <a:t>Corrective and Preventative Actions:</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The mapping for the outbound communications was updated to properly account for all associated types. Additionally, pattern matching logic was added in case of changes in the future.</a:t>
            </a:r>
          </a:p>
          <a:p>
            <a:pPr rtl="0" fontAlgn="base"/>
            <a:endParaRPr lang="en-US" sz="1200" b="0" i="0" kern="1200">
              <a:solidFill>
                <a:schemeClr val="tx1"/>
              </a:solidFill>
              <a:effectLst/>
              <a:latin typeface="+mn-lt"/>
              <a:ea typeface="+mn-ea"/>
              <a:cs typeface="+mn-cs"/>
            </a:endParaRPr>
          </a:p>
          <a:p>
            <a:pPr rtl="0" fontAlgn="base"/>
            <a:r>
              <a:rPr lang="en-US" sz="1200" b="0" i="0" u="none" strike="noStrike" kern="1200">
                <a:solidFill>
                  <a:schemeClr val="tx1"/>
                </a:solidFill>
                <a:effectLst/>
                <a:latin typeface="+mn-lt"/>
                <a:ea typeface="+mn-ea"/>
                <a:cs typeface="+mn-cs"/>
              </a:rPr>
              <a:t>P2: </a:t>
            </a:r>
            <a:r>
              <a:rPr lang="en-US" b="0" i="0">
                <a:solidFill>
                  <a:srgbClr val="000000"/>
                </a:solidFill>
                <a:effectLst/>
                <a:latin typeface="Calibri" panose="020F0502020204030204" pitchFamily="34" charset="0"/>
              </a:rPr>
              <a:t>It was reported that Abuse Campaigns were not properly saving modifications to the Email Template selected in the Campaign Workflow</a:t>
            </a:r>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Customer Impact: </a:t>
            </a:r>
            <a:r>
              <a:rPr lang="en-US" b="0" i="0">
                <a:solidFill>
                  <a:srgbClr val="000000"/>
                </a:solidFill>
                <a:effectLst/>
                <a:latin typeface="Calibri" panose="020F0502020204030204" pitchFamily="34" charset="0"/>
              </a:rPr>
              <a:t>Legacy Charter subscribers receiving physical letters even if their preferred communication method is set as email.</a:t>
            </a:r>
            <a:endParaRPr lang="en-US" sz="1200" b="0" i="0" u="none" strike="noStrike"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Root Cause:</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After investigation it was found that the associated glue table for Abuse Campaign Workflows was not properly recording the communication steps selected.</a:t>
            </a:r>
          </a:p>
          <a:p>
            <a:pPr rtl="0" fontAlgn="base"/>
            <a:r>
              <a:rPr lang="en-US" sz="1200" b="1" i="0" u="none" strike="noStrike" kern="1200">
                <a:solidFill>
                  <a:schemeClr val="tx1"/>
                </a:solidFill>
                <a:effectLst/>
                <a:latin typeface="+mn-lt"/>
                <a:ea typeface="+mn-ea"/>
                <a:cs typeface="+mn-cs"/>
              </a:rPr>
              <a:t>Corrective and Preventative Actions:</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The logic to update the Workflow Glue table was updated appropriately. Additionally, logic was created that if a blank entry was encountered, then CATS would retrieve and update the entry prior to sending Abuse Campaign notifications.</a:t>
            </a:r>
            <a:endParaRPr lang="en-US" sz="1200" b="0" i="0" kern="1200">
              <a:solidFill>
                <a:schemeClr val="tx1"/>
              </a:solidFill>
              <a:effectLst/>
              <a:latin typeface="Calibri"/>
              <a:ea typeface="Calibri"/>
              <a:cs typeface="Calibri"/>
            </a:endParaRPr>
          </a:p>
          <a:p>
            <a:pPr rtl="0" fontAlgn="base"/>
            <a:endParaRPr lang="en-US" sz="1200" b="0" i="0" kern="1200">
              <a:solidFill>
                <a:schemeClr val="tx1"/>
              </a:solidFill>
              <a:effectLst/>
              <a:latin typeface="+mn-lt"/>
              <a:ea typeface="+mn-ea"/>
              <a:cs typeface="+mn-cs"/>
            </a:endParaRPr>
          </a:p>
          <a:p>
            <a:pPr rtl="0" fontAlgn="base"/>
            <a:r>
              <a:rPr lang="en-US" sz="1200" b="0" i="0" u="none" strike="noStrike" kern="1200">
                <a:solidFill>
                  <a:schemeClr val="tx1"/>
                </a:solidFill>
                <a:effectLst/>
                <a:latin typeface="+mn-lt"/>
                <a:ea typeface="+mn-ea"/>
                <a:cs typeface="+mn-cs"/>
              </a:rPr>
              <a:t>P2: </a:t>
            </a:r>
            <a:r>
              <a:rPr lang="en-US" b="0" i="0">
                <a:solidFill>
                  <a:srgbClr val="000000"/>
                </a:solidFill>
                <a:effectLst/>
                <a:latin typeface="Calibri" panose="020F0502020204030204" pitchFamily="34" charset="0"/>
              </a:rPr>
              <a:t>It was found CATS was trying to implement a Walled Garden on Distributed SCS accounts.</a:t>
            </a:r>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Customer Impact:</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There is no customer impact since such suspensions are handled by 11OS for SCS accounts.</a:t>
            </a:r>
            <a:endParaRPr lang="en-US" sz="1200" b="0" i="0" u="none" strike="noStrike"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Root Cause:</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The DMCA Communication Process (DCP) appears to be incorrectly calling for a Suspension of these accounts due to confusion in the logic between Tenant and Property Master account associations.</a:t>
            </a:r>
            <a:endParaRPr lang="en-US" sz="1200" b="0" i="0" u="none" strike="noStrike"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Corrective and Preventative Actions:</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The Property Master to Tenant account association logic is updated so that CATS no longer attempts to suspend such accounts</a:t>
            </a:r>
            <a:r>
              <a:rPr lang="en-US" sz="1200" b="0" i="0" kern="1200">
                <a:solidFill>
                  <a:schemeClr val="tx1"/>
                </a:solidFill>
                <a:effectLst/>
                <a:latin typeface="+mn-lt"/>
                <a:ea typeface="+mn-ea"/>
                <a:cs typeface="+mn-cs"/>
              </a:rPr>
              <a:t>.</a:t>
            </a:r>
            <a:endParaRPr lang="en-US" sz="1200" b="0" i="0" kern="1200">
              <a:solidFill>
                <a:schemeClr val="tx1"/>
              </a:solidFill>
              <a:effectLst/>
              <a:latin typeface="+mn-lt"/>
            </a:endParaRPr>
          </a:p>
          <a:p>
            <a:pPr rtl="0" fontAlgn="base"/>
            <a:endParaRPr lang="en-US" sz="1200" b="0" i="0" kern="120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Gateways-AWS (P2-P4)</a:t>
            </a:r>
          </a:p>
          <a:p>
            <a:pPr rtl="0" fontAlgn="base"/>
            <a:r>
              <a:rPr lang="en-US" b="0" i="0">
                <a:solidFill>
                  <a:srgbClr val="000000"/>
                </a:solidFill>
                <a:effectLst/>
                <a:latin typeface="Calibri"/>
                <a:ea typeface="Calibri"/>
                <a:cs typeface="Calibri"/>
              </a:rPr>
              <a:t>P2-PINXT-29737: </a:t>
            </a:r>
            <a:r>
              <a:rPr lang="en-US" b="0" i="0" err="1">
                <a:solidFill>
                  <a:srgbClr val="000000"/>
                </a:solidFill>
                <a:effectLst/>
                <a:latin typeface="Calibri"/>
                <a:ea typeface="Calibri"/>
                <a:cs typeface="Calibri"/>
              </a:rPr>
              <a:t>ThreatMetrix</a:t>
            </a:r>
            <a:r>
              <a:rPr lang="en-US" b="0" i="0">
                <a:solidFill>
                  <a:srgbClr val="000000"/>
                </a:solidFill>
                <a:effectLst/>
                <a:latin typeface="Calibri"/>
                <a:ea typeface="Calibri"/>
                <a:cs typeface="Calibri"/>
              </a:rPr>
              <a:t> Safe/watch/blocklist Request - Employee Self-Service</a:t>
            </a:r>
            <a:endParaRPr lang="en-US" sz="1200" b="0" i="0"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Customer Impact:</a:t>
            </a:r>
            <a:r>
              <a:rPr lang="en-US" sz="1200" b="0" i="0" u="none" strike="noStrike" kern="1200">
                <a:solidFill>
                  <a:schemeClr val="tx1"/>
                </a:solidFill>
                <a:effectLst/>
                <a:latin typeface="+mn-lt"/>
                <a:ea typeface="+mn-ea"/>
                <a:cs typeface="+mn-cs"/>
              </a:rPr>
              <a:t> </a:t>
            </a:r>
            <a:r>
              <a:rPr lang="en-IN" b="0" i="0">
                <a:solidFill>
                  <a:srgbClr val="000000"/>
                </a:solidFill>
                <a:effectLst/>
                <a:latin typeface="Calibri"/>
                <a:ea typeface="Calibri"/>
                <a:cs typeface="Calibri"/>
              </a:rPr>
              <a:t>No customer impact</a:t>
            </a:r>
            <a:endParaRPr lang="en-US" sz="1200" b="0" i="0"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Root Cause:</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Standard operating procedures (QRT testing team tests Seamless Entertainment apps in Prod Env, must submit </a:t>
            </a:r>
            <a:r>
              <a:rPr lang="en-US" b="0" i="0" err="1">
                <a:solidFill>
                  <a:srgbClr val="000000"/>
                </a:solidFill>
                <a:effectLst/>
                <a:latin typeface="Calibri"/>
                <a:ea typeface="Calibri"/>
                <a:cs typeface="Calibri"/>
              </a:rPr>
              <a:t>ThreatMetrix</a:t>
            </a:r>
            <a:r>
              <a:rPr lang="en-US" b="0" i="0">
                <a:solidFill>
                  <a:srgbClr val="000000"/>
                </a:solidFill>
                <a:effectLst/>
                <a:latin typeface="Calibri"/>
                <a:ea typeface="Calibri"/>
                <a:cs typeface="Calibri"/>
              </a:rPr>
              <a:t> tickets to have accounts whitelisted for avoiding accounts locked out of Spectrum.net due to high number of account accesses/day</a:t>
            </a:r>
            <a:endParaRPr lang="en-US" sz="1200" b="0" i="0"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Corrective and Preventative Actions:</a:t>
            </a:r>
            <a:r>
              <a:rPr lang="en-US" sz="1200" b="0" i="0" u="none" strike="noStrike" kern="1200">
                <a:solidFill>
                  <a:schemeClr val="tx1"/>
                </a:solidFill>
                <a:effectLst/>
                <a:latin typeface="+mn-lt"/>
                <a:ea typeface="+mn-ea"/>
                <a:cs typeface="+mn-cs"/>
              </a:rPr>
              <a:t> </a:t>
            </a:r>
            <a:r>
              <a:rPr lang="en-US" b="0" i="0">
                <a:solidFill>
                  <a:srgbClr val="000000"/>
                </a:solidFill>
                <a:effectLst/>
                <a:latin typeface="Calibri"/>
                <a:ea typeface="Calibri"/>
                <a:cs typeface="Calibri"/>
              </a:rPr>
              <a:t>Typical procedure for whitelisting accounts for </a:t>
            </a:r>
            <a:r>
              <a:rPr lang="en-US" b="0" i="0" err="1">
                <a:solidFill>
                  <a:srgbClr val="000000"/>
                </a:solidFill>
                <a:effectLst/>
                <a:latin typeface="Calibri"/>
                <a:ea typeface="Calibri"/>
                <a:cs typeface="Calibri"/>
              </a:rPr>
              <a:t>ThreatMetrix</a:t>
            </a:r>
            <a:r>
              <a:rPr lang="en-US" b="0" i="0">
                <a:solidFill>
                  <a:srgbClr val="000000"/>
                </a:solidFill>
                <a:effectLst/>
                <a:latin typeface="Calibri"/>
                <a:ea typeface="Calibri"/>
                <a:cs typeface="Calibri"/>
              </a:rPr>
              <a:t> purposes was followed</a:t>
            </a:r>
            <a:endParaRPr lang="en-US" sz="1200" b="0" i="0" u="none" strike="noStrike" kern="1200">
              <a:solidFill>
                <a:schemeClr val="tx1"/>
              </a:solidFill>
              <a:effectLst/>
              <a:latin typeface="Calibri"/>
              <a:ea typeface="Calibri"/>
              <a:cs typeface="Calibri"/>
            </a:endParaRPr>
          </a:p>
          <a:p>
            <a:pPr rtl="0" fontAlgn="base"/>
            <a:endParaRPr lang="en-US" b="0" i="0">
              <a:solidFill>
                <a:srgbClr val="000000"/>
              </a:solidFill>
              <a:effectLst/>
              <a:latin typeface="Calibri" panose="020F0502020204030204" pitchFamily="34" charset="0"/>
            </a:endParaRPr>
          </a:p>
          <a:p>
            <a:pPr rtl="0" fontAlgn="base"/>
            <a:r>
              <a:rPr lang="en-US" b="0" i="0">
                <a:solidFill>
                  <a:srgbClr val="000000"/>
                </a:solidFill>
                <a:effectLst/>
                <a:latin typeface="Calibri"/>
                <a:ea typeface="Calibri"/>
                <a:cs typeface="Calibri"/>
              </a:rPr>
              <a:t>P2-PINXT-29989: </a:t>
            </a:r>
            <a:r>
              <a:rPr lang="en-US" b="0" i="0" err="1">
                <a:solidFill>
                  <a:srgbClr val="000000"/>
                </a:solidFill>
                <a:effectLst/>
                <a:latin typeface="Calibri"/>
                <a:ea typeface="Calibri"/>
                <a:cs typeface="Calibri"/>
              </a:rPr>
              <a:t>Redventures</a:t>
            </a:r>
            <a:r>
              <a:rPr lang="en-US" b="0" i="0">
                <a:solidFill>
                  <a:srgbClr val="000000"/>
                </a:solidFill>
                <a:effectLst/>
                <a:latin typeface="Calibri"/>
                <a:ea typeface="Calibri"/>
                <a:cs typeface="Calibri"/>
              </a:rPr>
              <a:t> PiNxt &amp; ATTOS connectivity not working in Prod, unable to retrieve ATTOS session ID</a:t>
            </a:r>
          </a:p>
          <a:p>
            <a:r>
              <a:rPr lang="en-US" sz="1200" b="1" i="0" u="none" strike="noStrike" kern="1200">
                <a:solidFill>
                  <a:schemeClr val="tx1"/>
                </a:solidFill>
                <a:effectLst/>
                <a:latin typeface="+mn-lt"/>
                <a:ea typeface="+mn-ea"/>
                <a:cs typeface="+mn-cs"/>
              </a:rPr>
              <a:t>Customer Impact:</a:t>
            </a:r>
            <a:r>
              <a:rPr lang="en-US" sz="1200" b="0" i="0" u="none" strike="noStrike" kern="1200">
                <a:solidFill>
                  <a:schemeClr val="tx1"/>
                </a:solidFill>
                <a:effectLst/>
                <a:latin typeface="+mn-lt"/>
                <a:ea typeface="+mn-ea"/>
                <a:cs typeface="+mn-cs"/>
              </a:rPr>
              <a:t> </a:t>
            </a:r>
            <a:r>
              <a:rPr lang="en-US"/>
              <a:t>Blocking testing </a:t>
            </a:r>
            <a:r>
              <a:rPr lang="en-US" err="1"/>
              <a:t>Redventures</a:t>
            </a:r>
            <a:r>
              <a:rPr lang="en-US"/>
              <a:t> flows in stage, inactive, and Prod. </a:t>
            </a:r>
            <a:endParaRPr lang="en-US" sz="1200" b="0" i="0" kern="1200">
              <a:solidFill>
                <a:schemeClr val="tx1"/>
              </a:solidFill>
              <a:effectLst/>
              <a:latin typeface="+mn-lt"/>
            </a:endParaRPr>
          </a:p>
          <a:p>
            <a:pPr rtl="0" fontAlgn="base"/>
            <a:r>
              <a:rPr lang="en-US" sz="1200" b="1" i="0" u="none" strike="noStrike" kern="1200">
                <a:solidFill>
                  <a:schemeClr val="tx1"/>
                </a:solidFill>
                <a:effectLst/>
                <a:latin typeface="+mn-lt"/>
                <a:ea typeface="+mn-ea"/>
                <a:cs typeface="+mn-cs"/>
              </a:rPr>
              <a:t>Root Cause:</a:t>
            </a:r>
            <a:r>
              <a:rPr lang="en-US" sz="1200" b="0" i="0" u="none" strike="noStrike" kern="1200">
                <a:solidFill>
                  <a:schemeClr val="tx1"/>
                </a:solidFill>
                <a:effectLst/>
                <a:latin typeface="+mn-lt"/>
                <a:ea typeface="+mn-ea"/>
                <a:cs typeface="+mn-cs"/>
              </a:rPr>
              <a:t> </a:t>
            </a:r>
            <a:r>
              <a:rPr lang="en-IN" b="0" i="0">
                <a:solidFill>
                  <a:srgbClr val="000000"/>
                </a:solidFill>
                <a:effectLst/>
                <a:latin typeface="Calibri"/>
                <a:ea typeface="Calibri"/>
                <a:cs typeface="Calibri"/>
              </a:rPr>
              <a:t>Connectivity related, resolved immediately</a:t>
            </a:r>
            <a:endParaRPr lang="en-US" sz="1200" b="0" i="0"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Corrective and Preventative Actions:</a:t>
            </a:r>
            <a:r>
              <a:rPr lang="en-US" sz="1200" b="0" i="0" u="none" strike="noStrike" kern="1200">
                <a:solidFill>
                  <a:schemeClr val="tx1"/>
                </a:solidFill>
                <a:effectLst/>
                <a:latin typeface="+mn-lt"/>
                <a:ea typeface="+mn-ea"/>
                <a:cs typeface="+mn-cs"/>
              </a:rPr>
              <a:t> </a:t>
            </a:r>
            <a:r>
              <a:rPr lang="en-IN" b="0" i="0">
                <a:solidFill>
                  <a:srgbClr val="000000"/>
                </a:solidFill>
                <a:effectLst/>
                <a:latin typeface="Calibri"/>
                <a:ea typeface="Calibri"/>
                <a:cs typeface="Calibri"/>
              </a:rPr>
              <a:t>Connectivity related, resolved immediately</a:t>
            </a:r>
            <a:endParaRPr lang="en-US" sz="1200" b="0" i="0" u="none" strike="noStrike" kern="1200">
              <a:solidFill>
                <a:schemeClr val="tx1"/>
              </a:solidFill>
              <a:effectLst/>
              <a:latin typeface="Calibri"/>
              <a:ea typeface="Calibri"/>
              <a:cs typeface="Calibri"/>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p>
            <a:pPr rtl="0" fontAlgn="base"/>
            <a:r>
              <a:rPr lang="en-US" b="0" i="0">
                <a:solidFill>
                  <a:srgbClr val="000000"/>
                </a:solidFill>
                <a:effectLst/>
                <a:latin typeface="Calibri"/>
                <a:ea typeface="Calibri"/>
                <a:cs typeface="Calibri"/>
              </a:rPr>
              <a:t>P2-PINXT-30123: Account level token not created for </a:t>
            </a:r>
            <a:r>
              <a:rPr lang="en-US" b="0" i="0" err="1">
                <a:solidFill>
                  <a:srgbClr val="000000"/>
                </a:solidFill>
                <a:effectLst/>
                <a:latin typeface="Calibri"/>
                <a:ea typeface="Calibri"/>
                <a:cs typeface="Calibri"/>
              </a:rPr>
              <a:t>Redventures</a:t>
            </a:r>
            <a:r>
              <a:rPr lang="en-US" b="0" i="0">
                <a:solidFill>
                  <a:srgbClr val="000000"/>
                </a:solidFill>
                <a:effectLst/>
                <a:latin typeface="Calibri"/>
                <a:ea typeface="Calibri"/>
                <a:cs typeface="Calibri"/>
              </a:rPr>
              <a:t> in Inactive/Prod</a:t>
            </a:r>
          </a:p>
          <a:p>
            <a:pPr rtl="0" fontAlgn="base"/>
            <a:r>
              <a:rPr lang="en-US" sz="1200" b="1" i="0" u="none" strike="noStrike" kern="1200">
                <a:solidFill>
                  <a:schemeClr val="tx1"/>
                </a:solidFill>
                <a:effectLst/>
                <a:latin typeface="+mn-lt"/>
                <a:ea typeface="+mn-ea"/>
                <a:cs typeface="+mn-cs"/>
              </a:rPr>
              <a:t>Customer Impact:</a:t>
            </a:r>
            <a:r>
              <a:rPr lang="en-US" sz="1200" b="0" i="0" u="none" strike="noStrike" kern="1200">
                <a:solidFill>
                  <a:schemeClr val="tx1"/>
                </a:solidFill>
                <a:effectLst/>
                <a:latin typeface="+mn-lt"/>
                <a:ea typeface="+mn-ea"/>
                <a:cs typeface="+mn-cs"/>
              </a:rPr>
              <a:t> </a:t>
            </a:r>
            <a:r>
              <a:rPr lang="en-IN" b="0" i="0">
                <a:solidFill>
                  <a:srgbClr val="000000"/>
                </a:solidFill>
                <a:effectLst/>
                <a:latin typeface="Calibri"/>
                <a:ea typeface="Calibri"/>
                <a:cs typeface="Calibri"/>
              </a:rPr>
              <a:t>No customer impact</a:t>
            </a:r>
            <a:endParaRPr lang="en-US" sz="1200" b="0" i="0"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Root Cause:</a:t>
            </a:r>
            <a:r>
              <a:rPr lang="en-US" sz="1200" b="0" i="0" u="none" strike="noStrike" kern="1200">
                <a:solidFill>
                  <a:schemeClr val="tx1"/>
                </a:solidFill>
                <a:effectLst/>
                <a:latin typeface="+mn-lt"/>
                <a:ea typeface="+mn-ea"/>
                <a:cs typeface="+mn-cs"/>
              </a:rPr>
              <a:t> </a:t>
            </a:r>
            <a:r>
              <a:rPr lang="en-IN" b="0" i="0">
                <a:solidFill>
                  <a:srgbClr val="000000"/>
                </a:solidFill>
                <a:effectLst/>
                <a:latin typeface="Calibri"/>
                <a:ea typeface="Calibri"/>
                <a:cs typeface="Calibri"/>
              </a:rPr>
              <a:t>Connectivity related, resolved immediately</a:t>
            </a:r>
            <a:endParaRPr lang="en-US" sz="1200" b="0" i="0" kern="1200">
              <a:solidFill>
                <a:schemeClr val="tx1"/>
              </a:solidFill>
              <a:effectLst/>
              <a:latin typeface="Calibri"/>
              <a:ea typeface="Calibri"/>
              <a:cs typeface="Calibri"/>
            </a:endParaRPr>
          </a:p>
          <a:p>
            <a:pPr rtl="0" fontAlgn="base"/>
            <a:r>
              <a:rPr lang="en-US" sz="1200" b="1" i="0" u="none" strike="noStrike" kern="1200">
                <a:solidFill>
                  <a:schemeClr val="tx1"/>
                </a:solidFill>
                <a:effectLst/>
                <a:latin typeface="+mn-lt"/>
                <a:ea typeface="+mn-ea"/>
                <a:cs typeface="+mn-cs"/>
              </a:rPr>
              <a:t>Corrective and Preventative Actions:</a:t>
            </a:r>
            <a:r>
              <a:rPr lang="en-US" sz="1200" b="0" i="0" u="none" strike="noStrike" kern="1200">
                <a:solidFill>
                  <a:schemeClr val="tx1"/>
                </a:solidFill>
                <a:effectLst/>
                <a:latin typeface="+mn-lt"/>
                <a:ea typeface="+mn-ea"/>
                <a:cs typeface="+mn-cs"/>
              </a:rPr>
              <a:t> </a:t>
            </a:r>
            <a:r>
              <a:rPr lang="en-IN" b="0" i="0">
                <a:solidFill>
                  <a:srgbClr val="000000"/>
                </a:solidFill>
                <a:effectLst/>
                <a:latin typeface="Calibri"/>
                <a:ea typeface="Calibri"/>
                <a:cs typeface="Calibri"/>
              </a:rPr>
              <a:t>Connectivity related, resolved immediately</a:t>
            </a:r>
            <a:endParaRPr lang="en-US" sz="1200" b="0" i="0" u="none" strike="noStrike" kern="1200">
              <a:solidFill>
                <a:schemeClr val="tx1"/>
              </a:solidFill>
              <a:effectLst/>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25108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a:solidFill>
                  <a:schemeClr val="tx1"/>
                </a:solidFill>
                <a:effectLst/>
                <a:latin typeface="+mn-lt"/>
                <a:ea typeface="+mn-ea"/>
                <a:cs typeface="+mn-cs"/>
              </a:rPr>
              <a:t>Hotfix Deployments</a:t>
            </a:r>
            <a:r>
              <a:rPr lang="en-US" sz="1200" b="0" i="0" kern="1200">
                <a:solidFill>
                  <a:schemeClr val="tx1"/>
                </a:solidFill>
                <a:effectLst/>
                <a:latin typeface="+mn-lt"/>
                <a:ea typeface="+mn-ea"/>
                <a:cs typeface="+mn-cs"/>
              </a:rPr>
              <a:t>​</a:t>
            </a:r>
          </a:p>
          <a:p>
            <a:pPr rtl="0" fontAlgn="base"/>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February’25</a:t>
            </a:r>
            <a:endParaRPr lang="en-US" sz="1200" b="0" i="0" kern="120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a:t>
            </a:r>
            <a:r>
              <a:rPr lang="en-US" sz="1200" b="1" i="0" u="none" strike="noStrike" kern="1200">
                <a:solidFill>
                  <a:schemeClr val="tx1"/>
                </a:solidFill>
                <a:effectLst/>
                <a:latin typeface="+mn-lt"/>
                <a:ea typeface="+mn-ea"/>
                <a:cs typeface="+mn-cs"/>
              </a:rPr>
              <a:t>Gateways-AWS</a:t>
            </a:r>
            <a:r>
              <a:rPr lang="en-US" sz="1200" b="0" i="0" kern="1200">
                <a:solidFill>
                  <a:schemeClr val="tx1"/>
                </a:solidFill>
                <a:effectLst/>
                <a:latin typeface="+mn-lt"/>
                <a:ea typeface="+mn-ea"/>
                <a:cs typeface="+mn-cs"/>
              </a:rPr>
              <a:t>​</a:t>
            </a:r>
          </a:p>
          <a:p>
            <a:pPr rtl="0" fontAlgn="base"/>
            <a:r>
              <a:rPr lang="en-US"/>
              <a:t>PINXT 1.122.1 was deployed as an EBF to rotate client secrets, mitigate a potential credential leak, and enforce client-specific credentials to prevent sharing across multiple clients.</a:t>
            </a:r>
            <a:endParaRPr lang="en-US" sz="1200" b="0" i="0" kern="1200">
              <a:solidFill>
                <a:schemeClr val="tx1"/>
              </a:solidFill>
              <a:effectLst/>
              <a:latin typeface="+mn-lt"/>
              <a:ea typeface="+mn-ea"/>
              <a:cs typeface="+mn-cs"/>
            </a:endParaRPr>
          </a:p>
          <a:p>
            <a:pPr rtl="0" fontAlgn="base"/>
            <a:endParaRPr lang="en-US" sz="1200" b="0" i="0"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December’25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SOLO</a:t>
            </a:r>
            <a:r>
              <a:rPr lang="en-US" sz="1200" b="0" i="0" kern="1200">
                <a:solidFill>
                  <a:schemeClr val="tx1"/>
                </a:solidFill>
                <a:effectLst/>
                <a:latin typeface="+mn-lt"/>
                <a:ea typeface="+mn-ea"/>
                <a:cs typeface="+mn-cs"/>
              </a:rPr>
              <a:t>​</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A config change has been identified for solo-party-synch-service which is now ingesting 1% real time traffic from solo-customer-</a:t>
            </a:r>
            <a:r>
              <a:rPr lang="en-US" sz="1200" b="0" i="0" kern="1200" err="1">
                <a:solidFill>
                  <a:schemeClr val="tx1"/>
                </a:solidFill>
                <a:effectLst/>
                <a:latin typeface="+mn-lt"/>
                <a:ea typeface="+mn-ea"/>
                <a:cs typeface="+mn-cs"/>
              </a:rPr>
              <a:t>eni</a:t>
            </a:r>
            <a:r>
              <a:rPr lang="en-US" sz="1200" b="0" i="0" kern="1200">
                <a:solidFill>
                  <a:schemeClr val="tx1"/>
                </a:solidFill>
                <a:effectLst/>
                <a:latin typeface="+mn-lt"/>
                <a:ea typeface="+mn-ea"/>
                <a:cs typeface="+mn-cs"/>
              </a:rPr>
              <a:t>. Deployed the fix to avoid data inconsistencies for a small portion of the 1% tariff.</a:t>
            </a:r>
          </a:p>
          <a:p>
            <a:pPr rtl="0" fontAlgn="base"/>
            <a:endParaRPr lang="en-US" sz="1200" b="1" i="0" u="none" strike="noStrike" kern="1200">
              <a:solidFill>
                <a:schemeClr val="tx1"/>
              </a:solidFill>
              <a:effectLst/>
              <a:latin typeface="+mn-lt"/>
              <a:ea typeface="+mn-ea"/>
              <a:cs typeface="+mn-cs"/>
            </a:endParaRPr>
          </a:p>
          <a:p>
            <a:pPr rtl="0" fontAlgn="base"/>
            <a:r>
              <a:rPr lang="en-US" sz="1200" b="1" i="0" u="none" strike="noStrike" kern="1200">
                <a:solidFill>
                  <a:schemeClr val="tx1"/>
                </a:solidFill>
                <a:effectLst/>
                <a:latin typeface="+mn-lt"/>
                <a:ea typeface="+mn-ea"/>
                <a:cs typeface="+mn-cs"/>
              </a:rPr>
              <a:t>August’25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SOLO</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One of the PROD VMs had old app version running causing discrepancies in processing requests. The impacted JVM instance was stopped, and latest version was deployed to PROD environment</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July’25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Gateways-AWS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PINXT 1.107.4 was deployed as an EBF to address the BTM issue where customers were not able to run device speed tests from their routers and modems.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PINXT 1.108.3 was deployed as an EBF to disable the countermeasures check for the centralized auth customers.</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SOLO</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Emergency Change 257645 (Incident 9466574): Deployment of enterprise address service to update the first logic endpoint in configuration. This is to mitigate the issues with scrub address process– 7/30/2025</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June’25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Gateways-AWS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PINXT 1.105.3 was deployed as an EBF to apply auth rules for all account types combinations in case of multi-account clients. This was a security gap and had no customer impact.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PINXT 1.105.4 was deployed as an EBF to counter SSPP fraud attack by rate limiting SSPP graph calls as an added security measure.</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SOLO</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Emergency Change 252269 (Incident 9293143): Implemented to distinguish between Enterprise Address and Enterprise Address v2, ensuring correct mirroring setup as intended by Change 251944 – 6/20/2025</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Emergency Change 253359 (Incident 9333572): Disabled processing in EnterpriseAddressV2 to stop data mirroring and reduce load on downstream services like GIS – 6/30/2025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Gateways DC</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Emergency Change 253206: Updated the </a:t>
            </a:r>
            <a:r>
              <a:rPr lang="en-US" sz="1200" b="0" i="0" u="none" strike="noStrike" kern="1200" err="1">
                <a:solidFill>
                  <a:schemeClr val="tx1"/>
                </a:solidFill>
                <a:effectLst/>
                <a:latin typeface="+mn-lt"/>
                <a:ea typeface="+mn-ea"/>
                <a:cs typeface="+mn-cs"/>
              </a:rPr>
              <a:t>dataplatforms</a:t>
            </a:r>
            <a:r>
              <a:rPr lang="en-US" sz="1200" b="0" i="0" u="none" strike="noStrike" kern="1200">
                <a:solidFill>
                  <a:schemeClr val="tx1"/>
                </a:solidFill>
                <a:effectLst/>
                <a:latin typeface="+mn-lt"/>
                <a:ea typeface="+mn-ea"/>
                <a:cs typeface="+mn-cs"/>
              </a:rPr>
              <a:t> client access to both Internal and External - 6/27/2025</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April’25</a:t>
            </a:r>
            <a:r>
              <a:rPr lang="en-US" sz="1200" b="0" i="0" kern="1200">
                <a:solidFill>
                  <a:schemeClr val="tx1"/>
                </a:solidFill>
                <a:effectLst/>
                <a:latin typeface="+mn-lt"/>
                <a:ea typeface="+mn-ea"/>
                <a:cs typeface="+mn-cs"/>
              </a:rPr>
              <a:t>​</a:t>
            </a:r>
          </a:p>
          <a:p>
            <a:pPr rtl="0" fontAlgn="base"/>
            <a:r>
              <a:rPr lang="en-US" sz="1200" b="1" i="0" u="none" strike="noStrike" kern="1200">
                <a:solidFill>
                  <a:schemeClr val="tx1"/>
                </a:solidFill>
                <a:effectLst/>
                <a:latin typeface="+mn-lt"/>
                <a:ea typeface="+mn-ea"/>
                <a:cs typeface="+mn-cs"/>
              </a:rPr>
              <a:t>Gateways-AWS</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1. PINXT 1.102.3 was deployed as an EBF to fix the MTLS integration to address the HSC cable card issue.</a:t>
            </a:r>
            <a:r>
              <a:rPr lang="en-US" sz="1200" b="0" i="0"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kern="1200">
              <a:solidFill>
                <a:schemeClr val="tx1"/>
              </a:solidFill>
              <a:latin typeface="Spectrum Sans Book" panose="020B0402020503020304" pitchFamily="34" charset="0"/>
              <a:cs typeface="Spectrum Sans Book" panose="020B04020205030203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34650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68840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19777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40616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05B6-32A4-A0B1-201C-1BFD463E7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54A46-03F8-0B10-EEEB-AB421F398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DFFD0-7164-56C4-41E4-4880327F7B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B455D7-6949-6FF3-D7CD-CA956929D2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73CE93-8BDF-6448-B8FF-679A190B319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51428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AF071-6221-19F6-29D1-C0DB6137E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608AE-FE5B-E3DD-351D-244918CFC2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4FD307-8965-2A15-C884-33E08468B4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D9D485-3588-06BA-E41E-345D98C92869}"/>
              </a:ext>
            </a:extLst>
          </p:cNvPr>
          <p:cNvSpPr>
            <a:spLocks noGrp="1"/>
          </p:cNvSpPr>
          <p:nvPr>
            <p:ph type="sldNum" sz="quarter" idx="5"/>
          </p:nvPr>
        </p:nvSpPr>
        <p:spPr/>
        <p:txBody>
          <a:bodyPr/>
          <a:lstStyle/>
          <a:p>
            <a:fld id="{DF73CE93-8BDF-6448-B8FF-679A190B319F}" type="slidenum">
              <a:rPr lang="en-US" smtClean="0"/>
              <a:pPr/>
              <a:t>19</a:t>
            </a:fld>
            <a:endParaRPr lang="en-US"/>
          </a:p>
        </p:txBody>
      </p:sp>
    </p:spTree>
    <p:extLst>
      <p:ext uri="{BB962C8B-B14F-4D97-AF65-F5344CB8AC3E}">
        <p14:creationId xmlns:p14="http://schemas.microsoft.com/office/powerpoint/2010/main" val="1778676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73CE93-8BDF-6448-B8FF-679A190B319F}" type="slidenum">
              <a:rPr lang="en-US" smtClean="0"/>
              <a:pPr/>
              <a:t>20</a:t>
            </a:fld>
            <a:endParaRPr lang="en-US"/>
          </a:p>
        </p:txBody>
      </p:sp>
    </p:spTree>
    <p:extLst>
      <p:ext uri="{BB962C8B-B14F-4D97-AF65-F5344CB8AC3E}">
        <p14:creationId xmlns:p14="http://schemas.microsoft.com/office/powerpoint/2010/main" val="30999263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73CE93-8BDF-6448-B8FF-679A190B319F}" type="slidenum">
              <a:rPr lang="en-US" smtClean="0"/>
              <a:pPr/>
              <a:t>21</a:t>
            </a:fld>
            <a:endParaRPr lang="en-US"/>
          </a:p>
        </p:txBody>
      </p:sp>
    </p:spTree>
    <p:extLst>
      <p:ext uri="{BB962C8B-B14F-4D97-AF65-F5344CB8AC3E}">
        <p14:creationId xmlns:p14="http://schemas.microsoft.com/office/powerpoint/2010/main" val="19739260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ED03D-7165-2D05-26ED-12730A4CD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1AB22-0A20-4335-8CAE-14C7EA6C37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1CE470-F715-0AE5-BA07-D26AA9F196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2E59FC-50A0-61BC-F053-99D2E50FE962}"/>
              </a:ext>
            </a:extLst>
          </p:cNvPr>
          <p:cNvSpPr>
            <a:spLocks noGrp="1"/>
          </p:cNvSpPr>
          <p:nvPr>
            <p:ph type="sldNum" sz="quarter" idx="5"/>
          </p:nvPr>
        </p:nvSpPr>
        <p:spPr/>
        <p:txBody>
          <a:bodyPr/>
          <a:lstStyle/>
          <a:p>
            <a:fld id="{DF73CE93-8BDF-6448-B8FF-679A190B319F}" type="slidenum">
              <a:rPr lang="en-US" smtClean="0"/>
              <a:pPr/>
              <a:t>22</a:t>
            </a:fld>
            <a:endParaRPr lang="en-US"/>
          </a:p>
        </p:txBody>
      </p:sp>
    </p:spTree>
    <p:extLst>
      <p:ext uri="{BB962C8B-B14F-4D97-AF65-F5344CB8AC3E}">
        <p14:creationId xmlns:p14="http://schemas.microsoft.com/office/powerpoint/2010/main" val="12228551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Very High &lt; 30 days</a:t>
            </a:r>
          </a:p>
          <a:p>
            <a:r>
              <a:rPr lang="en-US"/>
              <a:t>High &lt; 60 days</a:t>
            </a:r>
          </a:p>
        </p:txBody>
      </p:sp>
      <p:sp>
        <p:nvSpPr>
          <p:cNvPr id="4" name="Slide Number Placeholder 3"/>
          <p:cNvSpPr>
            <a:spLocks noGrp="1"/>
          </p:cNvSpPr>
          <p:nvPr>
            <p:ph type="sldNum" sz="quarter" idx="5"/>
          </p:nvPr>
        </p:nvSpPr>
        <p:spPr/>
        <p:txBody>
          <a:bodyPr/>
          <a:lstStyle/>
          <a:p>
            <a:fld id="{DF73CE93-8BDF-6448-B8FF-679A190B319F}" type="slidenum">
              <a:rPr lang="en-US" smtClean="0"/>
              <a:pPr/>
              <a:t>23</a:t>
            </a:fld>
            <a:endParaRPr lang="en-US"/>
          </a:p>
        </p:txBody>
      </p:sp>
    </p:spTree>
    <p:extLst>
      <p:ext uri="{BB962C8B-B14F-4D97-AF65-F5344CB8AC3E}">
        <p14:creationId xmlns:p14="http://schemas.microsoft.com/office/powerpoint/2010/main" val="24609560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958F-55EB-F8DB-A59B-87F54F134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3168A-1EF9-E26B-2E66-77CADB3EC9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4F1FBD-86EA-69C1-8D84-655466D70D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FA6A15-A9ED-781E-A620-96E369B570CF}"/>
              </a:ext>
            </a:extLst>
          </p:cNvPr>
          <p:cNvSpPr>
            <a:spLocks noGrp="1"/>
          </p:cNvSpPr>
          <p:nvPr>
            <p:ph type="sldNum" sz="quarter" idx="5"/>
          </p:nvPr>
        </p:nvSpPr>
        <p:spPr/>
        <p:txBody>
          <a:bodyPr/>
          <a:lstStyle/>
          <a:p>
            <a:fld id="{DF73CE93-8BDF-6448-B8FF-679A190B319F}" type="slidenum">
              <a:rPr lang="en-US" smtClean="0"/>
              <a:pPr/>
              <a:t>24</a:t>
            </a:fld>
            <a:endParaRPr lang="en-US"/>
          </a:p>
        </p:txBody>
      </p:sp>
    </p:spTree>
    <p:extLst>
      <p:ext uri="{BB962C8B-B14F-4D97-AF65-F5344CB8AC3E}">
        <p14:creationId xmlns:p14="http://schemas.microsoft.com/office/powerpoint/2010/main" val="2343554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https://</a:t>
            </a:r>
            <a:r>
              <a:rPr lang="en-US" err="1"/>
              <a:t>tableau.chartercom.com</a:t>
            </a:r>
            <a:r>
              <a:rPr lang="en-US"/>
              <a:t>/#/site/</a:t>
            </a:r>
            <a:r>
              <a:rPr lang="en-US" err="1"/>
              <a:t>EcommerceReportSupportMonitoring</a:t>
            </a:r>
            <a:r>
              <a:rPr lang="en-US"/>
              <a:t>/views/AMI-Summaries-SSPP_16885789588230/</a:t>
            </a:r>
            <a:r>
              <a:rPr lang="en-US" err="1"/>
              <a:t>SummarybyMonth</a:t>
            </a:r>
            <a:r>
              <a:rPr lang="en-US"/>
              <a:t>?:</a:t>
            </a:r>
            <a:r>
              <a:rPr lang="en-US" err="1"/>
              <a:t>iid</a:t>
            </a:r>
            <a:r>
              <a:rPr lang="en-US"/>
              <a:t>=1</a:t>
            </a:r>
          </a:p>
        </p:txBody>
      </p:sp>
      <p:sp>
        <p:nvSpPr>
          <p:cNvPr id="4" name="Slide Number Placeholder 3"/>
          <p:cNvSpPr>
            <a:spLocks noGrp="1"/>
          </p:cNvSpPr>
          <p:nvPr>
            <p:ph type="sldNum" sz="quarter" idx="5"/>
          </p:nvPr>
        </p:nvSpPr>
        <p:spPr/>
        <p:txBody>
          <a:bodyPr/>
          <a:lstStyle/>
          <a:p>
            <a:fld id="{DF73CE93-8BDF-6448-B8FF-679A190B319F}" type="slidenum">
              <a:rPr lang="en-US" smtClean="0"/>
              <a:pPr/>
              <a:t>25</a:t>
            </a:fld>
            <a:endParaRPr lang="en-US"/>
          </a:p>
        </p:txBody>
      </p:sp>
    </p:spTree>
    <p:extLst>
      <p:ext uri="{BB962C8B-B14F-4D97-AF65-F5344CB8AC3E}">
        <p14:creationId xmlns:p14="http://schemas.microsoft.com/office/powerpoint/2010/main" val="2489412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36528"/>
            <a:ext cx="7817379" cy="844847"/>
          </a:xfrm>
        </p:spPr>
        <p:txBody>
          <a:bodyPr wrap="square" tIns="0" anchor="b" anchorCtr="0">
            <a:noAutofit/>
          </a:bodyPr>
          <a:lstStyle>
            <a:lvl1pPr algn="l">
              <a:defRPr sz="5400" spc="0">
                <a:solidFill>
                  <a:schemeClr val="tx2"/>
                </a:solidFill>
              </a:defRPr>
            </a:lvl1pPr>
          </a:lstStyle>
          <a:p>
            <a:r>
              <a:rPr lang="en-US"/>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511403" y="5180347"/>
            <a:ext cx="7817378" cy="276999"/>
          </a:xfrm>
          <a:prstGeom prst="rect">
            <a:avLst/>
          </a:prstGeom>
        </p:spPr>
        <p:txBody>
          <a:bodyPr vert="horz" lIns="0" tIns="0" rIns="0" bIns="0" rtlCol="0">
            <a:noAutofit/>
          </a:bodyPr>
          <a:lstStyle>
            <a:lvl1pPr>
              <a:defRPr lang="en-US" sz="2000" cap="none" baseline="0" dirty="0">
                <a:solidFill>
                  <a:schemeClr val="tx2"/>
                </a:solidFill>
              </a:defRPr>
            </a:lvl1pPr>
          </a:lstStyle>
          <a:p>
            <a:pPr lvl="0"/>
            <a:r>
              <a:rPr lang="en-US"/>
              <a:t>Subtitle goes here if you need it</a:t>
            </a:r>
          </a:p>
        </p:txBody>
      </p:sp>
      <p:sp>
        <p:nvSpPr>
          <p:cNvPr id="7" name="TextBox 6">
            <a:extLst>
              <a:ext uri="{FF2B5EF4-FFF2-40B4-BE49-F238E27FC236}">
                <a16:creationId xmlns:a16="http://schemas.microsoft.com/office/drawing/2014/main" id="{85D454DA-A91C-E966-9D53-773AF37918BE}"/>
              </a:ext>
            </a:extLst>
          </p:cNvPr>
          <p:cNvSpPr txBox="1"/>
          <p:nvPr userDrawn="1"/>
        </p:nvSpPr>
        <p:spPr>
          <a:xfrm>
            <a:off x="9089409" y="7233313"/>
            <a:ext cx="0" cy="0"/>
          </a:xfrm>
          <a:prstGeom prst="rect">
            <a:avLst/>
          </a:prstGeom>
          <a:noFill/>
        </p:spPr>
        <p:txBody>
          <a:bodyPr wrap="none" lIns="0" tIns="0" rIns="0" bIns="0" rtlCol="0">
            <a:noAutofit/>
          </a:bodyPr>
          <a:lstStyle/>
          <a:p>
            <a:pPr algn="l">
              <a:spcBef>
                <a:spcPts val="900"/>
              </a:spcBef>
            </a:pPr>
            <a:endParaRPr lang="en-US" sz="2000" b="0" i="0">
              <a:solidFill>
                <a:schemeClr val="bg1"/>
              </a:solidFill>
              <a:latin typeface="Spectrum Sans" panose="020B0502020503020304" pitchFamily="34" charset="0"/>
            </a:endParaRPr>
          </a:p>
        </p:txBody>
      </p:sp>
      <p:sp>
        <p:nvSpPr>
          <p:cNvPr id="10" name="Date Placeholder 9">
            <a:extLst>
              <a:ext uri="{FF2B5EF4-FFF2-40B4-BE49-F238E27FC236}">
                <a16:creationId xmlns:a16="http://schemas.microsoft.com/office/drawing/2014/main" id="{C8FE28C3-10BF-2197-7FC4-B525E30B3A1A}"/>
              </a:ext>
            </a:extLst>
          </p:cNvPr>
          <p:cNvSpPr>
            <a:spLocks noGrp="1"/>
          </p:cNvSpPr>
          <p:nvPr>
            <p:ph type="dt" sz="half" idx="10"/>
          </p:nvPr>
        </p:nvSpPr>
        <p:spPr/>
        <p:txBody>
          <a:bodyPr/>
          <a:lstStyle>
            <a:lvl1pPr>
              <a:defRPr>
                <a:solidFill>
                  <a:schemeClr val="tx2"/>
                </a:solidFill>
              </a:defRPr>
            </a:lvl1pPr>
          </a:lstStyle>
          <a:p>
            <a:fld id="{F0CBC1EA-A3B0-B547-9E4E-9C8D5A783985}" type="datetime1">
              <a:rPr lang="en-US" smtClean="0"/>
              <a:t>3/19/2026</a:t>
            </a:fld>
            <a:endParaRPr lang="en-US"/>
          </a:p>
        </p:txBody>
      </p:sp>
      <p:sp>
        <p:nvSpPr>
          <p:cNvPr id="12" name="Footer Placeholder 11">
            <a:extLst>
              <a:ext uri="{FF2B5EF4-FFF2-40B4-BE49-F238E27FC236}">
                <a16:creationId xmlns:a16="http://schemas.microsoft.com/office/drawing/2014/main" id="{91C7AF88-D62F-85F6-7079-7D4F7FAA0884}"/>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3" name="Slide Number Placeholder 12">
            <a:extLst>
              <a:ext uri="{FF2B5EF4-FFF2-40B4-BE49-F238E27FC236}">
                <a16:creationId xmlns:a16="http://schemas.microsoft.com/office/drawing/2014/main" id="{A78E6999-9404-BAF6-94DB-145D40E47674}"/>
              </a:ext>
            </a:extLst>
          </p:cNvPr>
          <p:cNvSpPr>
            <a:spLocks noGrp="1"/>
          </p:cNvSpPr>
          <p:nvPr>
            <p:ph type="sldNum" sz="quarter" idx="12"/>
          </p:nvPr>
        </p:nvSpPr>
        <p:spPr/>
        <p:txBody>
          <a:bodyPr/>
          <a:lstStyle>
            <a:lvl1pPr>
              <a:defRPr>
                <a:solidFill>
                  <a:schemeClr val="tx2"/>
                </a:solidFill>
              </a:defRPr>
            </a:lvl1pPr>
          </a:lstStyle>
          <a:p>
            <a:fld id="{A82C3BC0-3EBF-3C4C-A3D8-795624EBC6AA}" type="slidenum">
              <a:rPr lang="en-US" smtClean="0"/>
              <a:pPr/>
              <a:t>‹#›</a:t>
            </a:fld>
            <a:endParaRPr lang="en-US"/>
          </a:p>
        </p:txBody>
      </p:sp>
      <p:grpSp>
        <p:nvGrpSpPr>
          <p:cNvPr id="3" name="Group 2">
            <a:extLst>
              <a:ext uri="{FF2B5EF4-FFF2-40B4-BE49-F238E27FC236}">
                <a16:creationId xmlns:a16="http://schemas.microsoft.com/office/drawing/2014/main" id="{C7BF491E-CFDE-A1BC-838D-7C433CC0D02D}"/>
              </a:ext>
            </a:extLst>
          </p:cNvPr>
          <p:cNvGrpSpPr/>
          <p:nvPr userDrawn="1"/>
        </p:nvGrpSpPr>
        <p:grpSpPr>
          <a:xfrm>
            <a:off x="555647" y="619345"/>
            <a:ext cx="2512016" cy="524732"/>
            <a:chOff x="555647" y="619345"/>
            <a:chExt cx="2512016" cy="524732"/>
          </a:xfrm>
        </p:grpSpPr>
        <p:sp>
          <p:nvSpPr>
            <p:cNvPr id="5" name="Freeform 4">
              <a:extLst>
                <a:ext uri="{FF2B5EF4-FFF2-40B4-BE49-F238E27FC236}">
                  <a16:creationId xmlns:a16="http://schemas.microsoft.com/office/drawing/2014/main" id="{B24FA718-550F-323D-DF40-C2A71E2D0271}"/>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EABF00B5-3064-47F0-5CE1-5B2EB2331671}"/>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D863AA2A-462F-8829-6870-45F13AE72C47}"/>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302F539-2285-CCAC-1ED7-133B384D6280}"/>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B5415045-DD44-07E3-CFA4-810DB021BB95}"/>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4C0120C-6124-3B04-E945-C924802CF057}"/>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7454C5CA-1408-D982-A218-4918513F6972}"/>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28C873B-2333-B7CD-C819-4642E08FABC7}"/>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8395C0D1-8E48-A231-ECE3-B6ADECB7CD0B}"/>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spTree>
    <p:extLst>
      <p:ext uri="{BB962C8B-B14F-4D97-AF65-F5344CB8AC3E}">
        <p14:creationId xmlns:p14="http://schemas.microsoft.com/office/powerpoint/2010/main" val="144391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Option 1A">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36528"/>
            <a:ext cx="7817379" cy="844847"/>
          </a:xfrm>
        </p:spPr>
        <p:txBody>
          <a:bodyPr wrap="square" tIns="0" anchor="b" anchorCtr="0">
            <a:noAutofit/>
          </a:bodyPr>
          <a:lstStyle>
            <a:lvl1pPr algn="l">
              <a:defRPr sz="5400" b="0" i="0" spc="0">
                <a:solidFill>
                  <a:schemeClr val="accent1"/>
                </a:solidFill>
                <a:latin typeface="Spectrum Sans" panose="020B0502020503020304" pitchFamily="34" charset="0"/>
                <a:cs typeface="Spectrum Sans" panose="020B0502020503020304" pitchFamily="34" charset="0"/>
              </a:defRPr>
            </a:lvl1pPr>
          </a:lstStyle>
          <a:p>
            <a:r>
              <a:rPr lang="en-US"/>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511403" y="5180347"/>
            <a:ext cx="7817378" cy="276999"/>
          </a:xfrm>
          <a:prstGeom prst="rect">
            <a:avLst/>
          </a:prstGeom>
        </p:spPr>
        <p:txBody>
          <a:bodyPr vert="horz" lIns="0" tIns="0" rIns="0" bIns="0" rtlCol="0">
            <a:noAutofit/>
          </a:bodyPr>
          <a:lstStyle>
            <a:lvl1pPr>
              <a:defRPr lang="en-US" sz="2000" cap="none" baseline="0" dirty="0">
                <a:solidFill>
                  <a:schemeClr val="accent1"/>
                </a:solidFill>
              </a:defRPr>
            </a:lvl1pPr>
          </a:lstStyle>
          <a:p>
            <a:pPr lvl="0"/>
            <a:r>
              <a:rPr lang="en-US"/>
              <a:t>Subtitle goes here if you need it</a:t>
            </a:r>
          </a:p>
        </p:txBody>
      </p:sp>
      <p:sp>
        <p:nvSpPr>
          <p:cNvPr id="10" name="Date Placeholder 9">
            <a:extLst>
              <a:ext uri="{FF2B5EF4-FFF2-40B4-BE49-F238E27FC236}">
                <a16:creationId xmlns:a16="http://schemas.microsoft.com/office/drawing/2014/main" id="{C8FE28C3-10BF-2197-7FC4-B525E30B3A1A}"/>
              </a:ext>
            </a:extLst>
          </p:cNvPr>
          <p:cNvSpPr>
            <a:spLocks noGrp="1"/>
          </p:cNvSpPr>
          <p:nvPr>
            <p:ph type="dt" sz="half" idx="10"/>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fld id="{8BBA7315-937C-B841-8FB6-CDC77CEFBA2D}" type="datetime1">
              <a:rPr lang="en-US" smtClean="0"/>
              <a:t>3/19/2026</a:t>
            </a:fld>
            <a:endParaRPr lang="en-US"/>
          </a:p>
        </p:txBody>
      </p:sp>
      <p:sp>
        <p:nvSpPr>
          <p:cNvPr id="12" name="Footer Placeholder 11">
            <a:extLst>
              <a:ext uri="{FF2B5EF4-FFF2-40B4-BE49-F238E27FC236}">
                <a16:creationId xmlns:a16="http://schemas.microsoft.com/office/drawing/2014/main" id="{91C7AF88-D62F-85F6-7079-7D4F7FAA0884}"/>
              </a:ext>
            </a:extLst>
          </p:cNvPr>
          <p:cNvSpPr>
            <a:spLocks noGrp="1"/>
          </p:cNvSpPr>
          <p:nvPr>
            <p:ph type="ftr" sz="quarter" idx="11"/>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endParaRPr lang="en-US"/>
          </a:p>
        </p:txBody>
      </p:sp>
      <p:sp>
        <p:nvSpPr>
          <p:cNvPr id="13" name="Slide Number Placeholder 12">
            <a:extLst>
              <a:ext uri="{FF2B5EF4-FFF2-40B4-BE49-F238E27FC236}">
                <a16:creationId xmlns:a16="http://schemas.microsoft.com/office/drawing/2014/main" id="{A78E6999-9404-BAF6-94DB-145D40E47674}"/>
              </a:ext>
            </a:extLst>
          </p:cNvPr>
          <p:cNvSpPr>
            <a:spLocks noGrp="1"/>
          </p:cNvSpPr>
          <p:nvPr>
            <p:ph type="sldNum" sz="quarter" idx="12"/>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fld id="{A82C3BC0-3EBF-3C4C-A3D8-795624EBC6AA}" type="slidenum">
              <a:rPr lang="en-US" smtClean="0"/>
              <a:pPr/>
              <a:t>‹#›</a:t>
            </a:fld>
            <a:endParaRPr lang="en-US"/>
          </a:p>
        </p:txBody>
      </p:sp>
      <p:sp>
        <p:nvSpPr>
          <p:cNvPr id="14" name="Freeform 13">
            <a:extLst>
              <a:ext uri="{FF2B5EF4-FFF2-40B4-BE49-F238E27FC236}">
                <a16:creationId xmlns:a16="http://schemas.microsoft.com/office/drawing/2014/main" id="{D9220EFB-427B-2770-2D54-23DA0A167308}"/>
              </a:ext>
            </a:extLst>
          </p:cNvPr>
          <p:cNvSpPr/>
          <p:nvPr userDrawn="1"/>
        </p:nvSpPr>
        <p:spPr>
          <a:xfrm>
            <a:off x="5888758"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2"/>
              </a:gs>
              <a:gs pos="100000">
                <a:schemeClr val="accent3"/>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sp>
        <p:nvSpPr>
          <p:cNvPr id="15" name="Freeform 14">
            <a:extLst>
              <a:ext uri="{FF2B5EF4-FFF2-40B4-BE49-F238E27FC236}">
                <a16:creationId xmlns:a16="http://schemas.microsoft.com/office/drawing/2014/main" id="{5BF6DC8C-D964-5598-769E-8EA51233A7A5}"/>
              </a:ext>
            </a:extLst>
          </p:cNvPr>
          <p:cNvSpPr/>
          <p:nvPr userDrawn="1"/>
        </p:nvSpPr>
        <p:spPr>
          <a:xfrm>
            <a:off x="5779821"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2"/>
              </a:gs>
              <a:gs pos="100000">
                <a:schemeClr val="accent3"/>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pSp>
        <p:nvGrpSpPr>
          <p:cNvPr id="3" name="Group 2">
            <a:extLst>
              <a:ext uri="{FF2B5EF4-FFF2-40B4-BE49-F238E27FC236}">
                <a16:creationId xmlns:a16="http://schemas.microsoft.com/office/drawing/2014/main" id="{8167A8F9-E3ED-F9C5-3714-7F50A9DCF1EB}"/>
              </a:ext>
            </a:extLst>
          </p:cNvPr>
          <p:cNvGrpSpPr/>
          <p:nvPr userDrawn="1"/>
        </p:nvGrpSpPr>
        <p:grpSpPr>
          <a:xfrm>
            <a:off x="555647" y="619345"/>
            <a:ext cx="2512016" cy="524732"/>
            <a:chOff x="555647" y="619345"/>
            <a:chExt cx="2512016" cy="524732"/>
          </a:xfrm>
        </p:grpSpPr>
        <p:sp>
          <p:nvSpPr>
            <p:cNvPr id="5" name="Freeform 4">
              <a:extLst>
                <a:ext uri="{FF2B5EF4-FFF2-40B4-BE49-F238E27FC236}">
                  <a16:creationId xmlns:a16="http://schemas.microsoft.com/office/drawing/2014/main" id="{AD4D4215-B5DC-E5AC-EB9A-B7C78C1E5DD0}"/>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D68E88F2-922A-41C3-24DD-B78BAC70E360}"/>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F7F56BD7-9C83-A1E7-17EF-08FB135D7379}"/>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BA3DC01-285A-73B8-E2B4-8BBDEE44B3D9}"/>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EC48F3D-D869-EFA0-1832-AD60F6FF1FC4}"/>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383F37E-D3C3-E0AC-6E4B-FDDCC453FC4D}"/>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C40683A4-4535-7461-3F8A-3D71462F7F82}"/>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E7AD9F4F-712D-F324-EB9C-00373C561FA7}"/>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D44DF71F-0DBD-9C1E-3B29-DF44D411B31F}"/>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spTree>
    <p:extLst>
      <p:ext uri="{BB962C8B-B14F-4D97-AF65-F5344CB8AC3E}">
        <p14:creationId xmlns:p14="http://schemas.microsoft.com/office/powerpoint/2010/main" val="104924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ont Cover Option 1B">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36528"/>
            <a:ext cx="7817379" cy="844847"/>
          </a:xfrm>
        </p:spPr>
        <p:txBody>
          <a:bodyPr wrap="square" tIns="0" anchor="b" anchorCtr="0">
            <a:noAutofit/>
          </a:bodyPr>
          <a:lstStyle>
            <a:lvl1pPr algn="l">
              <a:defRPr sz="5400" b="0" i="0" spc="0">
                <a:solidFill>
                  <a:schemeClr val="accent1"/>
                </a:solidFill>
                <a:latin typeface="Spectrum Sans" panose="020B0502020503020304" pitchFamily="34" charset="0"/>
                <a:cs typeface="Spectrum Sans" panose="020B0502020503020304" pitchFamily="34" charset="0"/>
              </a:defRPr>
            </a:lvl1pPr>
          </a:lstStyle>
          <a:p>
            <a:r>
              <a:rPr lang="en-US"/>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511403" y="5180347"/>
            <a:ext cx="7817378" cy="276999"/>
          </a:xfrm>
          <a:prstGeom prst="rect">
            <a:avLst/>
          </a:prstGeom>
        </p:spPr>
        <p:txBody>
          <a:bodyPr vert="horz" lIns="0" tIns="0" rIns="0" bIns="0" rtlCol="0">
            <a:noAutofit/>
          </a:bodyPr>
          <a:lstStyle>
            <a:lvl1pPr>
              <a:defRPr lang="en-US" sz="2000" cap="none" baseline="0" dirty="0">
                <a:solidFill>
                  <a:schemeClr val="accent1"/>
                </a:solidFill>
              </a:defRPr>
            </a:lvl1pPr>
          </a:lstStyle>
          <a:p>
            <a:pPr lvl="0"/>
            <a:r>
              <a:rPr lang="en-US"/>
              <a:t>Subtitle goes here if you need it</a:t>
            </a:r>
          </a:p>
        </p:txBody>
      </p:sp>
      <p:sp>
        <p:nvSpPr>
          <p:cNvPr id="10" name="Date Placeholder 9">
            <a:extLst>
              <a:ext uri="{FF2B5EF4-FFF2-40B4-BE49-F238E27FC236}">
                <a16:creationId xmlns:a16="http://schemas.microsoft.com/office/drawing/2014/main" id="{C8FE28C3-10BF-2197-7FC4-B525E30B3A1A}"/>
              </a:ext>
            </a:extLst>
          </p:cNvPr>
          <p:cNvSpPr>
            <a:spLocks noGrp="1"/>
          </p:cNvSpPr>
          <p:nvPr>
            <p:ph type="dt" sz="half" idx="10"/>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fld id="{AF0E04E3-37D0-DB4E-9F2D-E047A747DA3A}" type="datetime1">
              <a:rPr lang="en-US" smtClean="0"/>
              <a:t>3/19/2026</a:t>
            </a:fld>
            <a:endParaRPr lang="en-US"/>
          </a:p>
        </p:txBody>
      </p:sp>
      <p:sp>
        <p:nvSpPr>
          <p:cNvPr id="12" name="Footer Placeholder 11">
            <a:extLst>
              <a:ext uri="{FF2B5EF4-FFF2-40B4-BE49-F238E27FC236}">
                <a16:creationId xmlns:a16="http://schemas.microsoft.com/office/drawing/2014/main" id="{91C7AF88-D62F-85F6-7079-7D4F7FAA0884}"/>
              </a:ext>
            </a:extLst>
          </p:cNvPr>
          <p:cNvSpPr>
            <a:spLocks noGrp="1"/>
          </p:cNvSpPr>
          <p:nvPr>
            <p:ph type="ftr" sz="quarter" idx="11"/>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endParaRPr lang="en-US"/>
          </a:p>
        </p:txBody>
      </p:sp>
      <p:sp>
        <p:nvSpPr>
          <p:cNvPr id="13" name="Slide Number Placeholder 12">
            <a:extLst>
              <a:ext uri="{FF2B5EF4-FFF2-40B4-BE49-F238E27FC236}">
                <a16:creationId xmlns:a16="http://schemas.microsoft.com/office/drawing/2014/main" id="{A78E6999-9404-BAF6-94DB-145D40E47674}"/>
              </a:ext>
            </a:extLst>
          </p:cNvPr>
          <p:cNvSpPr>
            <a:spLocks noGrp="1"/>
          </p:cNvSpPr>
          <p:nvPr>
            <p:ph type="sldNum" sz="quarter" idx="12"/>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fld id="{A82C3BC0-3EBF-3C4C-A3D8-795624EBC6AA}" type="slidenum">
              <a:rPr lang="en-US" smtClean="0"/>
              <a:pPr/>
              <a:t>‹#›</a:t>
            </a:fld>
            <a:endParaRPr lang="en-US"/>
          </a:p>
        </p:txBody>
      </p:sp>
      <p:sp>
        <p:nvSpPr>
          <p:cNvPr id="14" name="TextBox 13">
            <a:extLst>
              <a:ext uri="{FF2B5EF4-FFF2-40B4-BE49-F238E27FC236}">
                <a16:creationId xmlns:a16="http://schemas.microsoft.com/office/drawing/2014/main" id="{F969409D-ACA2-79E8-8BB7-F056C78FAC09}"/>
              </a:ext>
            </a:extLst>
          </p:cNvPr>
          <p:cNvSpPr txBox="1"/>
          <p:nvPr userDrawn="1"/>
        </p:nvSpPr>
        <p:spPr>
          <a:xfrm>
            <a:off x="7184906" y="1072055"/>
            <a:ext cx="0" cy="0"/>
          </a:xfrm>
          <a:prstGeom prst="rect">
            <a:avLst/>
          </a:prstGeom>
          <a:noFill/>
        </p:spPr>
        <p:txBody>
          <a:bodyPr wrap="none" lIns="0" tIns="0" rIns="0" bIns="0" rtlCol="0">
            <a:noAutofit/>
          </a:bodyPr>
          <a:lstStyle/>
          <a:p>
            <a:pPr algn="l">
              <a:lnSpc>
                <a:spcPct val="110000"/>
              </a:lnSpc>
              <a:spcBef>
                <a:spcPts val="900"/>
              </a:spcBef>
            </a:pPr>
            <a:endParaRPr lang="en-US" sz="2000">
              <a:latin typeface="Spectrum Sans Book" panose="020B0402020503020304" pitchFamily="34" charset="0"/>
              <a:ea typeface="Open Sans" pitchFamily="2" charset="0"/>
              <a:cs typeface="Spectrum Sans Book" panose="020B0402020503020304" pitchFamily="34" charset="0"/>
            </a:endParaRPr>
          </a:p>
        </p:txBody>
      </p:sp>
      <p:sp>
        <p:nvSpPr>
          <p:cNvPr id="15" name="Freeform 14">
            <a:extLst>
              <a:ext uri="{FF2B5EF4-FFF2-40B4-BE49-F238E27FC236}">
                <a16:creationId xmlns:a16="http://schemas.microsoft.com/office/drawing/2014/main" id="{049A2E83-53D3-0EF9-785E-0BB4C2D03FFC}"/>
              </a:ext>
            </a:extLst>
          </p:cNvPr>
          <p:cNvSpPr/>
          <p:nvPr userDrawn="1"/>
        </p:nvSpPr>
        <p:spPr>
          <a:xfrm>
            <a:off x="5888758"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3"/>
              </a:gs>
              <a:gs pos="99000">
                <a:schemeClr val="accent4"/>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sp>
        <p:nvSpPr>
          <p:cNvPr id="16" name="Freeform 15">
            <a:extLst>
              <a:ext uri="{FF2B5EF4-FFF2-40B4-BE49-F238E27FC236}">
                <a16:creationId xmlns:a16="http://schemas.microsoft.com/office/drawing/2014/main" id="{CB543901-1126-7C09-37DF-3A6D7F2CB4B4}"/>
              </a:ext>
            </a:extLst>
          </p:cNvPr>
          <p:cNvSpPr/>
          <p:nvPr userDrawn="1"/>
        </p:nvSpPr>
        <p:spPr>
          <a:xfrm>
            <a:off x="5779821"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3"/>
              </a:gs>
              <a:gs pos="99000">
                <a:schemeClr val="accent4"/>
              </a:gs>
            </a:gsLst>
            <a:lin ang="0" scaled="0"/>
          </a:gradFill>
          <a:ln w="12700">
            <a:noFill/>
          </a:ln>
        </p:spPr>
        <p:txBody>
          <a:bodyPr vert="horz" wrap="square" lIns="182880" tIns="182880" rIns="182880" bIns="0" rtlCol="0" anchor="ctr">
            <a:noAutofit/>
          </a:bodyPr>
          <a:lstStyle/>
          <a:p>
            <a:pPr lvl="0">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pSp>
        <p:nvGrpSpPr>
          <p:cNvPr id="6" name="Group 5">
            <a:extLst>
              <a:ext uri="{FF2B5EF4-FFF2-40B4-BE49-F238E27FC236}">
                <a16:creationId xmlns:a16="http://schemas.microsoft.com/office/drawing/2014/main" id="{A5628C0E-7F06-3D7F-FD7B-69F54DDDD529}"/>
              </a:ext>
            </a:extLst>
          </p:cNvPr>
          <p:cNvGrpSpPr/>
          <p:nvPr userDrawn="1"/>
        </p:nvGrpSpPr>
        <p:grpSpPr>
          <a:xfrm>
            <a:off x="555647" y="619345"/>
            <a:ext cx="2512016" cy="524732"/>
            <a:chOff x="555647" y="619345"/>
            <a:chExt cx="2512016" cy="524732"/>
          </a:xfrm>
        </p:grpSpPr>
        <p:sp>
          <p:nvSpPr>
            <p:cNvPr id="7" name="Freeform 6">
              <a:extLst>
                <a:ext uri="{FF2B5EF4-FFF2-40B4-BE49-F238E27FC236}">
                  <a16:creationId xmlns:a16="http://schemas.microsoft.com/office/drawing/2014/main" id="{9FC5E07C-6C87-6607-8C00-D2BAF96A2F6D}"/>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5BD5BBA-EF28-0662-7FCC-CF3EF6BD65F9}"/>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B3D7BFD-615F-3088-2C7E-0035EF52D3CF}"/>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F907421C-2A01-B812-D7F7-410BCBE119BC}"/>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599AAD3A-5EE4-F73F-3F4B-4F7C0CEF965A}"/>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1A06E800-9537-DC77-1A50-F3EB4E731E9B}"/>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F3BFFAE9-6CE8-98B8-59DE-39AAE2370F84}"/>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19CFBABE-1C95-28E9-FFB3-02F51F9B121F}"/>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8C427562-B74E-D600-8831-783BB568B4F3}"/>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spTree>
    <p:extLst>
      <p:ext uri="{BB962C8B-B14F-4D97-AF65-F5344CB8AC3E}">
        <p14:creationId xmlns:p14="http://schemas.microsoft.com/office/powerpoint/2010/main" val="200404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ont Cover Option 1C">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36528"/>
            <a:ext cx="7817379" cy="844847"/>
          </a:xfrm>
        </p:spPr>
        <p:txBody>
          <a:bodyPr wrap="square" tIns="0" anchor="b" anchorCtr="0">
            <a:noAutofit/>
          </a:bodyPr>
          <a:lstStyle>
            <a:lvl1pPr algn="l">
              <a:defRPr sz="5400" b="0" i="0" spc="0">
                <a:solidFill>
                  <a:schemeClr val="accent1"/>
                </a:solidFill>
                <a:latin typeface="Spectrum Sans" panose="020B0502020503020304" pitchFamily="34" charset="0"/>
                <a:cs typeface="Spectrum Sans" panose="020B0502020503020304" pitchFamily="34" charset="0"/>
              </a:defRPr>
            </a:lvl1pPr>
          </a:lstStyle>
          <a:p>
            <a:r>
              <a:rPr lang="en-US"/>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511403" y="5180347"/>
            <a:ext cx="7817378" cy="276999"/>
          </a:xfrm>
          <a:prstGeom prst="rect">
            <a:avLst/>
          </a:prstGeom>
        </p:spPr>
        <p:txBody>
          <a:bodyPr vert="horz" lIns="0" tIns="0" rIns="0" bIns="0" rtlCol="0">
            <a:noAutofit/>
          </a:bodyPr>
          <a:lstStyle>
            <a:lvl1pPr>
              <a:defRPr lang="en-US" sz="2000" cap="none" baseline="0" dirty="0">
                <a:solidFill>
                  <a:schemeClr val="accent1"/>
                </a:solidFill>
              </a:defRPr>
            </a:lvl1pPr>
          </a:lstStyle>
          <a:p>
            <a:pPr lvl="0"/>
            <a:r>
              <a:rPr lang="en-US"/>
              <a:t>Subtitle goes here if you need it</a:t>
            </a:r>
          </a:p>
        </p:txBody>
      </p:sp>
      <p:sp>
        <p:nvSpPr>
          <p:cNvPr id="10" name="Date Placeholder 9">
            <a:extLst>
              <a:ext uri="{FF2B5EF4-FFF2-40B4-BE49-F238E27FC236}">
                <a16:creationId xmlns:a16="http://schemas.microsoft.com/office/drawing/2014/main" id="{C8FE28C3-10BF-2197-7FC4-B525E30B3A1A}"/>
              </a:ext>
            </a:extLst>
          </p:cNvPr>
          <p:cNvSpPr>
            <a:spLocks noGrp="1"/>
          </p:cNvSpPr>
          <p:nvPr>
            <p:ph type="dt" sz="half" idx="10"/>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fld id="{0DD75D93-C3D3-FF4E-A0CF-D9559F8778D6}" type="datetime1">
              <a:rPr lang="en-US" smtClean="0"/>
              <a:t>3/19/2026</a:t>
            </a:fld>
            <a:endParaRPr lang="en-US"/>
          </a:p>
        </p:txBody>
      </p:sp>
      <p:sp>
        <p:nvSpPr>
          <p:cNvPr id="12" name="Footer Placeholder 11">
            <a:extLst>
              <a:ext uri="{FF2B5EF4-FFF2-40B4-BE49-F238E27FC236}">
                <a16:creationId xmlns:a16="http://schemas.microsoft.com/office/drawing/2014/main" id="{91C7AF88-D62F-85F6-7079-7D4F7FAA0884}"/>
              </a:ext>
            </a:extLst>
          </p:cNvPr>
          <p:cNvSpPr>
            <a:spLocks noGrp="1"/>
          </p:cNvSpPr>
          <p:nvPr>
            <p:ph type="ftr" sz="quarter" idx="11"/>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endParaRPr lang="en-US"/>
          </a:p>
        </p:txBody>
      </p:sp>
      <p:sp>
        <p:nvSpPr>
          <p:cNvPr id="13" name="Slide Number Placeholder 12">
            <a:extLst>
              <a:ext uri="{FF2B5EF4-FFF2-40B4-BE49-F238E27FC236}">
                <a16:creationId xmlns:a16="http://schemas.microsoft.com/office/drawing/2014/main" id="{A78E6999-9404-BAF6-94DB-145D40E47674}"/>
              </a:ext>
            </a:extLst>
          </p:cNvPr>
          <p:cNvSpPr>
            <a:spLocks noGrp="1"/>
          </p:cNvSpPr>
          <p:nvPr>
            <p:ph type="sldNum" sz="quarter" idx="12"/>
          </p:nvPr>
        </p:nvSpPr>
        <p:spPr/>
        <p:txBody>
          <a:bodyPr/>
          <a:lstStyle>
            <a:lvl1pPr>
              <a:defRPr b="0" i="0">
                <a:solidFill>
                  <a:schemeClr val="accent1"/>
                </a:solidFill>
                <a:latin typeface="Spectrum Sans" panose="020B0502020503020304" pitchFamily="34" charset="0"/>
                <a:cs typeface="Spectrum Sans" panose="020B0502020503020304" pitchFamily="34" charset="0"/>
              </a:defRPr>
            </a:lvl1pPr>
          </a:lstStyle>
          <a:p>
            <a:fld id="{A82C3BC0-3EBF-3C4C-A3D8-795624EBC6AA}" type="slidenum">
              <a:rPr lang="en-US" smtClean="0"/>
              <a:pPr/>
              <a:t>‹#›</a:t>
            </a:fld>
            <a:endParaRPr lang="en-US"/>
          </a:p>
        </p:txBody>
      </p:sp>
      <p:sp>
        <p:nvSpPr>
          <p:cNvPr id="14" name="TextBox 13">
            <a:extLst>
              <a:ext uri="{FF2B5EF4-FFF2-40B4-BE49-F238E27FC236}">
                <a16:creationId xmlns:a16="http://schemas.microsoft.com/office/drawing/2014/main" id="{1763408E-2EF9-343A-8B7B-6A6BCF537976}"/>
              </a:ext>
            </a:extLst>
          </p:cNvPr>
          <p:cNvSpPr txBox="1"/>
          <p:nvPr userDrawn="1"/>
        </p:nvSpPr>
        <p:spPr>
          <a:xfrm>
            <a:off x="7184906" y="1072055"/>
            <a:ext cx="0" cy="0"/>
          </a:xfrm>
          <a:prstGeom prst="rect">
            <a:avLst/>
          </a:prstGeom>
          <a:noFill/>
        </p:spPr>
        <p:txBody>
          <a:bodyPr wrap="none" lIns="0" tIns="0" rIns="0" bIns="0" rtlCol="0">
            <a:noAutofit/>
          </a:bodyPr>
          <a:lstStyle/>
          <a:p>
            <a:pPr algn="l">
              <a:lnSpc>
                <a:spcPct val="110000"/>
              </a:lnSpc>
              <a:spcBef>
                <a:spcPts val="900"/>
              </a:spcBef>
            </a:pPr>
            <a:endParaRPr lang="en-US" sz="2000">
              <a:latin typeface="Spectrum Sans Book" panose="020B0402020503020304" pitchFamily="34" charset="0"/>
              <a:ea typeface="Open Sans" pitchFamily="2" charset="0"/>
              <a:cs typeface="Spectrum Sans Book" panose="020B0402020503020304" pitchFamily="34" charset="0"/>
            </a:endParaRPr>
          </a:p>
        </p:txBody>
      </p:sp>
      <p:sp>
        <p:nvSpPr>
          <p:cNvPr id="15" name="Freeform 14">
            <a:extLst>
              <a:ext uri="{FF2B5EF4-FFF2-40B4-BE49-F238E27FC236}">
                <a16:creationId xmlns:a16="http://schemas.microsoft.com/office/drawing/2014/main" id="{08D19060-CFC9-32FF-07CB-F9D80DE7C447}"/>
              </a:ext>
            </a:extLst>
          </p:cNvPr>
          <p:cNvSpPr/>
          <p:nvPr userDrawn="1"/>
        </p:nvSpPr>
        <p:spPr>
          <a:xfrm>
            <a:off x="5888758"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4000">
                <a:schemeClr val="accent6"/>
              </a:gs>
              <a:gs pos="98000">
                <a:schemeClr val="accent5"/>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sp>
        <p:nvSpPr>
          <p:cNvPr id="16" name="Freeform 15">
            <a:extLst>
              <a:ext uri="{FF2B5EF4-FFF2-40B4-BE49-F238E27FC236}">
                <a16:creationId xmlns:a16="http://schemas.microsoft.com/office/drawing/2014/main" id="{C2761A35-F87A-402E-07B5-08C2D6B2A73D}"/>
              </a:ext>
            </a:extLst>
          </p:cNvPr>
          <p:cNvSpPr/>
          <p:nvPr userDrawn="1"/>
        </p:nvSpPr>
        <p:spPr>
          <a:xfrm>
            <a:off x="5779821"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4000">
                <a:schemeClr val="accent6"/>
              </a:gs>
              <a:gs pos="98000">
                <a:schemeClr val="accent5"/>
              </a:gs>
            </a:gsLst>
            <a:lin ang="0" scaled="0"/>
          </a:gradFill>
          <a:ln w="12700">
            <a:noFill/>
          </a:ln>
        </p:spPr>
        <p:txBody>
          <a:bodyPr vert="horz" wrap="square" lIns="182880" tIns="182880" rIns="182880" bIns="0" rtlCol="0" anchor="ctr">
            <a:noAutofit/>
          </a:bodyPr>
          <a:lstStyle/>
          <a:p>
            <a:pPr lvl="0">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pSp>
        <p:nvGrpSpPr>
          <p:cNvPr id="6" name="Group 5">
            <a:extLst>
              <a:ext uri="{FF2B5EF4-FFF2-40B4-BE49-F238E27FC236}">
                <a16:creationId xmlns:a16="http://schemas.microsoft.com/office/drawing/2014/main" id="{2964F9B1-2BC6-D5C5-959E-2C83D905015B}"/>
              </a:ext>
            </a:extLst>
          </p:cNvPr>
          <p:cNvGrpSpPr/>
          <p:nvPr userDrawn="1"/>
        </p:nvGrpSpPr>
        <p:grpSpPr>
          <a:xfrm>
            <a:off x="555647" y="619345"/>
            <a:ext cx="2512016" cy="524732"/>
            <a:chOff x="555647" y="619345"/>
            <a:chExt cx="2512016" cy="524732"/>
          </a:xfrm>
        </p:grpSpPr>
        <p:sp>
          <p:nvSpPr>
            <p:cNvPr id="7" name="Freeform 6">
              <a:extLst>
                <a:ext uri="{FF2B5EF4-FFF2-40B4-BE49-F238E27FC236}">
                  <a16:creationId xmlns:a16="http://schemas.microsoft.com/office/drawing/2014/main" id="{6EA091AF-B551-3A03-41D0-597F100EF896}"/>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430698B9-7158-3167-3C14-101BA14C0303}"/>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F6C91B3-C71D-95F4-57EB-C1F529BB460F}"/>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E71764C-5DD4-0C54-8A35-165F9C80BE83}"/>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4A77E721-1941-8FD2-1211-2B48DC81EE5A}"/>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EF932D16-696B-52EF-C78D-619A477A70B4}"/>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F3FBB78B-9692-3CE6-22F6-8CEF198D3315}"/>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3EF6DAE-D9CE-E1C3-E565-02574BFEA8B1}"/>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C5E2FF85-7EF5-9B10-B1D9-B3302C6E9832}"/>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spTree>
    <p:extLst>
      <p:ext uri="{BB962C8B-B14F-4D97-AF65-F5344CB8AC3E}">
        <p14:creationId xmlns:p14="http://schemas.microsoft.com/office/powerpoint/2010/main" val="1499055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1627866"/>
            <a:ext cx="7817379" cy="844847"/>
          </a:xfrm>
        </p:spPr>
        <p:txBody>
          <a:bodyPr vert="horz" wrap="square" lIns="0" tIns="0" rIns="0" bIns="0" rtlCol="0" anchor="b" anchorCtr="0">
            <a:noAutofit/>
          </a:bodyPr>
          <a:lstStyle>
            <a:lvl1pPr>
              <a:defRPr lang="en-US" sz="5400" spc="0" dirty="0">
                <a:solidFill>
                  <a:schemeClr val="tx2"/>
                </a:solidFill>
              </a:defRPr>
            </a:lvl1pPr>
          </a:lstStyle>
          <a:p>
            <a:pPr lvl="0"/>
            <a:r>
              <a:rPr lang="en-US"/>
              <a:t>Thank You!</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511403" y="2471685"/>
            <a:ext cx="7193304" cy="276999"/>
          </a:xfrm>
          <a:prstGeom prst="rect">
            <a:avLst/>
          </a:prstGeom>
        </p:spPr>
        <p:txBody>
          <a:bodyPr vert="horz" lIns="0" tIns="0" rIns="0" bIns="0" rtlCol="0">
            <a:noAutofit/>
          </a:bodyPr>
          <a:lstStyle>
            <a:lvl1pPr>
              <a:defRPr lang="en-US" sz="2000" cap="none" baseline="0" dirty="0">
                <a:solidFill>
                  <a:schemeClr val="tx2"/>
                </a:solidFill>
              </a:defRPr>
            </a:lvl1pPr>
          </a:lstStyle>
          <a:p>
            <a:pPr lvl="0"/>
            <a:r>
              <a:rPr lang="en-US"/>
              <a:t>Subtitle goes here if you need it</a:t>
            </a:r>
          </a:p>
        </p:txBody>
      </p:sp>
      <p:sp>
        <p:nvSpPr>
          <p:cNvPr id="15" name="Date Placeholder 14">
            <a:extLst>
              <a:ext uri="{FF2B5EF4-FFF2-40B4-BE49-F238E27FC236}">
                <a16:creationId xmlns:a16="http://schemas.microsoft.com/office/drawing/2014/main" id="{2881CFC6-FA6C-BE6F-1B13-0274620DD809}"/>
              </a:ext>
            </a:extLst>
          </p:cNvPr>
          <p:cNvSpPr>
            <a:spLocks noGrp="1"/>
          </p:cNvSpPr>
          <p:nvPr>
            <p:ph type="dt" sz="half" idx="10"/>
          </p:nvPr>
        </p:nvSpPr>
        <p:spPr/>
        <p:txBody>
          <a:bodyPr/>
          <a:lstStyle>
            <a:lvl1pPr>
              <a:defRPr>
                <a:solidFill>
                  <a:schemeClr val="tx2"/>
                </a:solidFill>
              </a:defRPr>
            </a:lvl1pPr>
          </a:lstStyle>
          <a:p>
            <a:fld id="{F8BDD404-B06F-9745-B69E-20E4C2EAFC86}" type="datetime1">
              <a:rPr lang="en-US" smtClean="0"/>
              <a:t>3/19/2026</a:t>
            </a:fld>
            <a:endParaRPr lang="en-US"/>
          </a:p>
        </p:txBody>
      </p:sp>
      <p:sp>
        <p:nvSpPr>
          <p:cNvPr id="16" name="Footer Placeholder 15">
            <a:extLst>
              <a:ext uri="{FF2B5EF4-FFF2-40B4-BE49-F238E27FC236}">
                <a16:creationId xmlns:a16="http://schemas.microsoft.com/office/drawing/2014/main" id="{51AD653C-9D9D-D0A1-1035-F26F925BDA70}"/>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7" name="Slide Number Placeholder 16">
            <a:extLst>
              <a:ext uri="{FF2B5EF4-FFF2-40B4-BE49-F238E27FC236}">
                <a16:creationId xmlns:a16="http://schemas.microsoft.com/office/drawing/2014/main" id="{8419681A-ACFE-5212-1D2D-E96CB6EA8D0A}"/>
              </a:ext>
            </a:extLst>
          </p:cNvPr>
          <p:cNvSpPr>
            <a:spLocks noGrp="1"/>
          </p:cNvSpPr>
          <p:nvPr>
            <p:ph type="sldNum" sz="quarter" idx="12"/>
          </p:nvPr>
        </p:nvSpPr>
        <p:spPr/>
        <p:txBody>
          <a:bodyPr/>
          <a:lstStyle>
            <a:lvl1pPr>
              <a:defRPr>
                <a:solidFill>
                  <a:schemeClr val="tx2"/>
                </a:solidFill>
              </a:defRPr>
            </a:lvl1pPr>
          </a:lstStyle>
          <a:p>
            <a:fld id="{A82C3BC0-3EBF-3C4C-A3D8-795624EBC6AA}" type="slidenum">
              <a:rPr lang="en-US" smtClean="0"/>
              <a:pPr/>
              <a:t>‹#›</a:t>
            </a:fld>
            <a:endParaRPr lang="en-US"/>
          </a:p>
        </p:txBody>
      </p:sp>
      <p:grpSp>
        <p:nvGrpSpPr>
          <p:cNvPr id="14" name="Group 13">
            <a:extLst>
              <a:ext uri="{FF2B5EF4-FFF2-40B4-BE49-F238E27FC236}">
                <a16:creationId xmlns:a16="http://schemas.microsoft.com/office/drawing/2014/main" id="{D808D8DA-DEC4-36C9-3987-485AA89B262A}"/>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5AE51F89-446D-26ED-4442-023E492BC20E}"/>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8887BA70-ADEF-9920-AE3A-19BB8E9E1690}"/>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2B240326-570F-0225-D7E4-42C9619BA756}"/>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9463EFB-57CD-C7A5-EDCB-82F30C53374F}"/>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5902154-4C20-FAC2-8A8A-C7048A3BD2F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F9F6D7A1-16D7-FC53-CA73-60B5EB89941D}"/>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A7972601-5E7F-C4DD-D62E-6E6B92B4BA4A}"/>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53C14A4-D56C-9EBD-F744-5A6A2BE0DC0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A0198C6-AF87-4466-8605-F433CD176C25}"/>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64710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3108960"/>
            <a:ext cx="3856396" cy="387604"/>
          </a:xfrm>
        </p:spPr>
        <p:txBody>
          <a:bodyPr anchor="ctr" anchorCtr="0"/>
          <a:lstStyle>
            <a:lvl1pPr>
              <a:defRPr sz="5400">
                <a:solidFill>
                  <a:schemeClr val="accent1"/>
                </a:solidFill>
              </a:defRPr>
            </a:lvl1pPr>
          </a:lstStyle>
          <a:p>
            <a:r>
              <a:rPr lang="en-US"/>
              <a:t>Agenda</a:t>
            </a:r>
          </a:p>
        </p:txBody>
      </p:sp>
      <p:sp>
        <p:nvSpPr>
          <p:cNvPr id="8" name="Text Placeholder 7">
            <a:extLst>
              <a:ext uri="{FF2B5EF4-FFF2-40B4-BE49-F238E27FC236}">
                <a16:creationId xmlns:a16="http://schemas.microsoft.com/office/drawing/2014/main" id="{8FC9438A-753F-6218-4AC4-273A2198EEBD}"/>
              </a:ext>
            </a:extLst>
          </p:cNvPr>
          <p:cNvSpPr>
            <a:spLocks noGrp="1"/>
          </p:cNvSpPr>
          <p:nvPr>
            <p:ph type="body" sz="quarter" idx="18"/>
          </p:nvPr>
        </p:nvSpPr>
        <p:spPr>
          <a:xfrm>
            <a:off x="5391150" y="966970"/>
            <a:ext cx="6284913" cy="4894183"/>
          </a:xfrm>
          <a:prstGeom prst="rect">
            <a:avLst/>
          </a:prstGeom>
        </p:spPr>
        <p:txBody>
          <a:bodyPr anchor="ctr" anchorCtr="0"/>
          <a:lstStyle>
            <a:lvl1pPr marL="344488" indent="-344488">
              <a:spcBef>
                <a:spcPts val="3000"/>
              </a:spcBef>
              <a:buClr>
                <a:schemeClr val="accent2"/>
              </a:buClr>
              <a:buFont typeface="+mj-lt"/>
              <a:buAutoNum type="arabicPeriod"/>
              <a:tabLst/>
              <a:defRPr sz="2800">
                <a:solidFill>
                  <a:schemeClr val="accent1"/>
                </a:solidFill>
              </a:defRPr>
            </a:lvl1pPr>
            <a:lvl2pPr marL="344488" indent="0">
              <a:spcBef>
                <a:spcPts val="0"/>
              </a:spcBef>
              <a:buFont typeface="Arial" panose="020B0604020202020204" pitchFamily="34" charset="0"/>
              <a:buNone/>
              <a:tabLst/>
              <a:defRPr sz="1400">
                <a:solidFill>
                  <a:schemeClr val="accent1"/>
                </a:solidFill>
              </a:defRPr>
            </a:lvl2pPr>
            <a:lvl3pPr marL="342900" indent="-342900">
              <a:buFont typeface="+mj-lt"/>
              <a:buAutoNum type="arabicPeriod"/>
              <a:defRPr sz="1400"/>
            </a:lvl3pPr>
            <a:lvl4pPr marL="228600" indent="-228600">
              <a:buFont typeface="+mj-lt"/>
              <a:buAutoNum type="arabicPeriod"/>
              <a:defRPr sz="1050"/>
            </a:lvl4pPr>
            <a:lvl5pPr marL="574675" indent="-228600">
              <a:buFont typeface="+mj-lt"/>
              <a:buAutoNum type="arabicPeriod"/>
              <a:defRPr sz="1000"/>
            </a:lvl5pPr>
          </a:lstStyle>
          <a:p>
            <a:pPr lvl="0"/>
            <a:r>
              <a:rPr lang="en-US"/>
              <a:t>Click to edit Master text styles</a:t>
            </a:r>
          </a:p>
          <a:p>
            <a:pPr lvl="1"/>
            <a:r>
              <a:rPr lang="en-US"/>
              <a:t>Second level</a:t>
            </a:r>
          </a:p>
        </p:txBody>
      </p:sp>
      <p:sp>
        <p:nvSpPr>
          <p:cNvPr id="23" name="Date Placeholder 22">
            <a:extLst>
              <a:ext uri="{FF2B5EF4-FFF2-40B4-BE49-F238E27FC236}">
                <a16:creationId xmlns:a16="http://schemas.microsoft.com/office/drawing/2014/main" id="{C0762FA8-85CA-659B-9C0E-9CAF5F1FEBF8}"/>
              </a:ext>
            </a:extLst>
          </p:cNvPr>
          <p:cNvSpPr>
            <a:spLocks noGrp="1"/>
          </p:cNvSpPr>
          <p:nvPr>
            <p:ph type="dt" sz="half" idx="19"/>
          </p:nvPr>
        </p:nvSpPr>
        <p:spPr/>
        <p:txBody>
          <a:bodyPr/>
          <a:lstStyle/>
          <a:p>
            <a:fld id="{A7C2D182-2513-3C45-843F-DFB05BFE9386}" type="datetime1">
              <a:rPr lang="en-US" smtClean="0"/>
              <a:t>3/19/2026</a:t>
            </a:fld>
            <a:endParaRPr lang="en-US"/>
          </a:p>
        </p:txBody>
      </p:sp>
      <p:sp>
        <p:nvSpPr>
          <p:cNvPr id="24" name="Footer Placeholder 23">
            <a:extLst>
              <a:ext uri="{FF2B5EF4-FFF2-40B4-BE49-F238E27FC236}">
                <a16:creationId xmlns:a16="http://schemas.microsoft.com/office/drawing/2014/main" id="{38D7621B-3AE6-9B0D-703A-BFCF3755B8A7}"/>
              </a:ext>
            </a:extLst>
          </p:cNvPr>
          <p:cNvSpPr>
            <a:spLocks noGrp="1"/>
          </p:cNvSpPr>
          <p:nvPr>
            <p:ph type="ftr" sz="quarter" idx="20"/>
          </p:nvPr>
        </p:nvSpPr>
        <p:spPr>
          <a:xfrm>
            <a:off x="1184276" y="6384903"/>
            <a:ext cx="3169008" cy="100074"/>
          </a:xfrm>
        </p:spPr>
        <p:txBody>
          <a:bodyPr/>
          <a:lstStyle/>
          <a:p>
            <a:endParaRPr lang="en-US"/>
          </a:p>
        </p:txBody>
      </p:sp>
      <p:sp>
        <p:nvSpPr>
          <p:cNvPr id="25" name="Slide Number Placeholder 24">
            <a:extLst>
              <a:ext uri="{FF2B5EF4-FFF2-40B4-BE49-F238E27FC236}">
                <a16:creationId xmlns:a16="http://schemas.microsoft.com/office/drawing/2014/main" id="{E1167C24-5502-BCBB-75DC-A6EA0BEC95F5}"/>
              </a:ext>
            </a:extLst>
          </p:cNvPr>
          <p:cNvSpPr>
            <a:spLocks noGrp="1"/>
          </p:cNvSpPr>
          <p:nvPr>
            <p:ph type="sldNum" sz="quarter" idx="21"/>
          </p:nvPr>
        </p:nvSpPr>
        <p:spPr/>
        <p:txBody>
          <a:bodyPr/>
          <a:lstStyle/>
          <a:p>
            <a:fld id="{A82C3BC0-3EBF-3C4C-A3D8-795624EBC6AA}" type="slidenum">
              <a:rPr lang="en-US" smtClean="0"/>
              <a:pPr/>
              <a:t>‹#›</a:t>
            </a:fld>
            <a:endParaRPr lang="en-US"/>
          </a:p>
        </p:txBody>
      </p:sp>
      <p:cxnSp>
        <p:nvCxnSpPr>
          <p:cNvPr id="7" name="Straight Connector 6">
            <a:extLst>
              <a:ext uri="{FF2B5EF4-FFF2-40B4-BE49-F238E27FC236}">
                <a16:creationId xmlns:a16="http://schemas.microsoft.com/office/drawing/2014/main" id="{710A1A2F-9597-FA10-7F86-0F1A1C7EEA42}"/>
              </a:ext>
            </a:extLst>
          </p:cNvPr>
          <p:cNvCxnSpPr/>
          <p:nvPr userDrawn="1"/>
        </p:nvCxnSpPr>
        <p:spPr>
          <a:xfrm>
            <a:off x="4872251" y="966970"/>
            <a:ext cx="0" cy="4894183"/>
          </a:xfrm>
          <a:prstGeom prst="line">
            <a:avLst/>
          </a:prstGeom>
          <a:ln w="12700">
            <a:gradFill>
              <a:gsLst>
                <a:gs pos="0">
                  <a:schemeClr val="accent3"/>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4E81639-8E3D-BAA3-C1B3-982678470771}"/>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C917D9A8-DFCA-E24D-281F-D7C3B97401AB}"/>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292F8635-42EC-5AEF-AFE6-CFFAEF543CDD}"/>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AF3A5BE-EA3A-03DF-918B-318BB815F70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94D1CB7E-E03F-327E-5CAC-272A978E7572}"/>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4F520F0-3976-1D9A-740C-B56D3CE2405C}"/>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6BDA847-AF7F-93FD-6B53-F6B286536153}"/>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578CFAF-BF43-7A38-967F-840C4519FE8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EEF116F-D170-727E-3755-5C021CB4412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EF6C179-2884-6B6B-0A75-ED569A3D7728}"/>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F99A6339-938D-E139-6CDF-F6BE00366A2E}"/>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549779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er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75385"/>
            <a:ext cx="7817379" cy="805990"/>
          </a:xfrm>
        </p:spPr>
        <p:txBody>
          <a:bodyPr wrap="square" tIns="137160" anchor="b" anchorCtr="0">
            <a:noAutofit/>
          </a:bodyPr>
          <a:lstStyle>
            <a:lvl1pPr algn="l">
              <a:defRPr sz="3900" spc="0" baseline="0">
                <a:solidFill>
                  <a:schemeClr val="tx2"/>
                </a:solidFill>
              </a:defRPr>
            </a:lvl1pPr>
          </a:lstStyle>
          <a:p>
            <a:r>
              <a:rPr lang="en-US"/>
              <a:t>Breaker</a:t>
            </a:r>
          </a:p>
        </p:txBody>
      </p:sp>
      <p:sp>
        <p:nvSpPr>
          <p:cNvPr id="3" name="Subtitle 2"/>
          <p:cNvSpPr>
            <a:spLocks noGrp="1"/>
          </p:cNvSpPr>
          <p:nvPr>
            <p:ph type="subTitle" idx="1" hasCustomPrompt="1"/>
          </p:nvPr>
        </p:nvSpPr>
        <p:spPr>
          <a:xfrm>
            <a:off x="511403" y="5163722"/>
            <a:ext cx="7193304" cy="276999"/>
          </a:xfrm>
          <a:prstGeom prst="rect">
            <a:avLst/>
          </a:prstGeom>
        </p:spPr>
        <p:txBody>
          <a:bodyPr vert="horz" lIns="0" tIns="0" rIns="0" bIns="0" rtlCol="0">
            <a:noAutofit/>
          </a:bodyPr>
          <a:lstStyle>
            <a:lvl1pPr>
              <a:defRPr lang="en-US" sz="2000" cap="none" baseline="0" dirty="0">
                <a:solidFill>
                  <a:schemeClr val="tx2"/>
                </a:solidFill>
              </a:defRPr>
            </a:lvl1pPr>
          </a:lstStyle>
          <a:p>
            <a:pPr lvl="0"/>
            <a:r>
              <a:rPr lang="en-US"/>
              <a:t>Subtitle goes here if you need it</a:t>
            </a:r>
          </a:p>
        </p:txBody>
      </p:sp>
      <p:sp>
        <p:nvSpPr>
          <p:cNvPr id="15" name="Date Placeholder 14">
            <a:extLst>
              <a:ext uri="{FF2B5EF4-FFF2-40B4-BE49-F238E27FC236}">
                <a16:creationId xmlns:a16="http://schemas.microsoft.com/office/drawing/2014/main" id="{1E6D13B2-D9B8-C15D-0A1C-0A65F0389F0E}"/>
              </a:ext>
            </a:extLst>
          </p:cNvPr>
          <p:cNvSpPr>
            <a:spLocks noGrp="1"/>
          </p:cNvSpPr>
          <p:nvPr>
            <p:ph type="dt" sz="half" idx="10"/>
          </p:nvPr>
        </p:nvSpPr>
        <p:spPr/>
        <p:txBody>
          <a:bodyPr/>
          <a:lstStyle>
            <a:lvl1pPr>
              <a:defRPr>
                <a:solidFill>
                  <a:schemeClr val="tx2"/>
                </a:solidFill>
              </a:defRPr>
            </a:lvl1pPr>
          </a:lstStyle>
          <a:p>
            <a:fld id="{CE3D0721-25F9-3A40-AF0E-AD4DAFEB77E1}" type="datetime1">
              <a:rPr lang="en-US" smtClean="0"/>
              <a:t>3/19/2026</a:t>
            </a:fld>
            <a:endParaRPr lang="en-US"/>
          </a:p>
        </p:txBody>
      </p:sp>
      <p:sp>
        <p:nvSpPr>
          <p:cNvPr id="16" name="Footer Placeholder 15">
            <a:extLst>
              <a:ext uri="{FF2B5EF4-FFF2-40B4-BE49-F238E27FC236}">
                <a16:creationId xmlns:a16="http://schemas.microsoft.com/office/drawing/2014/main" id="{8D882C3A-8BD5-06BA-90EF-23AB1652CF0B}"/>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7" name="Slide Number Placeholder 16">
            <a:extLst>
              <a:ext uri="{FF2B5EF4-FFF2-40B4-BE49-F238E27FC236}">
                <a16:creationId xmlns:a16="http://schemas.microsoft.com/office/drawing/2014/main" id="{64E1AEDA-D6EC-4EFA-DF9D-BDD7524575EF}"/>
              </a:ext>
            </a:extLst>
          </p:cNvPr>
          <p:cNvSpPr>
            <a:spLocks noGrp="1"/>
          </p:cNvSpPr>
          <p:nvPr>
            <p:ph type="sldNum" sz="quarter" idx="12"/>
          </p:nvPr>
        </p:nvSpPr>
        <p:spPr/>
        <p:txBody>
          <a:bodyPr/>
          <a:lstStyle>
            <a:lvl1pPr>
              <a:defRPr>
                <a:solidFill>
                  <a:schemeClr val="tx2"/>
                </a:solidFill>
              </a:defRPr>
            </a:lvl1pPr>
          </a:lstStyle>
          <a:p>
            <a:fld id="{A82C3BC0-3EBF-3C4C-A3D8-795624EBC6AA}" type="slidenum">
              <a:rPr lang="en-US" smtClean="0"/>
              <a:pPr/>
              <a:t>‹#›</a:t>
            </a:fld>
            <a:endParaRPr lang="en-US"/>
          </a:p>
        </p:txBody>
      </p:sp>
      <p:sp>
        <p:nvSpPr>
          <p:cNvPr id="6" name="Freeform 5">
            <a:extLst>
              <a:ext uri="{FF2B5EF4-FFF2-40B4-BE49-F238E27FC236}">
                <a16:creationId xmlns:a16="http://schemas.microsoft.com/office/drawing/2014/main" id="{4B389E8F-1070-2DE4-49AD-1CAC17FCB4B7}"/>
              </a:ext>
            </a:extLst>
          </p:cNvPr>
          <p:cNvSpPr/>
          <p:nvPr userDrawn="1"/>
        </p:nvSpPr>
        <p:spPr>
          <a:xfrm>
            <a:off x="0" y="4547749"/>
            <a:ext cx="382983" cy="581428"/>
          </a:xfrm>
          <a:custGeom>
            <a:avLst/>
            <a:gdLst>
              <a:gd name="connsiteX0" fmla="*/ 0 w 738055"/>
              <a:gd name="connsiteY0" fmla="*/ 0 h 1120484"/>
              <a:gd name="connsiteX1" fmla="*/ 0 w 738055"/>
              <a:gd name="connsiteY1" fmla="*/ 1120484 h 1120484"/>
              <a:gd name="connsiteX2" fmla="*/ 738056 w 738055"/>
              <a:gd name="connsiteY2" fmla="*/ 560434 h 1120484"/>
              <a:gd name="connsiteX3" fmla="*/ 0 w 738055"/>
              <a:gd name="connsiteY3" fmla="*/ 0 h 1120484"/>
            </a:gdLst>
            <a:ahLst/>
            <a:cxnLst>
              <a:cxn ang="0">
                <a:pos x="connsiteX0" y="connsiteY0"/>
              </a:cxn>
              <a:cxn ang="0">
                <a:pos x="connsiteX1" y="connsiteY1"/>
              </a:cxn>
              <a:cxn ang="0">
                <a:pos x="connsiteX2" y="connsiteY2"/>
              </a:cxn>
              <a:cxn ang="0">
                <a:pos x="connsiteX3" y="connsiteY3"/>
              </a:cxn>
            </a:cxnLst>
            <a:rect l="l" t="t" r="r" b="b"/>
            <a:pathLst>
              <a:path w="738055" h="1120484">
                <a:moveTo>
                  <a:pt x="0" y="0"/>
                </a:moveTo>
                <a:lnTo>
                  <a:pt x="0" y="1120484"/>
                </a:lnTo>
                <a:lnTo>
                  <a:pt x="738056" y="560434"/>
                </a:lnTo>
                <a:lnTo>
                  <a:pt x="0" y="0"/>
                </a:lnTo>
                <a:close/>
              </a:path>
            </a:pathLst>
          </a:custGeom>
          <a:gradFill>
            <a:gsLst>
              <a:gs pos="15000">
                <a:schemeClr val="accent2"/>
              </a:gs>
              <a:gs pos="85000">
                <a:schemeClr val="accent3"/>
              </a:gs>
            </a:gsLst>
            <a:lin ang="0" scaled="0"/>
          </a:gradFill>
          <a:ln w="38265" cap="flat">
            <a:noFill/>
            <a:prstDash val="solid"/>
            <a:miter/>
          </a:ln>
          <a:effectLst>
            <a:softEdge rad="0"/>
          </a:effectLst>
        </p:spPr>
        <p:txBody>
          <a:bodyPr rtlCol="0" anchor="ctr"/>
          <a:lstStyle/>
          <a:p>
            <a:endParaRPr lang="en-US"/>
          </a:p>
        </p:txBody>
      </p:sp>
      <p:grpSp>
        <p:nvGrpSpPr>
          <p:cNvPr id="7" name="Group 6">
            <a:extLst>
              <a:ext uri="{FF2B5EF4-FFF2-40B4-BE49-F238E27FC236}">
                <a16:creationId xmlns:a16="http://schemas.microsoft.com/office/drawing/2014/main" id="{CF71231B-C78D-3D70-CF1E-F3614DA98ED9}"/>
              </a:ext>
            </a:extLst>
          </p:cNvPr>
          <p:cNvGrpSpPr/>
          <p:nvPr userDrawn="1"/>
        </p:nvGrpSpPr>
        <p:grpSpPr>
          <a:xfrm>
            <a:off x="10615642" y="6334107"/>
            <a:ext cx="1079469" cy="225489"/>
            <a:chOff x="10615642" y="6334107"/>
            <a:chExt cx="1079469" cy="225489"/>
          </a:xfrm>
        </p:grpSpPr>
        <p:sp>
          <p:nvSpPr>
            <p:cNvPr id="8" name="Freeform 7">
              <a:extLst>
                <a:ext uri="{FF2B5EF4-FFF2-40B4-BE49-F238E27FC236}">
                  <a16:creationId xmlns:a16="http://schemas.microsoft.com/office/drawing/2014/main" id="{CFE59E1D-3C63-FD73-B858-17926CEE368C}"/>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7098B26-D370-3A8A-DD47-04168D54199F}"/>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7C33604-7A45-4C1F-DC55-2AC134AC4B4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B266123-9475-BA7D-7D8B-5C2F8260DD99}"/>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AE6B4DF-E641-5150-FB76-0EFEFB6102B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D2E774BD-F63D-A002-E783-B1CCD960AE96}"/>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EE34AF9-D5B0-CD3F-1FA5-32180614F0BF}"/>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C38A698-D0EB-1F3D-08AA-5CBABFFF649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AA01208D-B402-1525-E377-9EE126557CB7}"/>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4" name="Rectangle 3">
            <a:extLst>
              <a:ext uri="{FF2B5EF4-FFF2-40B4-BE49-F238E27FC236}">
                <a16:creationId xmlns:a16="http://schemas.microsoft.com/office/drawing/2014/main" id="{191527F7-D5E5-8083-6877-5A190605FB65}"/>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86416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er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75385"/>
            <a:ext cx="7817379" cy="805990"/>
          </a:xfrm>
        </p:spPr>
        <p:txBody>
          <a:bodyPr wrap="square" tIns="137160" anchor="b" anchorCtr="0">
            <a:noAutofit/>
          </a:bodyPr>
          <a:lstStyle>
            <a:lvl1pPr algn="l">
              <a:defRPr sz="3900" spc="0" baseline="0">
                <a:solidFill>
                  <a:schemeClr val="tx2"/>
                </a:solidFill>
              </a:defRPr>
            </a:lvl1pPr>
          </a:lstStyle>
          <a:p>
            <a:r>
              <a:rPr lang="en-US"/>
              <a:t>Breaker</a:t>
            </a:r>
          </a:p>
        </p:txBody>
      </p:sp>
      <p:sp>
        <p:nvSpPr>
          <p:cNvPr id="3" name="Subtitle 2"/>
          <p:cNvSpPr>
            <a:spLocks noGrp="1"/>
          </p:cNvSpPr>
          <p:nvPr>
            <p:ph type="subTitle" idx="1" hasCustomPrompt="1"/>
          </p:nvPr>
        </p:nvSpPr>
        <p:spPr>
          <a:xfrm>
            <a:off x="511403" y="5163722"/>
            <a:ext cx="7193304" cy="276999"/>
          </a:xfrm>
          <a:prstGeom prst="rect">
            <a:avLst/>
          </a:prstGeom>
        </p:spPr>
        <p:txBody>
          <a:bodyPr vert="horz" lIns="0" tIns="0" rIns="0" bIns="0" rtlCol="0">
            <a:noAutofit/>
          </a:bodyPr>
          <a:lstStyle>
            <a:lvl1pPr>
              <a:defRPr lang="en-US" sz="2000" cap="none" baseline="0" dirty="0">
                <a:solidFill>
                  <a:schemeClr val="tx2"/>
                </a:solidFill>
              </a:defRPr>
            </a:lvl1pPr>
          </a:lstStyle>
          <a:p>
            <a:pPr lvl="0"/>
            <a:r>
              <a:rPr lang="en-US"/>
              <a:t>Subtitle goes here if you need it</a:t>
            </a:r>
          </a:p>
        </p:txBody>
      </p:sp>
      <p:sp>
        <p:nvSpPr>
          <p:cNvPr id="15" name="Date Placeholder 14">
            <a:extLst>
              <a:ext uri="{FF2B5EF4-FFF2-40B4-BE49-F238E27FC236}">
                <a16:creationId xmlns:a16="http://schemas.microsoft.com/office/drawing/2014/main" id="{1E6D13B2-D9B8-C15D-0A1C-0A65F0389F0E}"/>
              </a:ext>
            </a:extLst>
          </p:cNvPr>
          <p:cNvSpPr>
            <a:spLocks noGrp="1"/>
          </p:cNvSpPr>
          <p:nvPr>
            <p:ph type="dt" sz="half" idx="10"/>
          </p:nvPr>
        </p:nvSpPr>
        <p:spPr/>
        <p:txBody>
          <a:bodyPr/>
          <a:lstStyle>
            <a:lvl1pPr>
              <a:defRPr>
                <a:solidFill>
                  <a:schemeClr val="tx2"/>
                </a:solidFill>
              </a:defRPr>
            </a:lvl1pPr>
          </a:lstStyle>
          <a:p>
            <a:fld id="{E94AE6A8-4D7E-7C46-AA54-A79C97C945C7}" type="datetime1">
              <a:rPr lang="en-US" smtClean="0"/>
              <a:t>3/19/2026</a:t>
            </a:fld>
            <a:endParaRPr lang="en-US"/>
          </a:p>
        </p:txBody>
      </p:sp>
      <p:sp>
        <p:nvSpPr>
          <p:cNvPr id="16" name="Footer Placeholder 15">
            <a:extLst>
              <a:ext uri="{FF2B5EF4-FFF2-40B4-BE49-F238E27FC236}">
                <a16:creationId xmlns:a16="http://schemas.microsoft.com/office/drawing/2014/main" id="{8D882C3A-8BD5-06BA-90EF-23AB1652CF0B}"/>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7" name="Slide Number Placeholder 16">
            <a:extLst>
              <a:ext uri="{FF2B5EF4-FFF2-40B4-BE49-F238E27FC236}">
                <a16:creationId xmlns:a16="http://schemas.microsoft.com/office/drawing/2014/main" id="{64E1AEDA-D6EC-4EFA-DF9D-BDD7524575EF}"/>
              </a:ext>
            </a:extLst>
          </p:cNvPr>
          <p:cNvSpPr>
            <a:spLocks noGrp="1"/>
          </p:cNvSpPr>
          <p:nvPr>
            <p:ph type="sldNum" sz="quarter" idx="12"/>
          </p:nvPr>
        </p:nvSpPr>
        <p:spPr/>
        <p:txBody>
          <a:bodyPr/>
          <a:lstStyle>
            <a:lvl1pPr>
              <a:defRPr>
                <a:solidFill>
                  <a:schemeClr val="tx2"/>
                </a:solidFill>
              </a:defRPr>
            </a:lvl1pPr>
          </a:lstStyle>
          <a:p>
            <a:fld id="{A82C3BC0-3EBF-3C4C-A3D8-795624EBC6AA}" type="slidenum">
              <a:rPr lang="en-US" smtClean="0"/>
              <a:pPr/>
              <a:t>‹#›</a:t>
            </a:fld>
            <a:endParaRPr lang="en-US"/>
          </a:p>
        </p:txBody>
      </p:sp>
      <p:sp>
        <p:nvSpPr>
          <p:cNvPr id="6" name="Freeform 5">
            <a:extLst>
              <a:ext uri="{FF2B5EF4-FFF2-40B4-BE49-F238E27FC236}">
                <a16:creationId xmlns:a16="http://schemas.microsoft.com/office/drawing/2014/main" id="{4100B37D-6D98-6AE0-B9B0-31124B0869B7}"/>
              </a:ext>
            </a:extLst>
          </p:cNvPr>
          <p:cNvSpPr/>
          <p:nvPr userDrawn="1"/>
        </p:nvSpPr>
        <p:spPr>
          <a:xfrm>
            <a:off x="0" y="4547749"/>
            <a:ext cx="382983" cy="581428"/>
          </a:xfrm>
          <a:custGeom>
            <a:avLst/>
            <a:gdLst>
              <a:gd name="connsiteX0" fmla="*/ 0 w 738055"/>
              <a:gd name="connsiteY0" fmla="*/ 0 h 1120484"/>
              <a:gd name="connsiteX1" fmla="*/ 0 w 738055"/>
              <a:gd name="connsiteY1" fmla="*/ 1120484 h 1120484"/>
              <a:gd name="connsiteX2" fmla="*/ 738056 w 738055"/>
              <a:gd name="connsiteY2" fmla="*/ 560434 h 1120484"/>
              <a:gd name="connsiteX3" fmla="*/ 0 w 738055"/>
              <a:gd name="connsiteY3" fmla="*/ 0 h 1120484"/>
            </a:gdLst>
            <a:ahLst/>
            <a:cxnLst>
              <a:cxn ang="0">
                <a:pos x="connsiteX0" y="connsiteY0"/>
              </a:cxn>
              <a:cxn ang="0">
                <a:pos x="connsiteX1" y="connsiteY1"/>
              </a:cxn>
              <a:cxn ang="0">
                <a:pos x="connsiteX2" y="connsiteY2"/>
              </a:cxn>
              <a:cxn ang="0">
                <a:pos x="connsiteX3" y="connsiteY3"/>
              </a:cxn>
            </a:cxnLst>
            <a:rect l="l" t="t" r="r" b="b"/>
            <a:pathLst>
              <a:path w="738055" h="1120484">
                <a:moveTo>
                  <a:pt x="0" y="0"/>
                </a:moveTo>
                <a:lnTo>
                  <a:pt x="0" y="1120484"/>
                </a:lnTo>
                <a:lnTo>
                  <a:pt x="738056" y="560434"/>
                </a:lnTo>
                <a:lnTo>
                  <a:pt x="0" y="0"/>
                </a:lnTo>
                <a:close/>
              </a:path>
            </a:pathLst>
          </a:custGeom>
          <a:gradFill>
            <a:gsLst>
              <a:gs pos="15000">
                <a:schemeClr val="accent3"/>
              </a:gs>
              <a:gs pos="85000">
                <a:schemeClr val="accent4"/>
              </a:gs>
            </a:gsLst>
            <a:lin ang="0" scaled="0"/>
          </a:gradFill>
          <a:ln w="38265" cap="flat">
            <a:noFill/>
            <a:prstDash val="solid"/>
            <a:miter/>
          </a:ln>
          <a:effectLst>
            <a:softEdge rad="0"/>
          </a:effectLst>
        </p:spPr>
        <p:txBody>
          <a:bodyPr rtlCol="0" anchor="ctr"/>
          <a:lstStyle/>
          <a:p>
            <a:endParaRPr lang="en-US"/>
          </a:p>
        </p:txBody>
      </p:sp>
      <p:grpSp>
        <p:nvGrpSpPr>
          <p:cNvPr id="7" name="Group 6">
            <a:extLst>
              <a:ext uri="{FF2B5EF4-FFF2-40B4-BE49-F238E27FC236}">
                <a16:creationId xmlns:a16="http://schemas.microsoft.com/office/drawing/2014/main" id="{10060C5B-DB97-550E-0CE1-2863996C73CE}"/>
              </a:ext>
            </a:extLst>
          </p:cNvPr>
          <p:cNvGrpSpPr/>
          <p:nvPr userDrawn="1"/>
        </p:nvGrpSpPr>
        <p:grpSpPr>
          <a:xfrm>
            <a:off x="10615642" y="6334107"/>
            <a:ext cx="1079469" cy="225489"/>
            <a:chOff x="10615642" y="6334107"/>
            <a:chExt cx="1079469" cy="225489"/>
          </a:xfrm>
        </p:grpSpPr>
        <p:sp>
          <p:nvSpPr>
            <p:cNvPr id="8" name="Freeform 7">
              <a:extLst>
                <a:ext uri="{FF2B5EF4-FFF2-40B4-BE49-F238E27FC236}">
                  <a16:creationId xmlns:a16="http://schemas.microsoft.com/office/drawing/2014/main" id="{52EEF2F1-C869-6358-D256-A1B31B2A87AB}"/>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AE61C97B-E565-C3C3-53F2-4C95E192E2F6}"/>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3FF20F23-9B94-A408-886E-206414A43D0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CCFCFD5C-238A-9967-8680-8D805DEF1DF2}"/>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4A0E581-9392-CA7E-6992-8A9C22328C86}"/>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D641671C-CC2A-E13B-9A12-9F70BECB6E14}"/>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B6286835-24B6-972B-489B-6C2E3EFF9A21}"/>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2DB7B28-E76F-3584-7100-0EA51AFD2C5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29BEF57-7921-E031-7061-FB9938610A0D}"/>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4" name="Rectangle 3">
            <a:extLst>
              <a:ext uri="{FF2B5EF4-FFF2-40B4-BE49-F238E27FC236}">
                <a16:creationId xmlns:a16="http://schemas.microsoft.com/office/drawing/2014/main" id="{3EDE15D1-C03C-14DD-A137-B917E4D48D00}"/>
              </a:ext>
            </a:extLst>
          </p:cNvPr>
          <p:cNvSpPr/>
          <p:nvPr userDrawn="1"/>
        </p:nvSpPr>
        <p:spPr>
          <a:xfrm>
            <a:off x="0" y="6802244"/>
            <a:ext cx="12192000" cy="55756"/>
          </a:xfrm>
          <a:prstGeom prst="rect">
            <a:avLst/>
          </a:prstGeom>
          <a:gradFill>
            <a:gsLst>
              <a:gs pos="15000">
                <a:schemeClr val="accent3"/>
              </a:gs>
              <a:gs pos="85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70069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eaker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6888" y="4375385"/>
            <a:ext cx="7817379" cy="805990"/>
          </a:xfrm>
        </p:spPr>
        <p:txBody>
          <a:bodyPr wrap="square" tIns="137160" anchor="b" anchorCtr="0">
            <a:noAutofit/>
          </a:bodyPr>
          <a:lstStyle>
            <a:lvl1pPr algn="l">
              <a:defRPr sz="3900" spc="0" baseline="0">
                <a:solidFill>
                  <a:schemeClr val="tx2"/>
                </a:solidFill>
              </a:defRPr>
            </a:lvl1pPr>
          </a:lstStyle>
          <a:p>
            <a:r>
              <a:rPr lang="en-US"/>
              <a:t>Breaker</a:t>
            </a:r>
          </a:p>
        </p:txBody>
      </p:sp>
      <p:sp>
        <p:nvSpPr>
          <p:cNvPr id="3" name="Subtitle 2"/>
          <p:cNvSpPr>
            <a:spLocks noGrp="1"/>
          </p:cNvSpPr>
          <p:nvPr>
            <p:ph type="subTitle" idx="1" hasCustomPrompt="1"/>
          </p:nvPr>
        </p:nvSpPr>
        <p:spPr>
          <a:xfrm>
            <a:off x="511403" y="5163722"/>
            <a:ext cx="7193304" cy="276999"/>
          </a:xfrm>
          <a:prstGeom prst="rect">
            <a:avLst/>
          </a:prstGeom>
        </p:spPr>
        <p:txBody>
          <a:bodyPr vert="horz" lIns="0" tIns="0" rIns="0" bIns="0" rtlCol="0">
            <a:noAutofit/>
          </a:bodyPr>
          <a:lstStyle>
            <a:lvl1pPr>
              <a:defRPr lang="en-US" sz="2000" cap="none" baseline="0" dirty="0">
                <a:solidFill>
                  <a:schemeClr val="tx2"/>
                </a:solidFill>
              </a:defRPr>
            </a:lvl1pPr>
          </a:lstStyle>
          <a:p>
            <a:pPr lvl="0"/>
            <a:r>
              <a:rPr lang="en-US"/>
              <a:t>Subtitle goes here if you need it</a:t>
            </a:r>
          </a:p>
        </p:txBody>
      </p:sp>
      <p:sp>
        <p:nvSpPr>
          <p:cNvPr id="15" name="Date Placeholder 14">
            <a:extLst>
              <a:ext uri="{FF2B5EF4-FFF2-40B4-BE49-F238E27FC236}">
                <a16:creationId xmlns:a16="http://schemas.microsoft.com/office/drawing/2014/main" id="{1E6D13B2-D9B8-C15D-0A1C-0A65F0389F0E}"/>
              </a:ext>
            </a:extLst>
          </p:cNvPr>
          <p:cNvSpPr>
            <a:spLocks noGrp="1"/>
          </p:cNvSpPr>
          <p:nvPr>
            <p:ph type="dt" sz="half" idx="10"/>
          </p:nvPr>
        </p:nvSpPr>
        <p:spPr/>
        <p:txBody>
          <a:bodyPr/>
          <a:lstStyle>
            <a:lvl1pPr>
              <a:defRPr>
                <a:solidFill>
                  <a:schemeClr val="tx2"/>
                </a:solidFill>
              </a:defRPr>
            </a:lvl1pPr>
          </a:lstStyle>
          <a:p>
            <a:fld id="{1FEA3ACD-20CE-2A4F-9CB1-77F4A5AB5E60}" type="datetime1">
              <a:rPr lang="en-US" smtClean="0"/>
              <a:t>3/19/2026</a:t>
            </a:fld>
            <a:endParaRPr lang="en-US"/>
          </a:p>
        </p:txBody>
      </p:sp>
      <p:sp>
        <p:nvSpPr>
          <p:cNvPr id="16" name="Footer Placeholder 15">
            <a:extLst>
              <a:ext uri="{FF2B5EF4-FFF2-40B4-BE49-F238E27FC236}">
                <a16:creationId xmlns:a16="http://schemas.microsoft.com/office/drawing/2014/main" id="{8D882C3A-8BD5-06BA-90EF-23AB1652CF0B}"/>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7" name="Slide Number Placeholder 16">
            <a:extLst>
              <a:ext uri="{FF2B5EF4-FFF2-40B4-BE49-F238E27FC236}">
                <a16:creationId xmlns:a16="http://schemas.microsoft.com/office/drawing/2014/main" id="{64E1AEDA-D6EC-4EFA-DF9D-BDD7524575EF}"/>
              </a:ext>
            </a:extLst>
          </p:cNvPr>
          <p:cNvSpPr>
            <a:spLocks noGrp="1"/>
          </p:cNvSpPr>
          <p:nvPr>
            <p:ph type="sldNum" sz="quarter" idx="12"/>
          </p:nvPr>
        </p:nvSpPr>
        <p:spPr/>
        <p:txBody>
          <a:bodyPr/>
          <a:lstStyle>
            <a:lvl1pPr>
              <a:defRPr>
                <a:solidFill>
                  <a:schemeClr val="tx2"/>
                </a:solidFill>
              </a:defRPr>
            </a:lvl1pPr>
          </a:lstStyle>
          <a:p>
            <a:fld id="{A82C3BC0-3EBF-3C4C-A3D8-795624EBC6AA}" type="slidenum">
              <a:rPr lang="en-US" smtClean="0"/>
              <a:pPr/>
              <a:t>‹#›</a:t>
            </a:fld>
            <a:endParaRPr lang="en-US"/>
          </a:p>
        </p:txBody>
      </p:sp>
      <p:sp>
        <p:nvSpPr>
          <p:cNvPr id="6" name="Freeform 5">
            <a:extLst>
              <a:ext uri="{FF2B5EF4-FFF2-40B4-BE49-F238E27FC236}">
                <a16:creationId xmlns:a16="http://schemas.microsoft.com/office/drawing/2014/main" id="{FB29CF94-9C3C-E83E-F383-93A80961627D}"/>
              </a:ext>
            </a:extLst>
          </p:cNvPr>
          <p:cNvSpPr/>
          <p:nvPr userDrawn="1"/>
        </p:nvSpPr>
        <p:spPr>
          <a:xfrm>
            <a:off x="0" y="4547749"/>
            <a:ext cx="382983" cy="581428"/>
          </a:xfrm>
          <a:custGeom>
            <a:avLst/>
            <a:gdLst>
              <a:gd name="connsiteX0" fmla="*/ 0 w 738055"/>
              <a:gd name="connsiteY0" fmla="*/ 0 h 1120484"/>
              <a:gd name="connsiteX1" fmla="*/ 0 w 738055"/>
              <a:gd name="connsiteY1" fmla="*/ 1120484 h 1120484"/>
              <a:gd name="connsiteX2" fmla="*/ 738056 w 738055"/>
              <a:gd name="connsiteY2" fmla="*/ 560434 h 1120484"/>
              <a:gd name="connsiteX3" fmla="*/ 0 w 738055"/>
              <a:gd name="connsiteY3" fmla="*/ 0 h 1120484"/>
            </a:gdLst>
            <a:ahLst/>
            <a:cxnLst>
              <a:cxn ang="0">
                <a:pos x="connsiteX0" y="connsiteY0"/>
              </a:cxn>
              <a:cxn ang="0">
                <a:pos x="connsiteX1" y="connsiteY1"/>
              </a:cxn>
              <a:cxn ang="0">
                <a:pos x="connsiteX2" y="connsiteY2"/>
              </a:cxn>
              <a:cxn ang="0">
                <a:pos x="connsiteX3" y="connsiteY3"/>
              </a:cxn>
            </a:cxnLst>
            <a:rect l="l" t="t" r="r" b="b"/>
            <a:pathLst>
              <a:path w="738055" h="1120484">
                <a:moveTo>
                  <a:pt x="0" y="0"/>
                </a:moveTo>
                <a:lnTo>
                  <a:pt x="0" y="1120484"/>
                </a:lnTo>
                <a:lnTo>
                  <a:pt x="738056" y="560434"/>
                </a:lnTo>
                <a:lnTo>
                  <a:pt x="0" y="0"/>
                </a:lnTo>
                <a:close/>
              </a:path>
            </a:pathLst>
          </a:custGeom>
          <a:gradFill>
            <a:gsLst>
              <a:gs pos="15000">
                <a:schemeClr val="accent6"/>
              </a:gs>
              <a:gs pos="85000">
                <a:schemeClr val="accent5"/>
              </a:gs>
            </a:gsLst>
            <a:lin ang="0" scaled="0"/>
          </a:gradFill>
          <a:ln w="38265" cap="flat">
            <a:noFill/>
            <a:prstDash val="solid"/>
            <a:miter/>
          </a:ln>
          <a:effectLst>
            <a:softEdge rad="0"/>
          </a:effectLst>
        </p:spPr>
        <p:txBody>
          <a:bodyPr rtlCol="0" anchor="ctr"/>
          <a:lstStyle/>
          <a:p>
            <a:endParaRPr lang="en-US"/>
          </a:p>
        </p:txBody>
      </p:sp>
      <p:grpSp>
        <p:nvGrpSpPr>
          <p:cNvPr id="7" name="Group 6">
            <a:extLst>
              <a:ext uri="{FF2B5EF4-FFF2-40B4-BE49-F238E27FC236}">
                <a16:creationId xmlns:a16="http://schemas.microsoft.com/office/drawing/2014/main" id="{24C1758F-3AB5-F119-E39E-5193975CFB0D}"/>
              </a:ext>
            </a:extLst>
          </p:cNvPr>
          <p:cNvGrpSpPr/>
          <p:nvPr userDrawn="1"/>
        </p:nvGrpSpPr>
        <p:grpSpPr>
          <a:xfrm>
            <a:off x="10615642" y="6334107"/>
            <a:ext cx="1079469" cy="225489"/>
            <a:chOff x="10615642" y="6334107"/>
            <a:chExt cx="1079469" cy="225489"/>
          </a:xfrm>
        </p:grpSpPr>
        <p:sp>
          <p:nvSpPr>
            <p:cNvPr id="8" name="Freeform 7">
              <a:extLst>
                <a:ext uri="{FF2B5EF4-FFF2-40B4-BE49-F238E27FC236}">
                  <a16:creationId xmlns:a16="http://schemas.microsoft.com/office/drawing/2014/main" id="{30FCBAAC-21D2-77BE-7D54-AA4E21DC6AF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FCC45FD9-D8C9-B759-3AAF-95518BC11537}"/>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46FC2544-51E1-2764-E5EC-7E6869D487B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E9F89FA7-125D-2600-CC8C-A0A0BAC28155}"/>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A06B2CB-DE87-77EF-5E85-EA7CD891139A}"/>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4FDF82FC-94B7-3412-0A2C-CC5379283E6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4BF862C-34B5-2325-AE4A-EEF34F3DC7E7}"/>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3925CC1-10EF-21C9-9168-91588E87D359}"/>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7DE6D87-5826-2302-06FC-51331AC00805}"/>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4" name="Rectangle 3">
            <a:extLst>
              <a:ext uri="{FF2B5EF4-FFF2-40B4-BE49-F238E27FC236}">
                <a16:creationId xmlns:a16="http://schemas.microsoft.com/office/drawing/2014/main" id="{3553565B-ABE8-4423-CAE7-2D0A7A2F2687}"/>
              </a:ext>
            </a:extLst>
          </p:cNvPr>
          <p:cNvSpPr/>
          <p:nvPr userDrawn="1"/>
        </p:nvSpPr>
        <p:spPr>
          <a:xfrm>
            <a:off x="0" y="6802244"/>
            <a:ext cx="12192000" cy="55756"/>
          </a:xfrm>
          <a:prstGeom prst="rect">
            <a:avLst/>
          </a:prstGeom>
          <a:gradFill>
            <a:gsLst>
              <a:gs pos="15000">
                <a:schemeClr val="accent6"/>
              </a:gs>
              <a:gs pos="85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97256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umn Sim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p:txBody>
          <a:bodyPr/>
          <a:lstStyle/>
          <a:p>
            <a:r>
              <a:rPr lang="en-US"/>
              <a:t>1 Column Simple White</a:t>
            </a:r>
          </a:p>
        </p:txBody>
      </p:sp>
      <p:sp>
        <p:nvSpPr>
          <p:cNvPr id="5" name="Text Placeholder 7">
            <a:extLst>
              <a:ext uri="{FF2B5EF4-FFF2-40B4-BE49-F238E27FC236}">
                <a16:creationId xmlns:a16="http://schemas.microsoft.com/office/drawing/2014/main" id="{C27D076D-B990-813A-1860-1DF8C0D2BF16}"/>
              </a:ext>
            </a:extLst>
          </p:cNvPr>
          <p:cNvSpPr>
            <a:spLocks noGrp="1"/>
          </p:cNvSpPr>
          <p:nvPr>
            <p:ph type="body" sz="quarter" idx="13" hasCustomPrompt="1"/>
          </p:nvPr>
        </p:nvSpPr>
        <p:spPr>
          <a:xfrm>
            <a:off x="496888" y="879237"/>
            <a:ext cx="976834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17" name="Text Placeholder 16">
            <a:extLst>
              <a:ext uri="{FF2B5EF4-FFF2-40B4-BE49-F238E27FC236}">
                <a16:creationId xmlns:a16="http://schemas.microsoft.com/office/drawing/2014/main" id="{3E76759F-9CBF-2D7F-FDCD-6FA5351B34EE}"/>
              </a:ext>
            </a:extLst>
          </p:cNvPr>
          <p:cNvSpPr>
            <a:spLocks noGrp="1"/>
          </p:cNvSpPr>
          <p:nvPr>
            <p:ph type="body" sz="quarter" idx="18"/>
          </p:nvPr>
        </p:nvSpPr>
        <p:spPr>
          <a:xfrm>
            <a:off x="496888" y="1642391"/>
            <a:ext cx="8896350" cy="4123409"/>
          </a:xfrm>
        </p:spPr>
        <p:txBody>
          <a:bodyPr/>
          <a:lstStyle/>
          <a:p>
            <a:pPr lvl="0"/>
            <a:r>
              <a:rPr lang="en-US"/>
              <a:t>Click to edit Master text styles</a:t>
            </a:r>
          </a:p>
          <a:p>
            <a:pPr lvl="1"/>
            <a:r>
              <a:rPr lang="en-US"/>
              <a:t>Second level</a:t>
            </a:r>
          </a:p>
          <a:p>
            <a:pPr lvl="2"/>
            <a:r>
              <a:rPr lang="en-US"/>
              <a:t>Third level</a:t>
            </a:r>
          </a:p>
        </p:txBody>
      </p:sp>
      <p:sp>
        <p:nvSpPr>
          <p:cNvPr id="22" name="Date Placeholder 21">
            <a:extLst>
              <a:ext uri="{FF2B5EF4-FFF2-40B4-BE49-F238E27FC236}">
                <a16:creationId xmlns:a16="http://schemas.microsoft.com/office/drawing/2014/main" id="{8B440F9D-1EA8-86CF-7557-715DB199D521}"/>
              </a:ext>
            </a:extLst>
          </p:cNvPr>
          <p:cNvSpPr>
            <a:spLocks noGrp="1"/>
          </p:cNvSpPr>
          <p:nvPr>
            <p:ph type="dt" sz="half" idx="19"/>
          </p:nvPr>
        </p:nvSpPr>
        <p:spPr/>
        <p:txBody>
          <a:bodyPr/>
          <a:lstStyle/>
          <a:p>
            <a:fld id="{15B9031C-5E8E-1D4B-9410-5F209DFBEDAC}" type="datetime1">
              <a:rPr lang="en-US" smtClean="0"/>
              <a:t>3/19/2026</a:t>
            </a:fld>
            <a:endParaRPr lang="en-US"/>
          </a:p>
        </p:txBody>
      </p:sp>
      <p:sp>
        <p:nvSpPr>
          <p:cNvPr id="23" name="Footer Placeholder 22">
            <a:extLst>
              <a:ext uri="{FF2B5EF4-FFF2-40B4-BE49-F238E27FC236}">
                <a16:creationId xmlns:a16="http://schemas.microsoft.com/office/drawing/2014/main" id="{BB0D2D11-44F6-59FD-DDE5-26FAB2E8525A}"/>
              </a:ext>
            </a:extLst>
          </p:cNvPr>
          <p:cNvSpPr>
            <a:spLocks noGrp="1"/>
          </p:cNvSpPr>
          <p:nvPr>
            <p:ph type="ftr" sz="quarter" idx="20"/>
          </p:nvPr>
        </p:nvSpPr>
        <p:spPr/>
        <p:txBody>
          <a:bodyPr/>
          <a:lstStyle/>
          <a:p>
            <a:endParaRPr lang="en-US"/>
          </a:p>
        </p:txBody>
      </p:sp>
      <p:sp>
        <p:nvSpPr>
          <p:cNvPr id="24" name="Slide Number Placeholder 23">
            <a:extLst>
              <a:ext uri="{FF2B5EF4-FFF2-40B4-BE49-F238E27FC236}">
                <a16:creationId xmlns:a16="http://schemas.microsoft.com/office/drawing/2014/main" id="{5D2E119D-222B-F37D-38A9-5ACC5CF182E0}"/>
              </a:ext>
            </a:extLst>
          </p:cNvPr>
          <p:cNvSpPr>
            <a:spLocks noGrp="1"/>
          </p:cNvSpPr>
          <p:nvPr>
            <p:ph type="sldNum" sz="quarter" idx="21"/>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D2E41467-AC87-A30E-24FD-5EC99EB325DD}"/>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2B84E317-B2BB-AA77-F232-40D8BDC66F3B}"/>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AB1D1511-0693-7D60-C365-07AEF8B7AD91}"/>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3B1643D-D328-500D-0221-5A244DA9F95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F428E9D0-B535-5C0E-0C32-66CCFCE008AB}"/>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74C9B6F0-F1AA-9C75-0450-CD0260CCEEA0}"/>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65578683-D572-9D87-26CA-2E09302CE4A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FC2E7870-E767-0767-6922-62D4B950048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4D76BF1-F7BC-FEB5-0097-73CC069E1D9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B39806DD-31BA-5B46-4C0E-F494EB51AC61}"/>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F743CF26-A9C9-E209-F631-4BF3ACE3CCBE}"/>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07446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Sim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p:txBody>
          <a:bodyPr/>
          <a:lstStyle/>
          <a:p>
            <a:r>
              <a:rPr lang="en-US"/>
              <a:t>2 Column Simple White</a:t>
            </a:r>
          </a:p>
        </p:txBody>
      </p:sp>
      <p:sp>
        <p:nvSpPr>
          <p:cNvPr id="11" name="Text Placeholder 16">
            <a:extLst>
              <a:ext uri="{FF2B5EF4-FFF2-40B4-BE49-F238E27FC236}">
                <a16:creationId xmlns:a16="http://schemas.microsoft.com/office/drawing/2014/main" id="{11D63CA9-4912-6646-AD9B-33323FB4C2E3}"/>
              </a:ext>
            </a:extLst>
          </p:cNvPr>
          <p:cNvSpPr>
            <a:spLocks noGrp="1"/>
          </p:cNvSpPr>
          <p:nvPr>
            <p:ph type="body" sz="quarter" idx="19"/>
          </p:nvPr>
        </p:nvSpPr>
        <p:spPr>
          <a:xfrm>
            <a:off x="496888" y="1642391"/>
            <a:ext cx="5341683" cy="4123409"/>
          </a:xfrm>
        </p:spPr>
        <p:txBody>
          <a:bodyPr/>
          <a:lstStyle/>
          <a:p>
            <a:pPr lvl="0"/>
            <a:r>
              <a:rPr lang="en-US"/>
              <a:t>Click to edit Master text styles</a:t>
            </a:r>
          </a:p>
          <a:p>
            <a:pPr lvl="1"/>
            <a:r>
              <a:rPr lang="en-US"/>
              <a:t>Second level</a:t>
            </a:r>
          </a:p>
          <a:p>
            <a:pPr lvl="2"/>
            <a:r>
              <a:rPr lang="en-US"/>
              <a:t>Third level</a:t>
            </a:r>
          </a:p>
        </p:txBody>
      </p:sp>
      <p:sp>
        <p:nvSpPr>
          <p:cNvPr id="12" name="Text Placeholder 16">
            <a:extLst>
              <a:ext uri="{FF2B5EF4-FFF2-40B4-BE49-F238E27FC236}">
                <a16:creationId xmlns:a16="http://schemas.microsoft.com/office/drawing/2014/main" id="{C990A18D-4E31-A865-FAB4-D6C1FBE22331}"/>
              </a:ext>
            </a:extLst>
          </p:cNvPr>
          <p:cNvSpPr>
            <a:spLocks noGrp="1"/>
          </p:cNvSpPr>
          <p:nvPr>
            <p:ph type="body" sz="quarter" idx="20"/>
          </p:nvPr>
        </p:nvSpPr>
        <p:spPr>
          <a:xfrm>
            <a:off x="6335460" y="1642391"/>
            <a:ext cx="5350668" cy="4123409"/>
          </a:xfrm>
        </p:spPr>
        <p:txBody>
          <a:bodyPr/>
          <a:lstStyle/>
          <a:p>
            <a:pPr lvl="0"/>
            <a:r>
              <a:rPr lang="en-US"/>
              <a:t>Click to edit Master text styles</a:t>
            </a:r>
          </a:p>
          <a:p>
            <a:pPr lvl="1"/>
            <a:r>
              <a:rPr lang="en-US"/>
              <a:t>Second level</a:t>
            </a:r>
          </a:p>
          <a:p>
            <a:pPr lvl="2"/>
            <a:r>
              <a:rPr lang="en-US"/>
              <a:t>Third level</a:t>
            </a:r>
          </a:p>
        </p:txBody>
      </p:sp>
      <p:sp>
        <p:nvSpPr>
          <p:cNvPr id="14" name="Date Placeholder 13">
            <a:extLst>
              <a:ext uri="{FF2B5EF4-FFF2-40B4-BE49-F238E27FC236}">
                <a16:creationId xmlns:a16="http://schemas.microsoft.com/office/drawing/2014/main" id="{2B3EB24F-7D69-B13B-E209-3A1C8F8930A6}"/>
              </a:ext>
            </a:extLst>
          </p:cNvPr>
          <p:cNvSpPr>
            <a:spLocks noGrp="1"/>
          </p:cNvSpPr>
          <p:nvPr>
            <p:ph type="dt" sz="half" idx="21"/>
          </p:nvPr>
        </p:nvSpPr>
        <p:spPr/>
        <p:txBody>
          <a:bodyPr/>
          <a:lstStyle/>
          <a:p>
            <a:fld id="{E87F9D05-5BCC-1D45-AE9C-13E8174D5036}" type="datetime1">
              <a:rPr lang="en-US" smtClean="0"/>
              <a:t>3/19/2026</a:t>
            </a:fld>
            <a:endParaRPr lang="en-US"/>
          </a:p>
        </p:txBody>
      </p:sp>
      <p:sp>
        <p:nvSpPr>
          <p:cNvPr id="15" name="Footer Placeholder 14">
            <a:extLst>
              <a:ext uri="{FF2B5EF4-FFF2-40B4-BE49-F238E27FC236}">
                <a16:creationId xmlns:a16="http://schemas.microsoft.com/office/drawing/2014/main" id="{E1E7FAE4-FF59-35C6-B172-9D4489155BE3}"/>
              </a:ext>
            </a:extLst>
          </p:cNvPr>
          <p:cNvSpPr>
            <a:spLocks noGrp="1"/>
          </p:cNvSpPr>
          <p:nvPr>
            <p:ph type="ftr" sz="quarter" idx="22"/>
          </p:nvPr>
        </p:nvSpPr>
        <p:spPr/>
        <p:txBody>
          <a:bodyPr/>
          <a:lstStyle/>
          <a:p>
            <a:endParaRPr lang="en-US"/>
          </a:p>
        </p:txBody>
      </p:sp>
      <p:sp>
        <p:nvSpPr>
          <p:cNvPr id="16" name="Slide Number Placeholder 15">
            <a:extLst>
              <a:ext uri="{FF2B5EF4-FFF2-40B4-BE49-F238E27FC236}">
                <a16:creationId xmlns:a16="http://schemas.microsoft.com/office/drawing/2014/main" id="{94794759-082A-0A0E-1287-B69E0CA6E5BA}"/>
              </a:ext>
            </a:extLst>
          </p:cNvPr>
          <p:cNvSpPr>
            <a:spLocks noGrp="1"/>
          </p:cNvSpPr>
          <p:nvPr>
            <p:ph type="sldNum" sz="quarter" idx="23"/>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8E2240DB-C95B-1087-09FD-9E4E3B721A5F}"/>
              </a:ext>
            </a:extLst>
          </p:cNvPr>
          <p:cNvSpPr>
            <a:spLocks noGrp="1"/>
          </p:cNvSpPr>
          <p:nvPr>
            <p:ph type="body" sz="quarter" idx="13" hasCustomPrompt="1"/>
          </p:nvPr>
        </p:nvSpPr>
        <p:spPr>
          <a:xfrm>
            <a:off x="496888" y="879237"/>
            <a:ext cx="976834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grpSp>
        <p:nvGrpSpPr>
          <p:cNvPr id="5" name="Group 4">
            <a:extLst>
              <a:ext uri="{FF2B5EF4-FFF2-40B4-BE49-F238E27FC236}">
                <a16:creationId xmlns:a16="http://schemas.microsoft.com/office/drawing/2014/main" id="{D6DBA9C3-1EFA-4B31-31FB-BCCF93C0D203}"/>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E71CB259-81F1-C810-FDAA-A410E9F4E6DC}"/>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185C7888-4676-E91A-0895-404D7C1E7803}"/>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1A96E0E-238F-422E-D789-EC6B8377B100}"/>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34ADD69-FA78-C84B-482C-877ED0021B7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68E9969-144D-DFB8-572D-90C38626FA6A}"/>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70F1E07E-5B66-5F7B-372E-69459A76DD2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C06AEB8-5BF7-162F-6D6E-7176129A1FA7}"/>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B7C92985-4DA4-5A42-8786-F86FE630C4EF}"/>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F6A32723-86C2-34EE-60E0-F9160AA12857}"/>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0" name="Rectangle 9">
            <a:extLst>
              <a:ext uri="{FF2B5EF4-FFF2-40B4-BE49-F238E27FC236}">
                <a16:creationId xmlns:a16="http://schemas.microsoft.com/office/drawing/2014/main" id="{A3029384-20D5-77AC-CE81-EE2C61894FBC}"/>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71696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 Sim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p:txBody>
          <a:bodyPr/>
          <a:lstStyle/>
          <a:p>
            <a:r>
              <a:rPr lang="en-US"/>
              <a:t>3 Column Simple White</a:t>
            </a:r>
          </a:p>
        </p:txBody>
      </p:sp>
      <p:sp>
        <p:nvSpPr>
          <p:cNvPr id="12" name="Text Placeholder 16">
            <a:extLst>
              <a:ext uri="{FF2B5EF4-FFF2-40B4-BE49-F238E27FC236}">
                <a16:creationId xmlns:a16="http://schemas.microsoft.com/office/drawing/2014/main" id="{F051846B-E30A-ABA7-BD4B-4810D50B9193}"/>
              </a:ext>
            </a:extLst>
          </p:cNvPr>
          <p:cNvSpPr>
            <a:spLocks noGrp="1"/>
          </p:cNvSpPr>
          <p:nvPr>
            <p:ph type="body" sz="quarter" idx="20"/>
          </p:nvPr>
        </p:nvSpPr>
        <p:spPr>
          <a:xfrm>
            <a:off x="496889" y="1642391"/>
            <a:ext cx="3392496" cy="4123409"/>
          </a:xfrm>
        </p:spPr>
        <p:txBody>
          <a:bodyPr/>
          <a:lstStyle/>
          <a:p>
            <a:pPr lvl="0"/>
            <a:r>
              <a:rPr lang="en-US"/>
              <a:t>Click to edit Master text styles</a:t>
            </a:r>
          </a:p>
          <a:p>
            <a:pPr lvl="1"/>
            <a:r>
              <a:rPr lang="en-US"/>
              <a:t>Second level</a:t>
            </a:r>
          </a:p>
          <a:p>
            <a:pPr lvl="2"/>
            <a:r>
              <a:rPr lang="en-US"/>
              <a:t>Third level</a:t>
            </a:r>
          </a:p>
        </p:txBody>
      </p:sp>
      <p:sp>
        <p:nvSpPr>
          <p:cNvPr id="13" name="Text Placeholder 16">
            <a:extLst>
              <a:ext uri="{FF2B5EF4-FFF2-40B4-BE49-F238E27FC236}">
                <a16:creationId xmlns:a16="http://schemas.microsoft.com/office/drawing/2014/main" id="{3819D41B-4A09-1199-48B2-DF591E7C89E5}"/>
              </a:ext>
            </a:extLst>
          </p:cNvPr>
          <p:cNvSpPr>
            <a:spLocks noGrp="1"/>
          </p:cNvSpPr>
          <p:nvPr>
            <p:ph type="body" sz="quarter" idx="21"/>
          </p:nvPr>
        </p:nvSpPr>
        <p:spPr>
          <a:xfrm>
            <a:off x="4407240" y="1642391"/>
            <a:ext cx="3392497" cy="4123409"/>
          </a:xfrm>
        </p:spPr>
        <p:txBody>
          <a:bodyPr/>
          <a:lstStyle/>
          <a:p>
            <a:pPr lvl="0"/>
            <a:r>
              <a:rPr lang="en-US"/>
              <a:t>Click to edit Master text styles</a:t>
            </a:r>
          </a:p>
          <a:p>
            <a:pPr lvl="1"/>
            <a:r>
              <a:rPr lang="en-US"/>
              <a:t>Second level</a:t>
            </a:r>
          </a:p>
          <a:p>
            <a:pPr lvl="2"/>
            <a:r>
              <a:rPr lang="en-US"/>
              <a:t>Third level</a:t>
            </a:r>
          </a:p>
        </p:txBody>
      </p:sp>
      <p:sp>
        <p:nvSpPr>
          <p:cNvPr id="15" name="Text Placeholder 16">
            <a:extLst>
              <a:ext uri="{FF2B5EF4-FFF2-40B4-BE49-F238E27FC236}">
                <a16:creationId xmlns:a16="http://schemas.microsoft.com/office/drawing/2014/main" id="{CF11C7E6-763E-1016-5CDE-0C12B1A2EF75}"/>
              </a:ext>
            </a:extLst>
          </p:cNvPr>
          <p:cNvSpPr>
            <a:spLocks noGrp="1"/>
          </p:cNvSpPr>
          <p:nvPr>
            <p:ph type="body" sz="quarter" idx="22"/>
          </p:nvPr>
        </p:nvSpPr>
        <p:spPr>
          <a:xfrm>
            <a:off x="8299620" y="1642391"/>
            <a:ext cx="3395491" cy="4123409"/>
          </a:xfrm>
        </p:spPr>
        <p:txBody>
          <a:bodyPr/>
          <a:lstStyle/>
          <a:p>
            <a:pPr lvl="0"/>
            <a:r>
              <a:rPr lang="en-US"/>
              <a:t>Click to edit Master text styles</a:t>
            </a:r>
          </a:p>
          <a:p>
            <a:pPr lvl="1"/>
            <a:r>
              <a:rPr lang="en-US"/>
              <a:t>Second level</a:t>
            </a:r>
          </a:p>
          <a:p>
            <a:pPr lvl="2"/>
            <a:r>
              <a:rPr lang="en-US"/>
              <a:t>Third level</a:t>
            </a:r>
          </a:p>
        </p:txBody>
      </p:sp>
      <p:sp>
        <p:nvSpPr>
          <p:cNvPr id="17" name="Date Placeholder 16">
            <a:extLst>
              <a:ext uri="{FF2B5EF4-FFF2-40B4-BE49-F238E27FC236}">
                <a16:creationId xmlns:a16="http://schemas.microsoft.com/office/drawing/2014/main" id="{72B223EF-74C3-6419-CB3F-D0B03C6972D7}"/>
              </a:ext>
            </a:extLst>
          </p:cNvPr>
          <p:cNvSpPr>
            <a:spLocks noGrp="1"/>
          </p:cNvSpPr>
          <p:nvPr>
            <p:ph type="dt" sz="half" idx="23"/>
          </p:nvPr>
        </p:nvSpPr>
        <p:spPr/>
        <p:txBody>
          <a:bodyPr/>
          <a:lstStyle/>
          <a:p>
            <a:fld id="{DB9D4252-2EB9-6347-9ADB-FEADE2AB521B}" type="datetime1">
              <a:rPr lang="en-US" smtClean="0"/>
              <a:t>3/19/2026</a:t>
            </a:fld>
            <a:endParaRPr lang="en-US"/>
          </a:p>
        </p:txBody>
      </p:sp>
      <p:sp>
        <p:nvSpPr>
          <p:cNvPr id="19" name="Footer Placeholder 18">
            <a:extLst>
              <a:ext uri="{FF2B5EF4-FFF2-40B4-BE49-F238E27FC236}">
                <a16:creationId xmlns:a16="http://schemas.microsoft.com/office/drawing/2014/main" id="{41FC6138-3115-D783-4778-7650D77F94B4}"/>
              </a:ext>
            </a:extLst>
          </p:cNvPr>
          <p:cNvSpPr>
            <a:spLocks noGrp="1"/>
          </p:cNvSpPr>
          <p:nvPr>
            <p:ph type="ftr" sz="quarter" idx="24"/>
          </p:nvPr>
        </p:nvSpPr>
        <p:spPr/>
        <p:txBody>
          <a:bodyPr/>
          <a:lstStyle/>
          <a:p>
            <a:endParaRPr lang="en-US"/>
          </a:p>
        </p:txBody>
      </p:sp>
      <p:sp>
        <p:nvSpPr>
          <p:cNvPr id="20" name="Slide Number Placeholder 19">
            <a:extLst>
              <a:ext uri="{FF2B5EF4-FFF2-40B4-BE49-F238E27FC236}">
                <a16:creationId xmlns:a16="http://schemas.microsoft.com/office/drawing/2014/main" id="{1D3D157D-9E29-CF60-9711-5896644F2694}"/>
              </a:ext>
            </a:extLst>
          </p:cNvPr>
          <p:cNvSpPr>
            <a:spLocks noGrp="1"/>
          </p:cNvSpPr>
          <p:nvPr>
            <p:ph type="sldNum" sz="quarter" idx="25"/>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EA40BDC4-D2A0-FCCD-B22F-B7B0FD39B685}"/>
              </a:ext>
            </a:extLst>
          </p:cNvPr>
          <p:cNvSpPr>
            <a:spLocks noGrp="1"/>
          </p:cNvSpPr>
          <p:nvPr>
            <p:ph type="body" sz="quarter" idx="13" hasCustomPrompt="1"/>
          </p:nvPr>
        </p:nvSpPr>
        <p:spPr>
          <a:xfrm>
            <a:off x="496888" y="879237"/>
            <a:ext cx="976834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grpSp>
        <p:nvGrpSpPr>
          <p:cNvPr id="5" name="Group 4">
            <a:extLst>
              <a:ext uri="{FF2B5EF4-FFF2-40B4-BE49-F238E27FC236}">
                <a16:creationId xmlns:a16="http://schemas.microsoft.com/office/drawing/2014/main" id="{1A4D37CB-3140-0CA7-C1EE-971A5B1416C8}"/>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7E819DB9-3E4D-583F-B0D7-4131B508C589}"/>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7B93D745-2241-85F7-9BDC-720256DE1500}"/>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BD04019C-6110-1ED1-B99C-949A7933A9F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20B4102-AD38-4658-70BB-9493E50DA311}"/>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A71C49C-52BB-ABD4-A75C-3085C577D7E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6831E670-00C3-F5EA-A078-910F4C0CD22B}"/>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0B7290B1-9358-8281-5BE7-7160D20C59AE}"/>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DDAFA08-59D2-5E2C-0F5E-34BFEEBD477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8D969C09-5573-6B19-FA13-FDB13CFC7A28}"/>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0" name="Rectangle 9">
            <a:extLst>
              <a:ext uri="{FF2B5EF4-FFF2-40B4-BE49-F238E27FC236}">
                <a16:creationId xmlns:a16="http://schemas.microsoft.com/office/drawing/2014/main" id="{80836925-3B7C-E5C0-BDE3-2526653099D2}"/>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73251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line Only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p:txBody>
          <a:bodyPr/>
          <a:lstStyle/>
          <a:p>
            <a:r>
              <a:rPr lang="en-US"/>
              <a:t>Headline Only White</a:t>
            </a:r>
          </a:p>
        </p:txBody>
      </p:sp>
      <p:sp>
        <p:nvSpPr>
          <p:cNvPr id="14" name="Date Placeholder 13">
            <a:extLst>
              <a:ext uri="{FF2B5EF4-FFF2-40B4-BE49-F238E27FC236}">
                <a16:creationId xmlns:a16="http://schemas.microsoft.com/office/drawing/2014/main" id="{B990FD18-7AA3-DC2F-1D0F-23E78B032974}"/>
              </a:ext>
            </a:extLst>
          </p:cNvPr>
          <p:cNvSpPr>
            <a:spLocks noGrp="1"/>
          </p:cNvSpPr>
          <p:nvPr>
            <p:ph type="dt" sz="half" idx="14"/>
          </p:nvPr>
        </p:nvSpPr>
        <p:spPr/>
        <p:txBody>
          <a:bodyPr/>
          <a:lstStyle/>
          <a:p>
            <a:fld id="{1213710F-1E22-C84A-B27F-43DE48DAAC66}" type="datetime1">
              <a:rPr lang="en-US" smtClean="0"/>
              <a:t>3/19/2026</a:t>
            </a:fld>
            <a:endParaRPr lang="en-US"/>
          </a:p>
        </p:txBody>
      </p:sp>
      <p:sp>
        <p:nvSpPr>
          <p:cNvPr id="15" name="Footer Placeholder 14">
            <a:extLst>
              <a:ext uri="{FF2B5EF4-FFF2-40B4-BE49-F238E27FC236}">
                <a16:creationId xmlns:a16="http://schemas.microsoft.com/office/drawing/2014/main" id="{3EBD80DC-2C27-5C48-305D-DFC724581BBE}"/>
              </a:ext>
            </a:extLst>
          </p:cNvPr>
          <p:cNvSpPr>
            <a:spLocks noGrp="1"/>
          </p:cNvSpPr>
          <p:nvPr>
            <p:ph type="ftr" sz="quarter" idx="15"/>
          </p:nvPr>
        </p:nvSpPr>
        <p:spPr/>
        <p:txBody>
          <a:bodyPr/>
          <a:lstStyle/>
          <a:p>
            <a:endParaRPr lang="en-US"/>
          </a:p>
        </p:txBody>
      </p:sp>
      <p:sp>
        <p:nvSpPr>
          <p:cNvPr id="16" name="Slide Number Placeholder 15">
            <a:extLst>
              <a:ext uri="{FF2B5EF4-FFF2-40B4-BE49-F238E27FC236}">
                <a16:creationId xmlns:a16="http://schemas.microsoft.com/office/drawing/2014/main" id="{ABB067E5-770B-F82A-D562-83654578543A}"/>
              </a:ext>
            </a:extLst>
          </p:cNvPr>
          <p:cNvSpPr>
            <a:spLocks noGrp="1"/>
          </p:cNvSpPr>
          <p:nvPr>
            <p:ph type="sldNum" sz="quarter" idx="16"/>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C95ADB9D-29B8-E353-AD45-B4807A222196}"/>
              </a:ext>
            </a:extLst>
          </p:cNvPr>
          <p:cNvSpPr>
            <a:spLocks noGrp="1"/>
          </p:cNvSpPr>
          <p:nvPr>
            <p:ph type="body" sz="quarter" idx="13" hasCustomPrompt="1"/>
          </p:nvPr>
        </p:nvSpPr>
        <p:spPr>
          <a:xfrm>
            <a:off x="496888" y="879237"/>
            <a:ext cx="976834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grpSp>
        <p:nvGrpSpPr>
          <p:cNvPr id="5" name="Group 4">
            <a:extLst>
              <a:ext uri="{FF2B5EF4-FFF2-40B4-BE49-F238E27FC236}">
                <a16:creationId xmlns:a16="http://schemas.microsoft.com/office/drawing/2014/main" id="{7023A186-3AA1-974F-EFCE-0481B165DD4F}"/>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C9364302-DECA-9647-4353-DFCF7781C299}"/>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6EBC3205-B9B8-20FA-D9DF-BE20DC68A778}"/>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C6A0EAC-A2F3-B7D2-DD37-E564E561F75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6479D780-EB49-461B-33E6-C31E1655E04B}"/>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E0D509FD-73ED-F860-B67F-D0B36597D279}"/>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D0B916E-0562-5EAE-E52D-65C3CA97EBF0}"/>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C2AE24A-BD27-7AD7-5340-1C70029075D4}"/>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313A140-E36E-8DBF-D715-4F3456E6E8AA}"/>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D280009-2547-6CF2-3E85-09187D6BB42D}"/>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0" name="Rectangle 9">
            <a:extLst>
              <a:ext uri="{FF2B5EF4-FFF2-40B4-BE49-F238E27FC236}">
                <a16:creationId xmlns:a16="http://schemas.microsoft.com/office/drawing/2014/main" id="{FD108853-66F1-DFE5-2763-9C5CED312ECA}"/>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3437398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Page Photo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9" y="489252"/>
            <a:ext cx="5084064" cy="328304"/>
          </a:xfrm>
        </p:spPr>
        <p:txBody>
          <a:bodyPr/>
          <a:lstStyle/>
          <a:p>
            <a:r>
              <a:rPr lang="en-US"/>
              <a:t>Half Page Photo White</a:t>
            </a:r>
          </a:p>
        </p:txBody>
      </p:sp>
      <p:sp>
        <p:nvSpPr>
          <p:cNvPr id="2" name="Picture Placeholder 9">
            <a:extLst>
              <a:ext uri="{FF2B5EF4-FFF2-40B4-BE49-F238E27FC236}">
                <a16:creationId xmlns:a16="http://schemas.microsoft.com/office/drawing/2014/main" id="{193080D3-9487-BE62-7242-89A8DEF37A52}"/>
              </a:ext>
            </a:extLst>
          </p:cNvPr>
          <p:cNvSpPr>
            <a:spLocks noGrp="1"/>
          </p:cNvSpPr>
          <p:nvPr>
            <p:ph type="pic" sz="quarter" idx="15"/>
          </p:nvPr>
        </p:nvSpPr>
        <p:spPr>
          <a:xfrm>
            <a:off x="6095999" y="0"/>
            <a:ext cx="6096000" cy="6802244"/>
          </a:xfrm>
          <a:prstGeom prst="rect">
            <a:avLst/>
          </a:prstGeom>
          <a:solidFill>
            <a:schemeClr val="bg1">
              <a:lumMod val="95000"/>
            </a:schemeClr>
          </a:solidFill>
        </p:spPr>
        <p:txBody>
          <a:bodyPr bIns="1005840" anchor="ctr" anchorCtr="0"/>
          <a:lstStyle>
            <a:lvl1pPr algn="ctr">
              <a:defRPr sz="2000"/>
            </a:lvl1pPr>
          </a:lstStyle>
          <a:p>
            <a:r>
              <a:rPr lang="en-US"/>
              <a:t>Click icon to add picture</a:t>
            </a:r>
          </a:p>
        </p:txBody>
      </p:sp>
      <p:sp>
        <p:nvSpPr>
          <p:cNvPr id="6" name="Text Placeholder 13">
            <a:extLst>
              <a:ext uri="{FF2B5EF4-FFF2-40B4-BE49-F238E27FC236}">
                <a16:creationId xmlns:a16="http://schemas.microsoft.com/office/drawing/2014/main" id="{2D7E6341-A6C7-BCE3-9AEC-1F51B158B2C6}"/>
              </a:ext>
            </a:extLst>
          </p:cNvPr>
          <p:cNvSpPr>
            <a:spLocks noGrp="1"/>
          </p:cNvSpPr>
          <p:nvPr>
            <p:ph type="body" sz="quarter" idx="19"/>
          </p:nvPr>
        </p:nvSpPr>
        <p:spPr>
          <a:xfrm>
            <a:off x="6096000" y="3846286"/>
            <a:ext cx="6095999" cy="2955958"/>
          </a:xfrm>
          <a:prstGeom prst="rect">
            <a:avLst/>
          </a:prstGeom>
          <a:gradFill>
            <a:gsLst>
              <a:gs pos="0">
                <a:schemeClr val="tx1">
                  <a:alpha val="0"/>
                </a:schemeClr>
              </a:gs>
              <a:gs pos="99000">
                <a:schemeClr val="tx1">
                  <a:alpha val="50000"/>
                </a:schemeClr>
              </a:gs>
            </a:gsLst>
            <a:lin ang="5400000" scaled="1"/>
          </a:gradFill>
        </p:spPr>
        <p:txBody>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27" name="Text Placeholder 26">
            <a:extLst>
              <a:ext uri="{FF2B5EF4-FFF2-40B4-BE49-F238E27FC236}">
                <a16:creationId xmlns:a16="http://schemas.microsoft.com/office/drawing/2014/main" id="{CBF02D19-EE33-E484-CA42-DB353A34678A}"/>
              </a:ext>
            </a:extLst>
          </p:cNvPr>
          <p:cNvSpPr>
            <a:spLocks noGrp="1"/>
          </p:cNvSpPr>
          <p:nvPr>
            <p:ph type="body" sz="quarter" idx="23"/>
          </p:nvPr>
        </p:nvSpPr>
        <p:spPr>
          <a:xfrm>
            <a:off x="10615642" y="6334107"/>
            <a:ext cx="1079470" cy="225490"/>
          </a:xfrm>
          <a:custGeom>
            <a:avLst/>
            <a:gdLst>
              <a:gd name="connsiteX0" fmla="*/ 207272 w 1079470"/>
              <a:gd name="connsiteY0" fmla="*/ 70878 h 225490"/>
              <a:gd name="connsiteX1" fmla="*/ 179423 w 1079470"/>
              <a:gd name="connsiteY1" fmla="*/ 111133 h 225490"/>
              <a:gd name="connsiteX2" fmla="*/ 208247 w 1079470"/>
              <a:gd name="connsiteY2" fmla="*/ 149927 h 225490"/>
              <a:gd name="connsiteX3" fmla="*/ 236096 w 1079470"/>
              <a:gd name="connsiteY3" fmla="*/ 111133 h 225490"/>
              <a:gd name="connsiteX4" fmla="*/ 207272 w 1079470"/>
              <a:gd name="connsiteY4" fmla="*/ 70878 h 225490"/>
              <a:gd name="connsiteX5" fmla="*/ 338645 w 1079470"/>
              <a:gd name="connsiteY5" fmla="*/ 69866 h 225490"/>
              <a:gd name="connsiteX6" fmla="*/ 313420 w 1079470"/>
              <a:gd name="connsiteY6" fmla="*/ 96590 h 225490"/>
              <a:gd name="connsiteX7" fmla="*/ 363870 w 1079470"/>
              <a:gd name="connsiteY7" fmla="*/ 96590 h 225490"/>
              <a:gd name="connsiteX8" fmla="*/ 338645 w 1079470"/>
              <a:gd name="connsiteY8" fmla="*/ 69866 h 225490"/>
              <a:gd name="connsiteX9" fmla="*/ 1007205 w 1079470"/>
              <a:gd name="connsiteY9" fmla="*/ 66080 h 225490"/>
              <a:gd name="connsiteX10" fmla="*/ 1079470 w 1079470"/>
              <a:gd name="connsiteY10" fmla="*/ 120953 h 225490"/>
              <a:gd name="connsiteX11" fmla="*/ 1007205 w 1079470"/>
              <a:gd name="connsiteY11" fmla="*/ 175789 h 225490"/>
              <a:gd name="connsiteX12" fmla="*/ 674443 w 1079470"/>
              <a:gd name="connsiteY12" fmla="*/ 44116 h 225490"/>
              <a:gd name="connsiteX13" fmla="*/ 709076 w 1079470"/>
              <a:gd name="connsiteY13" fmla="*/ 44116 h 225490"/>
              <a:gd name="connsiteX14" fmla="*/ 709076 w 1079470"/>
              <a:gd name="connsiteY14" fmla="*/ 128225 h 225490"/>
              <a:gd name="connsiteX15" fmla="*/ 731827 w 1079470"/>
              <a:gd name="connsiteY15" fmla="*/ 150976 h 225490"/>
              <a:gd name="connsiteX16" fmla="*/ 755066 w 1079470"/>
              <a:gd name="connsiteY16" fmla="*/ 129199 h 225490"/>
              <a:gd name="connsiteX17" fmla="*/ 755066 w 1079470"/>
              <a:gd name="connsiteY17" fmla="*/ 60458 h 225490"/>
              <a:gd name="connsiteX18" fmla="*/ 771258 w 1079470"/>
              <a:gd name="connsiteY18" fmla="*/ 44153 h 225490"/>
              <a:gd name="connsiteX19" fmla="*/ 789212 w 1079470"/>
              <a:gd name="connsiteY19" fmla="*/ 44153 h 225490"/>
              <a:gd name="connsiteX20" fmla="*/ 789212 w 1079470"/>
              <a:gd name="connsiteY20" fmla="*/ 122265 h 225490"/>
              <a:gd name="connsiteX21" fmla="*/ 731827 w 1079470"/>
              <a:gd name="connsiteY21" fmla="*/ 178038 h 225490"/>
              <a:gd name="connsiteX22" fmla="*/ 674443 w 1079470"/>
              <a:gd name="connsiteY22" fmla="*/ 122603 h 225490"/>
              <a:gd name="connsiteX23" fmla="*/ 664699 w 1079470"/>
              <a:gd name="connsiteY23" fmla="*/ 43929 h 225490"/>
              <a:gd name="connsiteX24" fmla="*/ 664699 w 1079470"/>
              <a:gd name="connsiteY24" fmla="*/ 79049 h 225490"/>
              <a:gd name="connsiteX25" fmla="*/ 653304 w 1079470"/>
              <a:gd name="connsiteY25" fmla="*/ 79049 h 225490"/>
              <a:gd name="connsiteX26" fmla="*/ 632015 w 1079470"/>
              <a:gd name="connsiteY26" fmla="*/ 85983 h 225490"/>
              <a:gd name="connsiteX27" fmla="*/ 625081 w 1079470"/>
              <a:gd name="connsiteY27" fmla="*/ 107760 h 225490"/>
              <a:gd name="connsiteX28" fmla="*/ 625081 w 1079470"/>
              <a:gd name="connsiteY28" fmla="*/ 175527 h 225490"/>
              <a:gd name="connsiteX29" fmla="*/ 625118 w 1079470"/>
              <a:gd name="connsiteY29" fmla="*/ 175564 h 225490"/>
              <a:gd name="connsiteX30" fmla="*/ 590485 w 1079470"/>
              <a:gd name="connsiteY30" fmla="*/ 175564 h 225490"/>
              <a:gd name="connsiteX31" fmla="*/ 590485 w 1079470"/>
              <a:gd name="connsiteY31" fmla="*/ 111733 h 225490"/>
              <a:gd name="connsiteX32" fmla="*/ 596182 w 1079470"/>
              <a:gd name="connsiteY32" fmla="*/ 79311 h 225490"/>
              <a:gd name="connsiteX33" fmla="*/ 611775 w 1079470"/>
              <a:gd name="connsiteY33" fmla="*/ 58284 h 225490"/>
              <a:gd name="connsiteX34" fmla="*/ 633776 w 1079470"/>
              <a:gd name="connsiteY34" fmla="*/ 47414 h 225490"/>
              <a:gd name="connsiteX35" fmla="*/ 664699 w 1079470"/>
              <a:gd name="connsiteY35" fmla="*/ 43929 h 225490"/>
              <a:gd name="connsiteX36" fmla="*/ 337596 w 1079470"/>
              <a:gd name="connsiteY36" fmla="*/ 41230 h 225490"/>
              <a:gd name="connsiteX37" fmla="*/ 383623 w 1079470"/>
              <a:gd name="connsiteY37" fmla="*/ 59034 h 225490"/>
              <a:gd name="connsiteX38" fmla="*/ 399440 w 1079470"/>
              <a:gd name="connsiteY38" fmla="*/ 108622 h 225490"/>
              <a:gd name="connsiteX39" fmla="*/ 399440 w 1079470"/>
              <a:gd name="connsiteY39" fmla="*/ 118892 h 225490"/>
              <a:gd name="connsiteX40" fmla="*/ 313720 w 1079470"/>
              <a:gd name="connsiteY40" fmla="*/ 118892 h 225490"/>
              <a:gd name="connsiteX41" fmla="*/ 340107 w 1079470"/>
              <a:gd name="connsiteY41" fmla="*/ 149552 h 225490"/>
              <a:gd name="connsiteX42" fmla="*/ 367731 w 1079470"/>
              <a:gd name="connsiteY42" fmla="*/ 135159 h 225490"/>
              <a:gd name="connsiteX43" fmla="*/ 397529 w 1079470"/>
              <a:gd name="connsiteY43" fmla="*/ 135159 h 225490"/>
              <a:gd name="connsiteX44" fmla="*/ 376689 w 1079470"/>
              <a:gd name="connsiteY44" fmla="*/ 166869 h 225490"/>
              <a:gd name="connsiteX45" fmla="*/ 338083 w 1079470"/>
              <a:gd name="connsiteY45" fmla="*/ 178263 h 225490"/>
              <a:gd name="connsiteX46" fmla="*/ 294042 w 1079470"/>
              <a:gd name="connsiteY46" fmla="*/ 159972 h 225490"/>
              <a:gd name="connsiteX47" fmla="*/ 278225 w 1079470"/>
              <a:gd name="connsiteY47" fmla="*/ 108997 h 225490"/>
              <a:gd name="connsiteX48" fmla="*/ 293555 w 1079470"/>
              <a:gd name="connsiteY48" fmla="*/ 59521 h 225490"/>
              <a:gd name="connsiteX49" fmla="*/ 337596 w 1079470"/>
              <a:gd name="connsiteY49" fmla="*/ 41230 h 225490"/>
              <a:gd name="connsiteX50" fmla="*/ 466683 w 1079470"/>
              <a:gd name="connsiteY50" fmla="*/ 41193 h 225490"/>
              <a:gd name="connsiteX51" fmla="*/ 525566 w 1079470"/>
              <a:gd name="connsiteY51" fmla="*/ 84221 h 225490"/>
              <a:gd name="connsiteX52" fmla="*/ 490933 w 1079470"/>
              <a:gd name="connsiteY52" fmla="*/ 84221 h 225490"/>
              <a:gd name="connsiteX53" fmla="*/ 466945 w 1079470"/>
              <a:gd name="connsiteY53" fmla="*/ 69866 h 225490"/>
              <a:gd name="connsiteX54" fmla="*/ 440933 w 1079470"/>
              <a:gd name="connsiteY54" fmla="*/ 108097 h 225490"/>
              <a:gd name="connsiteX55" fmla="*/ 468407 w 1079470"/>
              <a:gd name="connsiteY55" fmla="*/ 149515 h 225490"/>
              <a:gd name="connsiteX56" fmla="*/ 494007 w 1079470"/>
              <a:gd name="connsiteY56" fmla="*/ 135159 h 225490"/>
              <a:gd name="connsiteX57" fmla="*/ 494007 w 1079470"/>
              <a:gd name="connsiteY57" fmla="*/ 135197 h 225490"/>
              <a:gd name="connsiteX58" fmla="*/ 526541 w 1079470"/>
              <a:gd name="connsiteY58" fmla="*/ 135197 h 225490"/>
              <a:gd name="connsiteX59" fmla="*/ 468594 w 1079470"/>
              <a:gd name="connsiteY59" fmla="*/ 178226 h 225490"/>
              <a:gd name="connsiteX60" fmla="*/ 407387 w 1079470"/>
              <a:gd name="connsiteY60" fmla="*/ 112895 h 225490"/>
              <a:gd name="connsiteX61" fmla="*/ 466683 w 1079470"/>
              <a:gd name="connsiteY61" fmla="*/ 41193 h 225490"/>
              <a:gd name="connsiteX62" fmla="*/ 855592 w 1079470"/>
              <a:gd name="connsiteY62" fmla="*/ 40705 h 225490"/>
              <a:gd name="connsiteX63" fmla="*/ 877969 w 1079470"/>
              <a:gd name="connsiteY63" fmla="*/ 43179 h 225490"/>
              <a:gd name="connsiteX64" fmla="*/ 897871 w 1079470"/>
              <a:gd name="connsiteY64" fmla="*/ 53111 h 225490"/>
              <a:gd name="connsiteX65" fmla="*/ 915525 w 1079470"/>
              <a:gd name="connsiteY65" fmla="*/ 43928 h 225490"/>
              <a:gd name="connsiteX66" fmla="*/ 936665 w 1079470"/>
              <a:gd name="connsiteY66" fmla="*/ 40705 h 225490"/>
              <a:gd name="connsiteX67" fmla="*/ 997572 w 1079470"/>
              <a:gd name="connsiteY67" fmla="*/ 66155 h 225490"/>
              <a:gd name="connsiteX68" fmla="*/ 997572 w 1079470"/>
              <a:gd name="connsiteY68" fmla="*/ 175939 h 225490"/>
              <a:gd name="connsiteX69" fmla="*/ 977932 w 1079470"/>
              <a:gd name="connsiteY69" fmla="*/ 175939 h 225490"/>
              <a:gd name="connsiteX70" fmla="*/ 961028 w 1079470"/>
              <a:gd name="connsiteY70" fmla="*/ 159035 h 225490"/>
              <a:gd name="connsiteX71" fmla="*/ 961028 w 1079470"/>
              <a:gd name="connsiteY71" fmla="*/ 91418 h 225490"/>
              <a:gd name="connsiteX72" fmla="*/ 937639 w 1079470"/>
              <a:gd name="connsiteY72" fmla="*/ 68554 h 225490"/>
              <a:gd name="connsiteX73" fmla="*/ 914288 w 1079470"/>
              <a:gd name="connsiteY73" fmla="*/ 91418 h 225490"/>
              <a:gd name="connsiteX74" fmla="*/ 914288 w 1079470"/>
              <a:gd name="connsiteY74" fmla="*/ 175939 h 225490"/>
              <a:gd name="connsiteX75" fmla="*/ 879993 w 1079470"/>
              <a:gd name="connsiteY75" fmla="*/ 175939 h 225490"/>
              <a:gd name="connsiteX76" fmla="*/ 879993 w 1079470"/>
              <a:gd name="connsiteY76" fmla="*/ 91418 h 225490"/>
              <a:gd name="connsiteX77" fmla="*/ 856604 w 1079470"/>
              <a:gd name="connsiteY77" fmla="*/ 68554 h 225490"/>
              <a:gd name="connsiteX78" fmla="*/ 833740 w 1079470"/>
              <a:gd name="connsiteY78" fmla="*/ 91418 h 225490"/>
              <a:gd name="connsiteX79" fmla="*/ 833740 w 1079470"/>
              <a:gd name="connsiteY79" fmla="*/ 175939 h 225490"/>
              <a:gd name="connsiteX80" fmla="*/ 798920 w 1079470"/>
              <a:gd name="connsiteY80" fmla="*/ 175939 h 225490"/>
              <a:gd name="connsiteX81" fmla="*/ 798920 w 1079470"/>
              <a:gd name="connsiteY81" fmla="*/ 98389 h 225490"/>
              <a:gd name="connsiteX82" fmla="*/ 816574 w 1079470"/>
              <a:gd name="connsiteY82" fmla="*/ 53149 h 225490"/>
              <a:gd name="connsiteX83" fmla="*/ 855592 w 1079470"/>
              <a:gd name="connsiteY83" fmla="*/ 40705 h 225490"/>
              <a:gd name="connsiteX84" fmla="*/ 209596 w 1079470"/>
              <a:gd name="connsiteY84" fmla="*/ 40705 h 225490"/>
              <a:gd name="connsiteX85" fmla="*/ 256223 w 1079470"/>
              <a:gd name="connsiteY85" fmla="*/ 60420 h 225490"/>
              <a:gd name="connsiteX86" fmla="*/ 270429 w 1079470"/>
              <a:gd name="connsiteY86" fmla="*/ 109634 h 225490"/>
              <a:gd name="connsiteX87" fmla="*/ 255511 w 1079470"/>
              <a:gd name="connsiteY87" fmla="*/ 160346 h 225490"/>
              <a:gd name="connsiteX88" fmla="*/ 217205 w 1079470"/>
              <a:gd name="connsiteY88" fmla="*/ 179237 h 225490"/>
              <a:gd name="connsiteX89" fmla="*/ 179386 w 1079470"/>
              <a:gd name="connsiteY89" fmla="*/ 167693 h 225490"/>
              <a:gd name="connsiteX90" fmla="*/ 179386 w 1079470"/>
              <a:gd name="connsiteY90" fmla="*/ 208585 h 225490"/>
              <a:gd name="connsiteX91" fmla="*/ 179423 w 1079470"/>
              <a:gd name="connsiteY91" fmla="*/ 208585 h 225490"/>
              <a:gd name="connsiteX92" fmla="*/ 162519 w 1079470"/>
              <a:gd name="connsiteY92" fmla="*/ 225490 h 225490"/>
              <a:gd name="connsiteX93" fmla="*/ 145615 w 1079470"/>
              <a:gd name="connsiteY93" fmla="*/ 225490 h 225490"/>
              <a:gd name="connsiteX94" fmla="*/ 145615 w 1079470"/>
              <a:gd name="connsiteY94" fmla="*/ 101688 h 225490"/>
              <a:gd name="connsiteX95" fmla="*/ 209596 w 1079470"/>
              <a:gd name="connsiteY95" fmla="*/ 40705 h 225490"/>
              <a:gd name="connsiteX96" fmla="*/ 534375 w 1079470"/>
              <a:gd name="connsiteY96" fmla="*/ 5547 h 225490"/>
              <a:gd name="connsiteX97" fmla="*/ 552179 w 1079470"/>
              <a:gd name="connsiteY97" fmla="*/ 5547 h 225490"/>
              <a:gd name="connsiteX98" fmla="*/ 568521 w 1079470"/>
              <a:gd name="connsiteY98" fmla="*/ 22376 h 225490"/>
              <a:gd name="connsiteX99" fmla="*/ 568521 w 1079470"/>
              <a:gd name="connsiteY99" fmla="*/ 44640 h 225490"/>
              <a:gd name="connsiteX100" fmla="*/ 588836 w 1079470"/>
              <a:gd name="connsiteY100" fmla="*/ 44640 h 225490"/>
              <a:gd name="connsiteX101" fmla="*/ 588836 w 1079470"/>
              <a:gd name="connsiteY101" fmla="*/ 79311 h 225490"/>
              <a:gd name="connsiteX102" fmla="*/ 568483 w 1079470"/>
              <a:gd name="connsiteY102" fmla="*/ 79311 h 225490"/>
              <a:gd name="connsiteX103" fmla="*/ 568483 w 1079470"/>
              <a:gd name="connsiteY103" fmla="*/ 175264 h 225490"/>
              <a:gd name="connsiteX104" fmla="*/ 553003 w 1079470"/>
              <a:gd name="connsiteY104" fmla="*/ 175264 h 225490"/>
              <a:gd name="connsiteX105" fmla="*/ 534375 w 1079470"/>
              <a:gd name="connsiteY105" fmla="*/ 151013 h 225490"/>
              <a:gd name="connsiteX106" fmla="*/ 68291 w 1079470"/>
              <a:gd name="connsiteY106" fmla="*/ 0 h 225490"/>
              <a:gd name="connsiteX107" fmla="*/ 114806 w 1079470"/>
              <a:gd name="connsiteY107" fmla="*/ 13868 h 225490"/>
              <a:gd name="connsiteX108" fmla="*/ 132610 w 1079470"/>
              <a:gd name="connsiteY108" fmla="*/ 53974 h 225490"/>
              <a:gd name="connsiteX109" fmla="*/ 99026 w 1079470"/>
              <a:gd name="connsiteY109" fmla="*/ 53974 h 225490"/>
              <a:gd name="connsiteX110" fmla="*/ 89581 w 1079470"/>
              <a:gd name="connsiteY110" fmla="*/ 35158 h 225490"/>
              <a:gd name="connsiteX111" fmla="*/ 65330 w 1079470"/>
              <a:gd name="connsiteY111" fmla="*/ 28711 h 225490"/>
              <a:gd name="connsiteX112" fmla="*/ 36620 w 1079470"/>
              <a:gd name="connsiteY112" fmla="*/ 49476 h 225490"/>
              <a:gd name="connsiteX113" fmla="*/ 64168 w 1079470"/>
              <a:gd name="connsiteY113" fmla="*/ 69116 h 225490"/>
              <a:gd name="connsiteX114" fmla="*/ 103449 w 1079470"/>
              <a:gd name="connsiteY114" fmla="*/ 80023 h 225490"/>
              <a:gd name="connsiteX115" fmla="*/ 116418 w 1079470"/>
              <a:gd name="connsiteY115" fmla="*/ 85008 h 225490"/>
              <a:gd name="connsiteX116" fmla="*/ 133060 w 1079470"/>
              <a:gd name="connsiteY116" fmla="*/ 100901 h 225490"/>
              <a:gd name="connsiteX117" fmla="*/ 138495 w 1079470"/>
              <a:gd name="connsiteY117" fmla="*/ 123652 h 225490"/>
              <a:gd name="connsiteX118" fmla="*/ 120691 w 1079470"/>
              <a:gd name="connsiteY118" fmla="*/ 165219 h 225490"/>
              <a:gd name="connsiteX119" fmla="*/ 70241 w 1079470"/>
              <a:gd name="connsiteY119" fmla="*/ 179050 h 225490"/>
              <a:gd name="connsiteX120" fmla="*/ 19790 w 1079470"/>
              <a:gd name="connsiteY120" fmla="*/ 164694 h 225490"/>
              <a:gd name="connsiteX121" fmla="*/ 19790 w 1079470"/>
              <a:gd name="connsiteY121" fmla="*/ 164732 h 225490"/>
              <a:gd name="connsiteX122" fmla="*/ 0 w 1079470"/>
              <a:gd name="connsiteY122" fmla="*/ 122190 h 225490"/>
              <a:gd name="connsiteX123" fmla="*/ 34670 w 1079470"/>
              <a:gd name="connsiteY123" fmla="*/ 122190 h 225490"/>
              <a:gd name="connsiteX124" fmla="*/ 46065 w 1079470"/>
              <a:gd name="connsiteY124" fmla="*/ 142993 h 225490"/>
              <a:gd name="connsiteX125" fmla="*/ 73277 w 1079470"/>
              <a:gd name="connsiteY125" fmla="*/ 149927 h 225490"/>
              <a:gd name="connsiteX126" fmla="*/ 96515 w 1079470"/>
              <a:gd name="connsiteY126" fmla="*/ 144492 h 225490"/>
              <a:gd name="connsiteX127" fmla="*/ 104424 w 1079470"/>
              <a:gd name="connsiteY127" fmla="*/ 128637 h 225490"/>
              <a:gd name="connsiteX128" fmla="*/ 68329 w 1079470"/>
              <a:gd name="connsiteY128" fmla="*/ 104349 h 225490"/>
              <a:gd name="connsiteX129" fmla="*/ 54948 w 1079470"/>
              <a:gd name="connsiteY129" fmla="*/ 101425 h 225490"/>
              <a:gd name="connsiteX130" fmla="*/ 21290 w 1079470"/>
              <a:gd name="connsiteY130" fmla="*/ 90031 h 225490"/>
              <a:gd name="connsiteX131" fmla="*/ 2474 w 1079470"/>
              <a:gd name="connsiteY131" fmla="*/ 51425 h 225490"/>
              <a:gd name="connsiteX132" fmla="*/ 19303 w 1079470"/>
              <a:gd name="connsiteY132" fmla="*/ 13343 h 225490"/>
              <a:gd name="connsiteX133" fmla="*/ 68291 w 1079470"/>
              <a:gd name="connsiteY133" fmla="*/ 0 h 22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079470" h="225490">
                <a:moveTo>
                  <a:pt x="207272" y="70878"/>
                </a:moveTo>
                <a:cubicBezTo>
                  <a:pt x="180810" y="70878"/>
                  <a:pt x="179423" y="97565"/>
                  <a:pt x="179423" y="111133"/>
                </a:cubicBezTo>
                <a:cubicBezTo>
                  <a:pt x="179423" y="145541"/>
                  <a:pt x="198989" y="149927"/>
                  <a:pt x="208247" y="149927"/>
                </a:cubicBezTo>
                <a:cubicBezTo>
                  <a:pt x="232272" y="149927"/>
                  <a:pt x="236096" y="124439"/>
                  <a:pt x="236096" y="111133"/>
                </a:cubicBezTo>
                <a:cubicBezTo>
                  <a:pt x="236096" y="98202"/>
                  <a:pt x="233734" y="70878"/>
                  <a:pt x="207272" y="70878"/>
                </a:cubicBezTo>
                <a:close/>
                <a:moveTo>
                  <a:pt x="338645" y="69866"/>
                </a:moveTo>
                <a:cubicBezTo>
                  <a:pt x="313008" y="70353"/>
                  <a:pt x="313420" y="96590"/>
                  <a:pt x="313420" y="96590"/>
                </a:cubicBezTo>
                <a:lnTo>
                  <a:pt x="363870" y="96590"/>
                </a:lnTo>
                <a:cubicBezTo>
                  <a:pt x="363196" y="87670"/>
                  <a:pt x="359897" y="69566"/>
                  <a:pt x="338645" y="69866"/>
                </a:cubicBezTo>
                <a:close/>
                <a:moveTo>
                  <a:pt x="1007205" y="66080"/>
                </a:moveTo>
                <a:lnTo>
                  <a:pt x="1079470" y="120953"/>
                </a:lnTo>
                <a:lnTo>
                  <a:pt x="1007205" y="175789"/>
                </a:lnTo>
                <a:close/>
                <a:moveTo>
                  <a:pt x="674443" y="44116"/>
                </a:moveTo>
                <a:lnTo>
                  <a:pt x="709076" y="44116"/>
                </a:lnTo>
                <a:lnTo>
                  <a:pt x="709076" y="128225"/>
                </a:lnTo>
                <a:cubicBezTo>
                  <a:pt x="709076" y="128225"/>
                  <a:pt x="707839" y="150976"/>
                  <a:pt x="731827" y="150976"/>
                </a:cubicBezTo>
                <a:cubicBezTo>
                  <a:pt x="754466" y="150976"/>
                  <a:pt x="755028" y="130624"/>
                  <a:pt x="755066" y="129199"/>
                </a:cubicBezTo>
                <a:lnTo>
                  <a:pt x="755066" y="60458"/>
                </a:lnTo>
                <a:cubicBezTo>
                  <a:pt x="755066" y="60458"/>
                  <a:pt x="756228" y="44153"/>
                  <a:pt x="771258" y="44153"/>
                </a:cubicBezTo>
                <a:lnTo>
                  <a:pt x="789212" y="44153"/>
                </a:lnTo>
                <a:cubicBezTo>
                  <a:pt x="789212" y="44153"/>
                  <a:pt x="789212" y="121516"/>
                  <a:pt x="789212" y="122265"/>
                </a:cubicBezTo>
                <a:cubicBezTo>
                  <a:pt x="788987" y="126538"/>
                  <a:pt x="793747" y="178263"/>
                  <a:pt x="731827" y="178038"/>
                </a:cubicBezTo>
                <a:cubicBezTo>
                  <a:pt x="670470" y="178038"/>
                  <a:pt x="674818" y="125714"/>
                  <a:pt x="674443" y="122603"/>
                </a:cubicBezTo>
                <a:close/>
                <a:moveTo>
                  <a:pt x="664699" y="43929"/>
                </a:moveTo>
                <a:lnTo>
                  <a:pt x="664699" y="79049"/>
                </a:lnTo>
                <a:lnTo>
                  <a:pt x="653304" y="79049"/>
                </a:lnTo>
                <a:cubicBezTo>
                  <a:pt x="643709" y="79049"/>
                  <a:pt x="636625" y="81373"/>
                  <a:pt x="632015" y="85983"/>
                </a:cubicBezTo>
                <a:cubicBezTo>
                  <a:pt x="627367" y="90631"/>
                  <a:pt x="625081" y="97865"/>
                  <a:pt x="625081" y="107760"/>
                </a:cubicBezTo>
                <a:lnTo>
                  <a:pt x="625081" y="175527"/>
                </a:lnTo>
                <a:lnTo>
                  <a:pt x="625118" y="175564"/>
                </a:lnTo>
                <a:lnTo>
                  <a:pt x="590485" y="175564"/>
                </a:lnTo>
                <a:lnTo>
                  <a:pt x="590485" y="111733"/>
                </a:lnTo>
                <a:cubicBezTo>
                  <a:pt x="590485" y="98839"/>
                  <a:pt x="592397" y="88044"/>
                  <a:pt x="596182" y="79311"/>
                </a:cubicBezTo>
                <a:cubicBezTo>
                  <a:pt x="599968" y="70578"/>
                  <a:pt x="605178" y="63569"/>
                  <a:pt x="611775" y="58284"/>
                </a:cubicBezTo>
                <a:cubicBezTo>
                  <a:pt x="618034" y="53336"/>
                  <a:pt x="625418" y="49926"/>
                  <a:pt x="633776" y="47414"/>
                </a:cubicBezTo>
                <a:cubicBezTo>
                  <a:pt x="646782" y="43479"/>
                  <a:pt x="664699" y="43929"/>
                  <a:pt x="664699" y="43929"/>
                </a:cubicBezTo>
                <a:close/>
                <a:moveTo>
                  <a:pt x="337596" y="41230"/>
                </a:moveTo>
                <a:cubicBezTo>
                  <a:pt x="357386" y="41230"/>
                  <a:pt x="372754" y="47152"/>
                  <a:pt x="383623" y="59034"/>
                </a:cubicBezTo>
                <a:cubicBezTo>
                  <a:pt x="393706" y="71065"/>
                  <a:pt x="398841" y="87108"/>
                  <a:pt x="399440" y="108622"/>
                </a:cubicBezTo>
                <a:cubicBezTo>
                  <a:pt x="399440" y="108622"/>
                  <a:pt x="399440" y="118030"/>
                  <a:pt x="399440" y="118892"/>
                </a:cubicBezTo>
                <a:lnTo>
                  <a:pt x="313720" y="118892"/>
                </a:lnTo>
                <a:cubicBezTo>
                  <a:pt x="315219" y="147453"/>
                  <a:pt x="331524" y="149102"/>
                  <a:pt x="340107" y="149552"/>
                </a:cubicBezTo>
                <a:cubicBezTo>
                  <a:pt x="352139" y="150152"/>
                  <a:pt x="363346" y="147603"/>
                  <a:pt x="367731" y="135159"/>
                </a:cubicBezTo>
                <a:lnTo>
                  <a:pt x="397529" y="135159"/>
                </a:lnTo>
                <a:cubicBezTo>
                  <a:pt x="393893" y="149027"/>
                  <a:pt x="386922" y="159597"/>
                  <a:pt x="376689" y="166869"/>
                </a:cubicBezTo>
                <a:cubicBezTo>
                  <a:pt x="366457" y="174477"/>
                  <a:pt x="353600" y="178263"/>
                  <a:pt x="338083" y="178263"/>
                </a:cubicBezTo>
                <a:cubicBezTo>
                  <a:pt x="319267" y="178263"/>
                  <a:pt x="304575" y="172191"/>
                  <a:pt x="294042" y="159972"/>
                </a:cubicBezTo>
                <a:cubicBezTo>
                  <a:pt x="283510" y="148090"/>
                  <a:pt x="278225" y="130099"/>
                  <a:pt x="278225" y="108997"/>
                </a:cubicBezTo>
                <a:cubicBezTo>
                  <a:pt x="278225" y="87895"/>
                  <a:pt x="283322" y="71403"/>
                  <a:pt x="293555" y="59521"/>
                </a:cubicBezTo>
                <a:cubicBezTo>
                  <a:pt x="304125" y="47340"/>
                  <a:pt x="317806" y="41230"/>
                  <a:pt x="337596" y="41230"/>
                </a:cubicBezTo>
                <a:close/>
                <a:moveTo>
                  <a:pt x="466683" y="41193"/>
                </a:moveTo>
                <a:cubicBezTo>
                  <a:pt x="517246" y="40443"/>
                  <a:pt x="525566" y="84221"/>
                  <a:pt x="525566" y="84221"/>
                </a:cubicBezTo>
                <a:lnTo>
                  <a:pt x="490933" y="84221"/>
                </a:lnTo>
                <a:cubicBezTo>
                  <a:pt x="490933" y="84221"/>
                  <a:pt x="487560" y="69416"/>
                  <a:pt x="466945" y="69866"/>
                </a:cubicBezTo>
                <a:cubicBezTo>
                  <a:pt x="446330" y="70316"/>
                  <a:pt x="440933" y="89694"/>
                  <a:pt x="440933" y="108097"/>
                </a:cubicBezTo>
                <a:cubicBezTo>
                  <a:pt x="440933" y="126501"/>
                  <a:pt x="445506" y="149515"/>
                  <a:pt x="468407" y="149515"/>
                </a:cubicBezTo>
                <a:cubicBezTo>
                  <a:pt x="490184" y="150189"/>
                  <a:pt x="492095" y="138420"/>
                  <a:pt x="494007" y="135159"/>
                </a:cubicBezTo>
                <a:lnTo>
                  <a:pt x="494007" y="135197"/>
                </a:lnTo>
                <a:lnTo>
                  <a:pt x="526541" y="135197"/>
                </a:lnTo>
                <a:cubicBezTo>
                  <a:pt x="526541" y="135197"/>
                  <a:pt x="517695" y="178226"/>
                  <a:pt x="468594" y="178226"/>
                </a:cubicBezTo>
                <a:cubicBezTo>
                  <a:pt x="419494" y="178226"/>
                  <a:pt x="407387" y="138795"/>
                  <a:pt x="407387" y="112895"/>
                </a:cubicBezTo>
                <a:cubicBezTo>
                  <a:pt x="407387" y="86995"/>
                  <a:pt x="411997" y="42729"/>
                  <a:pt x="466683" y="41193"/>
                </a:cubicBezTo>
                <a:close/>
                <a:moveTo>
                  <a:pt x="855592" y="40705"/>
                </a:moveTo>
                <a:cubicBezTo>
                  <a:pt x="863201" y="40705"/>
                  <a:pt x="870660" y="41530"/>
                  <a:pt x="877969" y="43179"/>
                </a:cubicBezTo>
                <a:cubicBezTo>
                  <a:pt x="885240" y="44828"/>
                  <a:pt x="891874" y="48164"/>
                  <a:pt x="897871" y="53111"/>
                </a:cubicBezTo>
                <a:cubicBezTo>
                  <a:pt x="902857" y="48801"/>
                  <a:pt x="908704" y="45727"/>
                  <a:pt x="915525" y="43928"/>
                </a:cubicBezTo>
                <a:cubicBezTo>
                  <a:pt x="922309" y="42092"/>
                  <a:pt x="929356" y="40742"/>
                  <a:pt x="936665" y="40705"/>
                </a:cubicBezTo>
                <a:cubicBezTo>
                  <a:pt x="979132" y="40480"/>
                  <a:pt x="996148" y="59933"/>
                  <a:pt x="997572" y="66155"/>
                </a:cubicBezTo>
                <a:cubicBezTo>
                  <a:pt x="997572" y="66230"/>
                  <a:pt x="997572" y="175939"/>
                  <a:pt x="997572" y="175939"/>
                </a:cubicBezTo>
                <a:lnTo>
                  <a:pt x="977932" y="175939"/>
                </a:lnTo>
                <a:cubicBezTo>
                  <a:pt x="972947" y="175939"/>
                  <a:pt x="961028" y="172565"/>
                  <a:pt x="961028" y="159035"/>
                </a:cubicBezTo>
                <a:lnTo>
                  <a:pt x="961028" y="91418"/>
                </a:lnTo>
                <a:cubicBezTo>
                  <a:pt x="961103" y="81822"/>
                  <a:pt x="957767" y="68554"/>
                  <a:pt x="937639" y="68554"/>
                </a:cubicBezTo>
                <a:cubicBezTo>
                  <a:pt x="917512" y="68554"/>
                  <a:pt x="914288" y="83472"/>
                  <a:pt x="914288" y="91418"/>
                </a:cubicBezTo>
                <a:lnTo>
                  <a:pt x="914288" y="175939"/>
                </a:lnTo>
                <a:lnTo>
                  <a:pt x="879993" y="175939"/>
                </a:lnTo>
                <a:lnTo>
                  <a:pt x="879993" y="91418"/>
                </a:lnTo>
                <a:cubicBezTo>
                  <a:pt x="879993" y="81672"/>
                  <a:pt x="875982" y="68554"/>
                  <a:pt x="856604" y="68554"/>
                </a:cubicBezTo>
                <a:cubicBezTo>
                  <a:pt x="837226" y="68554"/>
                  <a:pt x="833740" y="83472"/>
                  <a:pt x="833740" y="91418"/>
                </a:cubicBezTo>
                <a:lnTo>
                  <a:pt x="833740" y="175939"/>
                </a:lnTo>
                <a:lnTo>
                  <a:pt x="798920" y="175939"/>
                </a:lnTo>
                <a:lnTo>
                  <a:pt x="798920" y="98389"/>
                </a:lnTo>
                <a:cubicBezTo>
                  <a:pt x="798920" y="75863"/>
                  <a:pt x="805592" y="62069"/>
                  <a:pt x="816574" y="53149"/>
                </a:cubicBezTo>
                <a:cubicBezTo>
                  <a:pt x="827443" y="44303"/>
                  <a:pt x="841349" y="41380"/>
                  <a:pt x="855592" y="40705"/>
                </a:cubicBezTo>
                <a:close/>
                <a:moveTo>
                  <a:pt x="209596" y="40705"/>
                </a:moveTo>
                <a:cubicBezTo>
                  <a:pt x="231223" y="40967"/>
                  <a:pt x="246928" y="49588"/>
                  <a:pt x="256223" y="60420"/>
                </a:cubicBezTo>
                <a:cubicBezTo>
                  <a:pt x="266156" y="73352"/>
                  <a:pt x="270429" y="89431"/>
                  <a:pt x="270429" y="109634"/>
                </a:cubicBezTo>
                <a:cubicBezTo>
                  <a:pt x="270429" y="129836"/>
                  <a:pt x="265444" y="147415"/>
                  <a:pt x="255511" y="160346"/>
                </a:cubicBezTo>
                <a:cubicBezTo>
                  <a:pt x="245578" y="172940"/>
                  <a:pt x="232797" y="179237"/>
                  <a:pt x="217205" y="179237"/>
                </a:cubicBezTo>
                <a:cubicBezTo>
                  <a:pt x="193816" y="179237"/>
                  <a:pt x="182497" y="169492"/>
                  <a:pt x="179386" y="167693"/>
                </a:cubicBezTo>
                <a:cubicBezTo>
                  <a:pt x="179386" y="168817"/>
                  <a:pt x="179386" y="208585"/>
                  <a:pt x="179386" y="208585"/>
                </a:cubicBezTo>
                <a:lnTo>
                  <a:pt x="179423" y="208585"/>
                </a:lnTo>
                <a:cubicBezTo>
                  <a:pt x="179423" y="217431"/>
                  <a:pt x="172527" y="225490"/>
                  <a:pt x="162519" y="225490"/>
                </a:cubicBezTo>
                <a:lnTo>
                  <a:pt x="145615" y="225490"/>
                </a:lnTo>
                <a:lnTo>
                  <a:pt x="145615" y="101688"/>
                </a:lnTo>
                <a:cubicBezTo>
                  <a:pt x="147564" y="68741"/>
                  <a:pt x="159558" y="42504"/>
                  <a:pt x="209596" y="40705"/>
                </a:cubicBezTo>
                <a:close/>
                <a:moveTo>
                  <a:pt x="534375" y="5547"/>
                </a:moveTo>
                <a:lnTo>
                  <a:pt x="552179" y="5547"/>
                </a:lnTo>
                <a:cubicBezTo>
                  <a:pt x="565110" y="5547"/>
                  <a:pt x="568521" y="16267"/>
                  <a:pt x="568521" y="22376"/>
                </a:cubicBezTo>
                <a:lnTo>
                  <a:pt x="568521" y="44640"/>
                </a:lnTo>
                <a:lnTo>
                  <a:pt x="588836" y="44640"/>
                </a:lnTo>
                <a:lnTo>
                  <a:pt x="588836" y="79311"/>
                </a:lnTo>
                <a:lnTo>
                  <a:pt x="568483" y="79311"/>
                </a:lnTo>
                <a:lnTo>
                  <a:pt x="568483" y="175264"/>
                </a:lnTo>
                <a:cubicBezTo>
                  <a:pt x="567958" y="175264"/>
                  <a:pt x="553153" y="175264"/>
                  <a:pt x="553003" y="175264"/>
                </a:cubicBezTo>
                <a:cubicBezTo>
                  <a:pt x="540260" y="175264"/>
                  <a:pt x="534375" y="166193"/>
                  <a:pt x="534375" y="151013"/>
                </a:cubicBezTo>
                <a:close/>
                <a:moveTo>
                  <a:pt x="68291" y="0"/>
                </a:moveTo>
                <a:cubicBezTo>
                  <a:pt x="88419" y="0"/>
                  <a:pt x="103936" y="4648"/>
                  <a:pt x="114806" y="13868"/>
                </a:cubicBezTo>
                <a:cubicBezTo>
                  <a:pt x="126013" y="24101"/>
                  <a:pt x="131935" y="37482"/>
                  <a:pt x="132610" y="53974"/>
                </a:cubicBezTo>
                <a:lnTo>
                  <a:pt x="99026" y="53974"/>
                </a:lnTo>
                <a:cubicBezTo>
                  <a:pt x="99026" y="53974"/>
                  <a:pt x="100226" y="43441"/>
                  <a:pt x="89581" y="35158"/>
                </a:cubicBezTo>
                <a:cubicBezTo>
                  <a:pt x="83659" y="30847"/>
                  <a:pt x="75226" y="28711"/>
                  <a:pt x="65330" y="28711"/>
                </a:cubicBezTo>
                <a:cubicBezTo>
                  <a:pt x="55435" y="28711"/>
                  <a:pt x="37482" y="30248"/>
                  <a:pt x="36620" y="49476"/>
                </a:cubicBezTo>
                <a:cubicBezTo>
                  <a:pt x="36694" y="59408"/>
                  <a:pt x="47339" y="65031"/>
                  <a:pt x="64168" y="69116"/>
                </a:cubicBezTo>
                <a:cubicBezTo>
                  <a:pt x="67205" y="69941"/>
                  <a:pt x="97377" y="78187"/>
                  <a:pt x="103449" y="80023"/>
                </a:cubicBezTo>
                <a:cubicBezTo>
                  <a:pt x="109071" y="81748"/>
                  <a:pt x="111845" y="82722"/>
                  <a:pt x="116418" y="85008"/>
                </a:cubicBezTo>
                <a:cubicBezTo>
                  <a:pt x="123614" y="88607"/>
                  <a:pt x="129536" y="94566"/>
                  <a:pt x="133060" y="100901"/>
                </a:cubicBezTo>
                <a:cubicBezTo>
                  <a:pt x="136883" y="107797"/>
                  <a:pt x="138495" y="115406"/>
                  <a:pt x="138495" y="123652"/>
                </a:cubicBezTo>
                <a:cubicBezTo>
                  <a:pt x="138495" y="141456"/>
                  <a:pt x="132572" y="155324"/>
                  <a:pt x="120691" y="165219"/>
                </a:cubicBezTo>
                <a:cubicBezTo>
                  <a:pt x="108847" y="174440"/>
                  <a:pt x="92655" y="179050"/>
                  <a:pt x="70241" y="179050"/>
                </a:cubicBezTo>
                <a:cubicBezTo>
                  <a:pt x="47827" y="179050"/>
                  <a:pt x="30997" y="174252"/>
                  <a:pt x="19790" y="164694"/>
                </a:cubicBezTo>
                <a:lnTo>
                  <a:pt x="19790" y="164732"/>
                </a:lnTo>
                <a:cubicBezTo>
                  <a:pt x="7571" y="155174"/>
                  <a:pt x="975" y="141006"/>
                  <a:pt x="0" y="122190"/>
                </a:cubicBezTo>
                <a:lnTo>
                  <a:pt x="34670" y="122190"/>
                </a:lnTo>
                <a:cubicBezTo>
                  <a:pt x="36020" y="132123"/>
                  <a:pt x="39805" y="139020"/>
                  <a:pt x="46065" y="142993"/>
                </a:cubicBezTo>
                <a:cubicBezTo>
                  <a:pt x="52662" y="147603"/>
                  <a:pt x="61732" y="149927"/>
                  <a:pt x="73277" y="149927"/>
                </a:cubicBezTo>
                <a:cubicBezTo>
                  <a:pt x="83472" y="149927"/>
                  <a:pt x="91680" y="147790"/>
                  <a:pt x="96515" y="144492"/>
                </a:cubicBezTo>
                <a:cubicBezTo>
                  <a:pt x="101800" y="140856"/>
                  <a:pt x="104161" y="135571"/>
                  <a:pt x="104424" y="128637"/>
                </a:cubicBezTo>
                <a:cubicBezTo>
                  <a:pt x="104836" y="117168"/>
                  <a:pt x="91530" y="110009"/>
                  <a:pt x="68329" y="104349"/>
                </a:cubicBezTo>
                <a:lnTo>
                  <a:pt x="54948" y="101425"/>
                </a:lnTo>
                <a:cubicBezTo>
                  <a:pt x="39018" y="98239"/>
                  <a:pt x="26724" y="93292"/>
                  <a:pt x="21290" y="90031"/>
                </a:cubicBezTo>
                <a:cubicBezTo>
                  <a:pt x="12369" y="84409"/>
                  <a:pt x="2511" y="72190"/>
                  <a:pt x="2474" y="51425"/>
                </a:cubicBezTo>
                <a:cubicBezTo>
                  <a:pt x="2474" y="35270"/>
                  <a:pt x="8059" y="22564"/>
                  <a:pt x="19303" y="13343"/>
                </a:cubicBezTo>
                <a:cubicBezTo>
                  <a:pt x="30510" y="4460"/>
                  <a:pt x="46852" y="0"/>
                  <a:pt x="68291" y="0"/>
                </a:cubicBezTo>
                <a:close/>
              </a:path>
            </a:pathLst>
          </a:custGeom>
          <a:solidFill>
            <a:schemeClr val="bg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31" name="Date Placeholder 30">
            <a:extLst>
              <a:ext uri="{FF2B5EF4-FFF2-40B4-BE49-F238E27FC236}">
                <a16:creationId xmlns:a16="http://schemas.microsoft.com/office/drawing/2014/main" id="{3B5351CB-3A35-6C1B-6269-4E83F9ED6CF7}"/>
              </a:ext>
            </a:extLst>
          </p:cNvPr>
          <p:cNvSpPr>
            <a:spLocks noGrp="1"/>
          </p:cNvSpPr>
          <p:nvPr>
            <p:ph type="dt" sz="half" idx="24"/>
          </p:nvPr>
        </p:nvSpPr>
        <p:spPr/>
        <p:txBody>
          <a:bodyPr/>
          <a:lstStyle/>
          <a:p>
            <a:fld id="{76B1DC91-CE09-8D43-8A19-D9DDE5A69E4C}" type="datetime1">
              <a:rPr lang="en-US" smtClean="0"/>
              <a:t>3/19/2026</a:t>
            </a:fld>
            <a:endParaRPr lang="en-US"/>
          </a:p>
        </p:txBody>
      </p:sp>
      <p:sp>
        <p:nvSpPr>
          <p:cNvPr id="32" name="Footer Placeholder 31">
            <a:extLst>
              <a:ext uri="{FF2B5EF4-FFF2-40B4-BE49-F238E27FC236}">
                <a16:creationId xmlns:a16="http://schemas.microsoft.com/office/drawing/2014/main" id="{167EC585-CFCD-7E4A-EA37-BAEE70852BA2}"/>
              </a:ext>
            </a:extLst>
          </p:cNvPr>
          <p:cNvSpPr>
            <a:spLocks noGrp="1"/>
          </p:cNvSpPr>
          <p:nvPr>
            <p:ph type="ftr" sz="quarter" idx="25"/>
          </p:nvPr>
        </p:nvSpPr>
        <p:spPr>
          <a:xfrm>
            <a:off x="1184275" y="6384903"/>
            <a:ext cx="4396677" cy="100074"/>
          </a:xfrm>
        </p:spPr>
        <p:txBody>
          <a:bodyPr/>
          <a:lstStyle/>
          <a:p>
            <a:endParaRPr lang="en-US"/>
          </a:p>
        </p:txBody>
      </p:sp>
      <p:sp>
        <p:nvSpPr>
          <p:cNvPr id="33" name="Slide Number Placeholder 32">
            <a:extLst>
              <a:ext uri="{FF2B5EF4-FFF2-40B4-BE49-F238E27FC236}">
                <a16:creationId xmlns:a16="http://schemas.microsoft.com/office/drawing/2014/main" id="{C04CAF30-3BF7-E609-F904-E757D0F1930B}"/>
              </a:ext>
            </a:extLst>
          </p:cNvPr>
          <p:cNvSpPr>
            <a:spLocks noGrp="1"/>
          </p:cNvSpPr>
          <p:nvPr>
            <p:ph type="sldNum" sz="quarter" idx="26"/>
          </p:nvPr>
        </p:nvSpPr>
        <p:spPr/>
        <p:txBody>
          <a:bodyPr/>
          <a:lstStyle/>
          <a:p>
            <a:fld id="{A82C3BC0-3EBF-3C4C-A3D8-795624EBC6AA}" type="slidenum">
              <a:rPr lang="en-US" smtClean="0"/>
              <a:pPr/>
              <a:t>‹#›</a:t>
            </a:fld>
            <a:endParaRPr lang="en-US"/>
          </a:p>
        </p:txBody>
      </p:sp>
      <p:sp>
        <p:nvSpPr>
          <p:cNvPr id="35" name="Text Placeholder 34">
            <a:extLst>
              <a:ext uri="{FF2B5EF4-FFF2-40B4-BE49-F238E27FC236}">
                <a16:creationId xmlns:a16="http://schemas.microsoft.com/office/drawing/2014/main" id="{9BC827BA-9E0A-8FE9-B0A6-D168FA1F5D4E}"/>
              </a:ext>
            </a:extLst>
          </p:cNvPr>
          <p:cNvSpPr>
            <a:spLocks noGrp="1"/>
          </p:cNvSpPr>
          <p:nvPr>
            <p:ph type="body" sz="quarter" idx="27"/>
          </p:nvPr>
        </p:nvSpPr>
        <p:spPr>
          <a:xfrm>
            <a:off x="496888" y="1642391"/>
            <a:ext cx="5084762" cy="4183734"/>
          </a:xfrm>
        </p:spPr>
        <p:txBody>
          <a:bodyPr/>
          <a:lstStyle/>
          <a:p>
            <a:pPr lvl="0"/>
            <a:r>
              <a:rPr lang="en-US"/>
              <a:t>Click to edit Master text styles</a:t>
            </a:r>
          </a:p>
          <a:p>
            <a:pPr lvl="1"/>
            <a:r>
              <a:rPr lang="en-US"/>
              <a:t>Second level</a:t>
            </a:r>
          </a:p>
          <a:p>
            <a:pPr lvl="2"/>
            <a:r>
              <a:rPr lang="en-US"/>
              <a:t>Third level</a:t>
            </a:r>
          </a:p>
        </p:txBody>
      </p:sp>
      <p:sp>
        <p:nvSpPr>
          <p:cNvPr id="4" name="Text Placeholder 7">
            <a:extLst>
              <a:ext uri="{FF2B5EF4-FFF2-40B4-BE49-F238E27FC236}">
                <a16:creationId xmlns:a16="http://schemas.microsoft.com/office/drawing/2014/main" id="{5CDE90F1-BA32-6BB7-14BF-531E87E05CCB}"/>
              </a:ext>
            </a:extLst>
          </p:cNvPr>
          <p:cNvSpPr>
            <a:spLocks noGrp="1"/>
          </p:cNvSpPr>
          <p:nvPr>
            <p:ph type="body" sz="quarter" idx="13" hasCustomPrompt="1"/>
          </p:nvPr>
        </p:nvSpPr>
        <p:spPr>
          <a:xfrm>
            <a:off x="496889" y="879237"/>
            <a:ext cx="5084064"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5" name="Rectangle 4">
            <a:extLst>
              <a:ext uri="{FF2B5EF4-FFF2-40B4-BE49-F238E27FC236}">
                <a16:creationId xmlns:a16="http://schemas.microsoft.com/office/drawing/2014/main" id="{009A4027-572C-B2AC-8F5B-A5218CBA070E}"/>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716237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ird Page Photo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6626223" cy="328304"/>
          </a:xfrm>
        </p:spPr>
        <p:txBody>
          <a:bodyPr/>
          <a:lstStyle/>
          <a:p>
            <a:r>
              <a:rPr lang="en-US"/>
              <a:t>Third Page Photo White</a:t>
            </a:r>
          </a:p>
        </p:txBody>
      </p:sp>
      <p:sp>
        <p:nvSpPr>
          <p:cNvPr id="2" name="Picture Placeholder 9">
            <a:extLst>
              <a:ext uri="{FF2B5EF4-FFF2-40B4-BE49-F238E27FC236}">
                <a16:creationId xmlns:a16="http://schemas.microsoft.com/office/drawing/2014/main" id="{193080D3-9487-BE62-7242-89A8DEF37A52}"/>
              </a:ext>
            </a:extLst>
          </p:cNvPr>
          <p:cNvSpPr>
            <a:spLocks noGrp="1"/>
          </p:cNvSpPr>
          <p:nvPr>
            <p:ph type="pic" sz="quarter" idx="15"/>
          </p:nvPr>
        </p:nvSpPr>
        <p:spPr>
          <a:xfrm>
            <a:off x="7620000" y="0"/>
            <a:ext cx="4572000" cy="6802244"/>
          </a:xfrm>
          <a:prstGeom prst="rect">
            <a:avLst/>
          </a:prstGeom>
          <a:solidFill>
            <a:schemeClr val="bg1">
              <a:lumMod val="95000"/>
            </a:schemeClr>
          </a:solidFill>
        </p:spPr>
        <p:txBody>
          <a:bodyPr bIns="1005840" anchor="ctr" anchorCtr="0"/>
          <a:lstStyle>
            <a:lvl1pPr algn="ctr">
              <a:defRPr sz="2000"/>
            </a:lvl1pPr>
          </a:lstStyle>
          <a:p>
            <a:r>
              <a:rPr lang="en-US"/>
              <a:t>Click icon to add picture</a:t>
            </a:r>
          </a:p>
        </p:txBody>
      </p:sp>
      <p:sp>
        <p:nvSpPr>
          <p:cNvPr id="6" name="Text Placeholder 13">
            <a:extLst>
              <a:ext uri="{FF2B5EF4-FFF2-40B4-BE49-F238E27FC236}">
                <a16:creationId xmlns:a16="http://schemas.microsoft.com/office/drawing/2014/main" id="{2D7E6341-A6C7-BCE3-9AEC-1F51B158B2C6}"/>
              </a:ext>
            </a:extLst>
          </p:cNvPr>
          <p:cNvSpPr>
            <a:spLocks noGrp="1"/>
          </p:cNvSpPr>
          <p:nvPr>
            <p:ph type="body" sz="quarter" idx="19"/>
          </p:nvPr>
        </p:nvSpPr>
        <p:spPr>
          <a:xfrm>
            <a:off x="7619999" y="3846286"/>
            <a:ext cx="4572000" cy="2955958"/>
          </a:xfrm>
          <a:prstGeom prst="rect">
            <a:avLst/>
          </a:prstGeom>
          <a:gradFill>
            <a:gsLst>
              <a:gs pos="0">
                <a:schemeClr val="tx1">
                  <a:alpha val="0"/>
                </a:schemeClr>
              </a:gs>
              <a:gs pos="99000">
                <a:schemeClr val="tx1">
                  <a:alpha val="50000"/>
                </a:schemeClr>
              </a:gs>
            </a:gsLst>
            <a:lin ang="5400000" scaled="1"/>
          </a:gradFill>
        </p:spPr>
        <p:txBody>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361D3861-3968-1DB1-80F1-8C47E635309C}"/>
              </a:ext>
            </a:extLst>
          </p:cNvPr>
          <p:cNvSpPr>
            <a:spLocks noGrp="1"/>
          </p:cNvSpPr>
          <p:nvPr>
            <p:ph type="body" sz="quarter" idx="23"/>
          </p:nvPr>
        </p:nvSpPr>
        <p:spPr>
          <a:xfrm>
            <a:off x="10615642" y="6334107"/>
            <a:ext cx="1079470" cy="225490"/>
          </a:xfrm>
          <a:custGeom>
            <a:avLst/>
            <a:gdLst>
              <a:gd name="connsiteX0" fmla="*/ 207272 w 1079470"/>
              <a:gd name="connsiteY0" fmla="*/ 70878 h 225490"/>
              <a:gd name="connsiteX1" fmla="*/ 179423 w 1079470"/>
              <a:gd name="connsiteY1" fmla="*/ 111133 h 225490"/>
              <a:gd name="connsiteX2" fmla="*/ 208247 w 1079470"/>
              <a:gd name="connsiteY2" fmla="*/ 149927 h 225490"/>
              <a:gd name="connsiteX3" fmla="*/ 236096 w 1079470"/>
              <a:gd name="connsiteY3" fmla="*/ 111133 h 225490"/>
              <a:gd name="connsiteX4" fmla="*/ 207272 w 1079470"/>
              <a:gd name="connsiteY4" fmla="*/ 70878 h 225490"/>
              <a:gd name="connsiteX5" fmla="*/ 338645 w 1079470"/>
              <a:gd name="connsiteY5" fmla="*/ 69866 h 225490"/>
              <a:gd name="connsiteX6" fmla="*/ 313420 w 1079470"/>
              <a:gd name="connsiteY6" fmla="*/ 96590 h 225490"/>
              <a:gd name="connsiteX7" fmla="*/ 363870 w 1079470"/>
              <a:gd name="connsiteY7" fmla="*/ 96590 h 225490"/>
              <a:gd name="connsiteX8" fmla="*/ 338645 w 1079470"/>
              <a:gd name="connsiteY8" fmla="*/ 69866 h 225490"/>
              <a:gd name="connsiteX9" fmla="*/ 1007205 w 1079470"/>
              <a:gd name="connsiteY9" fmla="*/ 66080 h 225490"/>
              <a:gd name="connsiteX10" fmla="*/ 1079470 w 1079470"/>
              <a:gd name="connsiteY10" fmla="*/ 120953 h 225490"/>
              <a:gd name="connsiteX11" fmla="*/ 1007205 w 1079470"/>
              <a:gd name="connsiteY11" fmla="*/ 175789 h 225490"/>
              <a:gd name="connsiteX12" fmla="*/ 674443 w 1079470"/>
              <a:gd name="connsiteY12" fmla="*/ 44116 h 225490"/>
              <a:gd name="connsiteX13" fmla="*/ 709076 w 1079470"/>
              <a:gd name="connsiteY13" fmla="*/ 44116 h 225490"/>
              <a:gd name="connsiteX14" fmla="*/ 709076 w 1079470"/>
              <a:gd name="connsiteY14" fmla="*/ 128225 h 225490"/>
              <a:gd name="connsiteX15" fmla="*/ 731827 w 1079470"/>
              <a:gd name="connsiteY15" fmla="*/ 150976 h 225490"/>
              <a:gd name="connsiteX16" fmla="*/ 755066 w 1079470"/>
              <a:gd name="connsiteY16" fmla="*/ 129199 h 225490"/>
              <a:gd name="connsiteX17" fmla="*/ 755066 w 1079470"/>
              <a:gd name="connsiteY17" fmla="*/ 60458 h 225490"/>
              <a:gd name="connsiteX18" fmla="*/ 771258 w 1079470"/>
              <a:gd name="connsiteY18" fmla="*/ 44153 h 225490"/>
              <a:gd name="connsiteX19" fmla="*/ 789212 w 1079470"/>
              <a:gd name="connsiteY19" fmla="*/ 44153 h 225490"/>
              <a:gd name="connsiteX20" fmla="*/ 789212 w 1079470"/>
              <a:gd name="connsiteY20" fmla="*/ 122265 h 225490"/>
              <a:gd name="connsiteX21" fmla="*/ 731827 w 1079470"/>
              <a:gd name="connsiteY21" fmla="*/ 178038 h 225490"/>
              <a:gd name="connsiteX22" fmla="*/ 674443 w 1079470"/>
              <a:gd name="connsiteY22" fmla="*/ 122603 h 225490"/>
              <a:gd name="connsiteX23" fmla="*/ 664699 w 1079470"/>
              <a:gd name="connsiteY23" fmla="*/ 43929 h 225490"/>
              <a:gd name="connsiteX24" fmla="*/ 664699 w 1079470"/>
              <a:gd name="connsiteY24" fmla="*/ 79049 h 225490"/>
              <a:gd name="connsiteX25" fmla="*/ 653304 w 1079470"/>
              <a:gd name="connsiteY25" fmla="*/ 79049 h 225490"/>
              <a:gd name="connsiteX26" fmla="*/ 632015 w 1079470"/>
              <a:gd name="connsiteY26" fmla="*/ 85983 h 225490"/>
              <a:gd name="connsiteX27" fmla="*/ 625081 w 1079470"/>
              <a:gd name="connsiteY27" fmla="*/ 107760 h 225490"/>
              <a:gd name="connsiteX28" fmla="*/ 625081 w 1079470"/>
              <a:gd name="connsiteY28" fmla="*/ 175527 h 225490"/>
              <a:gd name="connsiteX29" fmla="*/ 625118 w 1079470"/>
              <a:gd name="connsiteY29" fmla="*/ 175564 h 225490"/>
              <a:gd name="connsiteX30" fmla="*/ 590485 w 1079470"/>
              <a:gd name="connsiteY30" fmla="*/ 175564 h 225490"/>
              <a:gd name="connsiteX31" fmla="*/ 590485 w 1079470"/>
              <a:gd name="connsiteY31" fmla="*/ 111733 h 225490"/>
              <a:gd name="connsiteX32" fmla="*/ 596182 w 1079470"/>
              <a:gd name="connsiteY32" fmla="*/ 79311 h 225490"/>
              <a:gd name="connsiteX33" fmla="*/ 611775 w 1079470"/>
              <a:gd name="connsiteY33" fmla="*/ 58284 h 225490"/>
              <a:gd name="connsiteX34" fmla="*/ 633776 w 1079470"/>
              <a:gd name="connsiteY34" fmla="*/ 47414 h 225490"/>
              <a:gd name="connsiteX35" fmla="*/ 664699 w 1079470"/>
              <a:gd name="connsiteY35" fmla="*/ 43929 h 225490"/>
              <a:gd name="connsiteX36" fmla="*/ 337596 w 1079470"/>
              <a:gd name="connsiteY36" fmla="*/ 41230 h 225490"/>
              <a:gd name="connsiteX37" fmla="*/ 383623 w 1079470"/>
              <a:gd name="connsiteY37" fmla="*/ 59034 h 225490"/>
              <a:gd name="connsiteX38" fmla="*/ 399440 w 1079470"/>
              <a:gd name="connsiteY38" fmla="*/ 108622 h 225490"/>
              <a:gd name="connsiteX39" fmla="*/ 399440 w 1079470"/>
              <a:gd name="connsiteY39" fmla="*/ 118892 h 225490"/>
              <a:gd name="connsiteX40" fmla="*/ 313720 w 1079470"/>
              <a:gd name="connsiteY40" fmla="*/ 118892 h 225490"/>
              <a:gd name="connsiteX41" fmla="*/ 340107 w 1079470"/>
              <a:gd name="connsiteY41" fmla="*/ 149552 h 225490"/>
              <a:gd name="connsiteX42" fmla="*/ 367731 w 1079470"/>
              <a:gd name="connsiteY42" fmla="*/ 135159 h 225490"/>
              <a:gd name="connsiteX43" fmla="*/ 397529 w 1079470"/>
              <a:gd name="connsiteY43" fmla="*/ 135159 h 225490"/>
              <a:gd name="connsiteX44" fmla="*/ 376689 w 1079470"/>
              <a:gd name="connsiteY44" fmla="*/ 166869 h 225490"/>
              <a:gd name="connsiteX45" fmla="*/ 338083 w 1079470"/>
              <a:gd name="connsiteY45" fmla="*/ 178263 h 225490"/>
              <a:gd name="connsiteX46" fmla="*/ 294042 w 1079470"/>
              <a:gd name="connsiteY46" fmla="*/ 159972 h 225490"/>
              <a:gd name="connsiteX47" fmla="*/ 278225 w 1079470"/>
              <a:gd name="connsiteY47" fmla="*/ 108997 h 225490"/>
              <a:gd name="connsiteX48" fmla="*/ 293555 w 1079470"/>
              <a:gd name="connsiteY48" fmla="*/ 59521 h 225490"/>
              <a:gd name="connsiteX49" fmla="*/ 337596 w 1079470"/>
              <a:gd name="connsiteY49" fmla="*/ 41230 h 225490"/>
              <a:gd name="connsiteX50" fmla="*/ 466683 w 1079470"/>
              <a:gd name="connsiteY50" fmla="*/ 41193 h 225490"/>
              <a:gd name="connsiteX51" fmla="*/ 525566 w 1079470"/>
              <a:gd name="connsiteY51" fmla="*/ 84221 h 225490"/>
              <a:gd name="connsiteX52" fmla="*/ 490933 w 1079470"/>
              <a:gd name="connsiteY52" fmla="*/ 84221 h 225490"/>
              <a:gd name="connsiteX53" fmla="*/ 466945 w 1079470"/>
              <a:gd name="connsiteY53" fmla="*/ 69866 h 225490"/>
              <a:gd name="connsiteX54" fmla="*/ 440933 w 1079470"/>
              <a:gd name="connsiteY54" fmla="*/ 108097 h 225490"/>
              <a:gd name="connsiteX55" fmla="*/ 468407 w 1079470"/>
              <a:gd name="connsiteY55" fmla="*/ 149515 h 225490"/>
              <a:gd name="connsiteX56" fmla="*/ 494007 w 1079470"/>
              <a:gd name="connsiteY56" fmla="*/ 135159 h 225490"/>
              <a:gd name="connsiteX57" fmla="*/ 494007 w 1079470"/>
              <a:gd name="connsiteY57" fmla="*/ 135197 h 225490"/>
              <a:gd name="connsiteX58" fmla="*/ 526541 w 1079470"/>
              <a:gd name="connsiteY58" fmla="*/ 135197 h 225490"/>
              <a:gd name="connsiteX59" fmla="*/ 468594 w 1079470"/>
              <a:gd name="connsiteY59" fmla="*/ 178226 h 225490"/>
              <a:gd name="connsiteX60" fmla="*/ 407387 w 1079470"/>
              <a:gd name="connsiteY60" fmla="*/ 112895 h 225490"/>
              <a:gd name="connsiteX61" fmla="*/ 466683 w 1079470"/>
              <a:gd name="connsiteY61" fmla="*/ 41193 h 225490"/>
              <a:gd name="connsiteX62" fmla="*/ 855592 w 1079470"/>
              <a:gd name="connsiteY62" fmla="*/ 40705 h 225490"/>
              <a:gd name="connsiteX63" fmla="*/ 877969 w 1079470"/>
              <a:gd name="connsiteY63" fmla="*/ 43179 h 225490"/>
              <a:gd name="connsiteX64" fmla="*/ 897871 w 1079470"/>
              <a:gd name="connsiteY64" fmla="*/ 53111 h 225490"/>
              <a:gd name="connsiteX65" fmla="*/ 915525 w 1079470"/>
              <a:gd name="connsiteY65" fmla="*/ 43928 h 225490"/>
              <a:gd name="connsiteX66" fmla="*/ 936665 w 1079470"/>
              <a:gd name="connsiteY66" fmla="*/ 40705 h 225490"/>
              <a:gd name="connsiteX67" fmla="*/ 997572 w 1079470"/>
              <a:gd name="connsiteY67" fmla="*/ 66155 h 225490"/>
              <a:gd name="connsiteX68" fmla="*/ 997572 w 1079470"/>
              <a:gd name="connsiteY68" fmla="*/ 175939 h 225490"/>
              <a:gd name="connsiteX69" fmla="*/ 977932 w 1079470"/>
              <a:gd name="connsiteY69" fmla="*/ 175939 h 225490"/>
              <a:gd name="connsiteX70" fmla="*/ 961028 w 1079470"/>
              <a:gd name="connsiteY70" fmla="*/ 159035 h 225490"/>
              <a:gd name="connsiteX71" fmla="*/ 961028 w 1079470"/>
              <a:gd name="connsiteY71" fmla="*/ 91418 h 225490"/>
              <a:gd name="connsiteX72" fmla="*/ 937639 w 1079470"/>
              <a:gd name="connsiteY72" fmla="*/ 68554 h 225490"/>
              <a:gd name="connsiteX73" fmla="*/ 914288 w 1079470"/>
              <a:gd name="connsiteY73" fmla="*/ 91418 h 225490"/>
              <a:gd name="connsiteX74" fmla="*/ 914288 w 1079470"/>
              <a:gd name="connsiteY74" fmla="*/ 175939 h 225490"/>
              <a:gd name="connsiteX75" fmla="*/ 879993 w 1079470"/>
              <a:gd name="connsiteY75" fmla="*/ 175939 h 225490"/>
              <a:gd name="connsiteX76" fmla="*/ 879993 w 1079470"/>
              <a:gd name="connsiteY76" fmla="*/ 91418 h 225490"/>
              <a:gd name="connsiteX77" fmla="*/ 856604 w 1079470"/>
              <a:gd name="connsiteY77" fmla="*/ 68554 h 225490"/>
              <a:gd name="connsiteX78" fmla="*/ 833740 w 1079470"/>
              <a:gd name="connsiteY78" fmla="*/ 91418 h 225490"/>
              <a:gd name="connsiteX79" fmla="*/ 833740 w 1079470"/>
              <a:gd name="connsiteY79" fmla="*/ 175939 h 225490"/>
              <a:gd name="connsiteX80" fmla="*/ 798920 w 1079470"/>
              <a:gd name="connsiteY80" fmla="*/ 175939 h 225490"/>
              <a:gd name="connsiteX81" fmla="*/ 798920 w 1079470"/>
              <a:gd name="connsiteY81" fmla="*/ 98389 h 225490"/>
              <a:gd name="connsiteX82" fmla="*/ 816574 w 1079470"/>
              <a:gd name="connsiteY82" fmla="*/ 53149 h 225490"/>
              <a:gd name="connsiteX83" fmla="*/ 855592 w 1079470"/>
              <a:gd name="connsiteY83" fmla="*/ 40705 h 225490"/>
              <a:gd name="connsiteX84" fmla="*/ 209596 w 1079470"/>
              <a:gd name="connsiteY84" fmla="*/ 40705 h 225490"/>
              <a:gd name="connsiteX85" fmla="*/ 256223 w 1079470"/>
              <a:gd name="connsiteY85" fmla="*/ 60420 h 225490"/>
              <a:gd name="connsiteX86" fmla="*/ 270429 w 1079470"/>
              <a:gd name="connsiteY86" fmla="*/ 109634 h 225490"/>
              <a:gd name="connsiteX87" fmla="*/ 255511 w 1079470"/>
              <a:gd name="connsiteY87" fmla="*/ 160346 h 225490"/>
              <a:gd name="connsiteX88" fmla="*/ 217205 w 1079470"/>
              <a:gd name="connsiteY88" fmla="*/ 179237 h 225490"/>
              <a:gd name="connsiteX89" fmla="*/ 179386 w 1079470"/>
              <a:gd name="connsiteY89" fmla="*/ 167693 h 225490"/>
              <a:gd name="connsiteX90" fmla="*/ 179386 w 1079470"/>
              <a:gd name="connsiteY90" fmla="*/ 208585 h 225490"/>
              <a:gd name="connsiteX91" fmla="*/ 179423 w 1079470"/>
              <a:gd name="connsiteY91" fmla="*/ 208585 h 225490"/>
              <a:gd name="connsiteX92" fmla="*/ 162519 w 1079470"/>
              <a:gd name="connsiteY92" fmla="*/ 225490 h 225490"/>
              <a:gd name="connsiteX93" fmla="*/ 145615 w 1079470"/>
              <a:gd name="connsiteY93" fmla="*/ 225490 h 225490"/>
              <a:gd name="connsiteX94" fmla="*/ 145615 w 1079470"/>
              <a:gd name="connsiteY94" fmla="*/ 101688 h 225490"/>
              <a:gd name="connsiteX95" fmla="*/ 209596 w 1079470"/>
              <a:gd name="connsiteY95" fmla="*/ 40705 h 225490"/>
              <a:gd name="connsiteX96" fmla="*/ 534375 w 1079470"/>
              <a:gd name="connsiteY96" fmla="*/ 5547 h 225490"/>
              <a:gd name="connsiteX97" fmla="*/ 552179 w 1079470"/>
              <a:gd name="connsiteY97" fmla="*/ 5547 h 225490"/>
              <a:gd name="connsiteX98" fmla="*/ 568521 w 1079470"/>
              <a:gd name="connsiteY98" fmla="*/ 22376 h 225490"/>
              <a:gd name="connsiteX99" fmla="*/ 568521 w 1079470"/>
              <a:gd name="connsiteY99" fmla="*/ 44640 h 225490"/>
              <a:gd name="connsiteX100" fmla="*/ 588836 w 1079470"/>
              <a:gd name="connsiteY100" fmla="*/ 44640 h 225490"/>
              <a:gd name="connsiteX101" fmla="*/ 588836 w 1079470"/>
              <a:gd name="connsiteY101" fmla="*/ 79311 h 225490"/>
              <a:gd name="connsiteX102" fmla="*/ 568483 w 1079470"/>
              <a:gd name="connsiteY102" fmla="*/ 79311 h 225490"/>
              <a:gd name="connsiteX103" fmla="*/ 568483 w 1079470"/>
              <a:gd name="connsiteY103" fmla="*/ 175264 h 225490"/>
              <a:gd name="connsiteX104" fmla="*/ 553003 w 1079470"/>
              <a:gd name="connsiteY104" fmla="*/ 175264 h 225490"/>
              <a:gd name="connsiteX105" fmla="*/ 534375 w 1079470"/>
              <a:gd name="connsiteY105" fmla="*/ 151013 h 225490"/>
              <a:gd name="connsiteX106" fmla="*/ 68291 w 1079470"/>
              <a:gd name="connsiteY106" fmla="*/ 0 h 225490"/>
              <a:gd name="connsiteX107" fmla="*/ 114806 w 1079470"/>
              <a:gd name="connsiteY107" fmla="*/ 13868 h 225490"/>
              <a:gd name="connsiteX108" fmla="*/ 132610 w 1079470"/>
              <a:gd name="connsiteY108" fmla="*/ 53974 h 225490"/>
              <a:gd name="connsiteX109" fmla="*/ 99026 w 1079470"/>
              <a:gd name="connsiteY109" fmla="*/ 53974 h 225490"/>
              <a:gd name="connsiteX110" fmla="*/ 89581 w 1079470"/>
              <a:gd name="connsiteY110" fmla="*/ 35158 h 225490"/>
              <a:gd name="connsiteX111" fmla="*/ 65330 w 1079470"/>
              <a:gd name="connsiteY111" fmla="*/ 28711 h 225490"/>
              <a:gd name="connsiteX112" fmla="*/ 36620 w 1079470"/>
              <a:gd name="connsiteY112" fmla="*/ 49476 h 225490"/>
              <a:gd name="connsiteX113" fmla="*/ 64168 w 1079470"/>
              <a:gd name="connsiteY113" fmla="*/ 69116 h 225490"/>
              <a:gd name="connsiteX114" fmla="*/ 103449 w 1079470"/>
              <a:gd name="connsiteY114" fmla="*/ 80023 h 225490"/>
              <a:gd name="connsiteX115" fmla="*/ 116418 w 1079470"/>
              <a:gd name="connsiteY115" fmla="*/ 85008 h 225490"/>
              <a:gd name="connsiteX116" fmla="*/ 133060 w 1079470"/>
              <a:gd name="connsiteY116" fmla="*/ 100901 h 225490"/>
              <a:gd name="connsiteX117" fmla="*/ 138495 w 1079470"/>
              <a:gd name="connsiteY117" fmla="*/ 123652 h 225490"/>
              <a:gd name="connsiteX118" fmla="*/ 120691 w 1079470"/>
              <a:gd name="connsiteY118" fmla="*/ 165219 h 225490"/>
              <a:gd name="connsiteX119" fmla="*/ 70241 w 1079470"/>
              <a:gd name="connsiteY119" fmla="*/ 179050 h 225490"/>
              <a:gd name="connsiteX120" fmla="*/ 19790 w 1079470"/>
              <a:gd name="connsiteY120" fmla="*/ 164694 h 225490"/>
              <a:gd name="connsiteX121" fmla="*/ 19790 w 1079470"/>
              <a:gd name="connsiteY121" fmla="*/ 164732 h 225490"/>
              <a:gd name="connsiteX122" fmla="*/ 0 w 1079470"/>
              <a:gd name="connsiteY122" fmla="*/ 122190 h 225490"/>
              <a:gd name="connsiteX123" fmla="*/ 34670 w 1079470"/>
              <a:gd name="connsiteY123" fmla="*/ 122190 h 225490"/>
              <a:gd name="connsiteX124" fmla="*/ 46065 w 1079470"/>
              <a:gd name="connsiteY124" fmla="*/ 142993 h 225490"/>
              <a:gd name="connsiteX125" fmla="*/ 73277 w 1079470"/>
              <a:gd name="connsiteY125" fmla="*/ 149927 h 225490"/>
              <a:gd name="connsiteX126" fmla="*/ 96515 w 1079470"/>
              <a:gd name="connsiteY126" fmla="*/ 144492 h 225490"/>
              <a:gd name="connsiteX127" fmla="*/ 104424 w 1079470"/>
              <a:gd name="connsiteY127" fmla="*/ 128637 h 225490"/>
              <a:gd name="connsiteX128" fmla="*/ 68329 w 1079470"/>
              <a:gd name="connsiteY128" fmla="*/ 104349 h 225490"/>
              <a:gd name="connsiteX129" fmla="*/ 54948 w 1079470"/>
              <a:gd name="connsiteY129" fmla="*/ 101425 h 225490"/>
              <a:gd name="connsiteX130" fmla="*/ 21290 w 1079470"/>
              <a:gd name="connsiteY130" fmla="*/ 90031 h 225490"/>
              <a:gd name="connsiteX131" fmla="*/ 2474 w 1079470"/>
              <a:gd name="connsiteY131" fmla="*/ 51425 h 225490"/>
              <a:gd name="connsiteX132" fmla="*/ 19303 w 1079470"/>
              <a:gd name="connsiteY132" fmla="*/ 13343 h 225490"/>
              <a:gd name="connsiteX133" fmla="*/ 68291 w 1079470"/>
              <a:gd name="connsiteY133" fmla="*/ 0 h 22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079470" h="225490">
                <a:moveTo>
                  <a:pt x="207272" y="70878"/>
                </a:moveTo>
                <a:cubicBezTo>
                  <a:pt x="180810" y="70878"/>
                  <a:pt x="179423" y="97565"/>
                  <a:pt x="179423" y="111133"/>
                </a:cubicBezTo>
                <a:cubicBezTo>
                  <a:pt x="179423" y="145541"/>
                  <a:pt x="198989" y="149927"/>
                  <a:pt x="208247" y="149927"/>
                </a:cubicBezTo>
                <a:cubicBezTo>
                  <a:pt x="232272" y="149927"/>
                  <a:pt x="236096" y="124439"/>
                  <a:pt x="236096" y="111133"/>
                </a:cubicBezTo>
                <a:cubicBezTo>
                  <a:pt x="236096" y="98202"/>
                  <a:pt x="233734" y="70878"/>
                  <a:pt x="207272" y="70878"/>
                </a:cubicBezTo>
                <a:close/>
                <a:moveTo>
                  <a:pt x="338645" y="69866"/>
                </a:moveTo>
                <a:cubicBezTo>
                  <a:pt x="313008" y="70353"/>
                  <a:pt x="313420" y="96590"/>
                  <a:pt x="313420" y="96590"/>
                </a:cubicBezTo>
                <a:lnTo>
                  <a:pt x="363870" y="96590"/>
                </a:lnTo>
                <a:cubicBezTo>
                  <a:pt x="363196" y="87670"/>
                  <a:pt x="359897" y="69566"/>
                  <a:pt x="338645" y="69866"/>
                </a:cubicBezTo>
                <a:close/>
                <a:moveTo>
                  <a:pt x="1007205" y="66080"/>
                </a:moveTo>
                <a:lnTo>
                  <a:pt x="1079470" y="120953"/>
                </a:lnTo>
                <a:lnTo>
                  <a:pt x="1007205" y="175789"/>
                </a:lnTo>
                <a:close/>
                <a:moveTo>
                  <a:pt x="674443" y="44116"/>
                </a:moveTo>
                <a:lnTo>
                  <a:pt x="709076" y="44116"/>
                </a:lnTo>
                <a:lnTo>
                  <a:pt x="709076" y="128225"/>
                </a:lnTo>
                <a:cubicBezTo>
                  <a:pt x="709076" y="128225"/>
                  <a:pt x="707839" y="150976"/>
                  <a:pt x="731827" y="150976"/>
                </a:cubicBezTo>
                <a:cubicBezTo>
                  <a:pt x="754466" y="150976"/>
                  <a:pt x="755028" y="130624"/>
                  <a:pt x="755066" y="129199"/>
                </a:cubicBezTo>
                <a:lnTo>
                  <a:pt x="755066" y="60458"/>
                </a:lnTo>
                <a:cubicBezTo>
                  <a:pt x="755066" y="60458"/>
                  <a:pt x="756228" y="44153"/>
                  <a:pt x="771258" y="44153"/>
                </a:cubicBezTo>
                <a:lnTo>
                  <a:pt x="789212" y="44153"/>
                </a:lnTo>
                <a:cubicBezTo>
                  <a:pt x="789212" y="44153"/>
                  <a:pt x="789212" y="121516"/>
                  <a:pt x="789212" y="122265"/>
                </a:cubicBezTo>
                <a:cubicBezTo>
                  <a:pt x="788987" y="126538"/>
                  <a:pt x="793747" y="178263"/>
                  <a:pt x="731827" y="178038"/>
                </a:cubicBezTo>
                <a:cubicBezTo>
                  <a:pt x="670470" y="178038"/>
                  <a:pt x="674818" y="125714"/>
                  <a:pt x="674443" y="122603"/>
                </a:cubicBezTo>
                <a:close/>
                <a:moveTo>
                  <a:pt x="664699" y="43929"/>
                </a:moveTo>
                <a:lnTo>
                  <a:pt x="664699" y="79049"/>
                </a:lnTo>
                <a:lnTo>
                  <a:pt x="653304" y="79049"/>
                </a:lnTo>
                <a:cubicBezTo>
                  <a:pt x="643709" y="79049"/>
                  <a:pt x="636625" y="81373"/>
                  <a:pt x="632015" y="85983"/>
                </a:cubicBezTo>
                <a:cubicBezTo>
                  <a:pt x="627367" y="90631"/>
                  <a:pt x="625081" y="97865"/>
                  <a:pt x="625081" y="107760"/>
                </a:cubicBezTo>
                <a:lnTo>
                  <a:pt x="625081" y="175527"/>
                </a:lnTo>
                <a:lnTo>
                  <a:pt x="625118" y="175564"/>
                </a:lnTo>
                <a:lnTo>
                  <a:pt x="590485" y="175564"/>
                </a:lnTo>
                <a:lnTo>
                  <a:pt x="590485" y="111733"/>
                </a:lnTo>
                <a:cubicBezTo>
                  <a:pt x="590485" y="98839"/>
                  <a:pt x="592397" y="88044"/>
                  <a:pt x="596182" y="79311"/>
                </a:cubicBezTo>
                <a:cubicBezTo>
                  <a:pt x="599968" y="70578"/>
                  <a:pt x="605178" y="63569"/>
                  <a:pt x="611775" y="58284"/>
                </a:cubicBezTo>
                <a:cubicBezTo>
                  <a:pt x="618034" y="53336"/>
                  <a:pt x="625418" y="49926"/>
                  <a:pt x="633776" y="47414"/>
                </a:cubicBezTo>
                <a:cubicBezTo>
                  <a:pt x="646782" y="43479"/>
                  <a:pt x="664699" y="43929"/>
                  <a:pt x="664699" y="43929"/>
                </a:cubicBezTo>
                <a:close/>
                <a:moveTo>
                  <a:pt x="337596" y="41230"/>
                </a:moveTo>
                <a:cubicBezTo>
                  <a:pt x="357386" y="41230"/>
                  <a:pt x="372754" y="47152"/>
                  <a:pt x="383623" y="59034"/>
                </a:cubicBezTo>
                <a:cubicBezTo>
                  <a:pt x="393706" y="71065"/>
                  <a:pt x="398841" y="87108"/>
                  <a:pt x="399440" y="108622"/>
                </a:cubicBezTo>
                <a:cubicBezTo>
                  <a:pt x="399440" y="108622"/>
                  <a:pt x="399440" y="118030"/>
                  <a:pt x="399440" y="118892"/>
                </a:cubicBezTo>
                <a:lnTo>
                  <a:pt x="313720" y="118892"/>
                </a:lnTo>
                <a:cubicBezTo>
                  <a:pt x="315219" y="147453"/>
                  <a:pt x="331524" y="149102"/>
                  <a:pt x="340107" y="149552"/>
                </a:cubicBezTo>
                <a:cubicBezTo>
                  <a:pt x="352139" y="150152"/>
                  <a:pt x="363346" y="147603"/>
                  <a:pt x="367731" y="135159"/>
                </a:cubicBezTo>
                <a:lnTo>
                  <a:pt x="397529" y="135159"/>
                </a:lnTo>
                <a:cubicBezTo>
                  <a:pt x="393893" y="149027"/>
                  <a:pt x="386922" y="159597"/>
                  <a:pt x="376689" y="166869"/>
                </a:cubicBezTo>
                <a:cubicBezTo>
                  <a:pt x="366457" y="174477"/>
                  <a:pt x="353600" y="178263"/>
                  <a:pt x="338083" y="178263"/>
                </a:cubicBezTo>
                <a:cubicBezTo>
                  <a:pt x="319267" y="178263"/>
                  <a:pt x="304575" y="172191"/>
                  <a:pt x="294042" y="159972"/>
                </a:cubicBezTo>
                <a:cubicBezTo>
                  <a:pt x="283510" y="148090"/>
                  <a:pt x="278225" y="130099"/>
                  <a:pt x="278225" y="108997"/>
                </a:cubicBezTo>
                <a:cubicBezTo>
                  <a:pt x="278225" y="87895"/>
                  <a:pt x="283322" y="71403"/>
                  <a:pt x="293555" y="59521"/>
                </a:cubicBezTo>
                <a:cubicBezTo>
                  <a:pt x="304125" y="47340"/>
                  <a:pt x="317806" y="41230"/>
                  <a:pt x="337596" y="41230"/>
                </a:cubicBezTo>
                <a:close/>
                <a:moveTo>
                  <a:pt x="466683" y="41193"/>
                </a:moveTo>
                <a:cubicBezTo>
                  <a:pt x="517246" y="40443"/>
                  <a:pt x="525566" y="84221"/>
                  <a:pt x="525566" y="84221"/>
                </a:cubicBezTo>
                <a:lnTo>
                  <a:pt x="490933" y="84221"/>
                </a:lnTo>
                <a:cubicBezTo>
                  <a:pt x="490933" y="84221"/>
                  <a:pt x="487560" y="69416"/>
                  <a:pt x="466945" y="69866"/>
                </a:cubicBezTo>
                <a:cubicBezTo>
                  <a:pt x="446330" y="70316"/>
                  <a:pt x="440933" y="89694"/>
                  <a:pt x="440933" y="108097"/>
                </a:cubicBezTo>
                <a:cubicBezTo>
                  <a:pt x="440933" y="126501"/>
                  <a:pt x="445506" y="149515"/>
                  <a:pt x="468407" y="149515"/>
                </a:cubicBezTo>
                <a:cubicBezTo>
                  <a:pt x="490184" y="150189"/>
                  <a:pt x="492095" y="138420"/>
                  <a:pt x="494007" y="135159"/>
                </a:cubicBezTo>
                <a:lnTo>
                  <a:pt x="494007" y="135197"/>
                </a:lnTo>
                <a:lnTo>
                  <a:pt x="526541" y="135197"/>
                </a:lnTo>
                <a:cubicBezTo>
                  <a:pt x="526541" y="135197"/>
                  <a:pt x="517695" y="178226"/>
                  <a:pt x="468594" y="178226"/>
                </a:cubicBezTo>
                <a:cubicBezTo>
                  <a:pt x="419494" y="178226"/>
                  <a:pt x="407387" y="138795"/>
                  <a:pt x="407387" y="112895"/>
                </a:cubicBezTo>
                <a:cubicBezTo>
                  <a:pt x="407387" y="86995"/>
                  <a:pt x="411997" y="42729"/>
                  <a:pt x="466683" y="41193"/>
                </a:cubicBezTo>
                <a:close/>
                <a:moveTo>
                  <a:pt x="855592" y="40705"/>
                </a:moveTo>
                <a:cubicBezTo>
                  <a:pt x="863201" y="40705"/>
                  <a:pt x="870660" y="41530"/>
                  <a:pt x="877969" y="43179"/>
                </a:cubicBezTo>
                <a:cubicBezTo>
                  <a:pt x="885240" y="44828"/>
                  <a:pt x="891874" y="48164"/>
                  <a:pt x="897871" y="53111"/>
                </a:cubicBezTo>
                <a:cubicBezTo>
                  <a:pt x="902857" y="48801"/>
                  <a:pt x="908704" y="45727"/>
                  <a:pt x="915525" y="43928"/>
                </a:cubicBezTo>
                <a:cubicBezTo>
                  <a:pt x="922309" y="42092"/>
                  <a:pt x="929356" y="40742"/>
                  <a:pt x="936665" y="40705"/>
                </a:cubicBezTo>
                <a:cubicBezTo>
                  <a:pt x="979132" y="40480"/>
                  <a:pt x="996148" y="59933"/>
                  <a:pt x="997572" y="66155"/>
                </a:cubicBezTo>
                <a:cubicBezTo>
                  <a:pt x="997572" y="66230"/>
                  <a:pt x="997572" y="175939"/>
                  <a:pt x="997572" y="175939"/>
                </a:cubicBezTo>
                <a:lnTo>
                  <a:pt x="977932" y="175939"/>
                </a:lnTo>
                <a:cubicBezTo>
                  <a:pt x="972947" y="175939"/>
                  <a:pt x="961028" y="172565"/>
                  <a:pt x="961028" y="159035"/>
                </a:cubicBezTo>
                <a:lnTo>
                  <a:pt x="961028" y="91418"/>
                </a:lnTo>
                <a:cubicBezTo>
                  <a:pt x="961103" y="81822"/>
                  <a:pt x="957767" y="68554"/>
                  <a:pt x="937639" y="68554"/>
                </a:cubicBezTo>
                <a:cubicBezTo>
                  <a:pt x="917512" y="68554"/>
                  <a:pt x="914288" y="83472"/>
                  <a:pt x="914288" y="91418"/>
                </a:cubicBezTo>
                <a:lnTo>
                  <a:pt x="914288" y="175939"/>
                </a:lnTo>
                <a:lnTo>
                  <a:pt x="879993" y="175939"/>
                </a:lnTo>
                <a:lnTo>
                  <a:pt x="879993" y="91418"/>
                </a:lnTo>
                <a:cubicBezTo>
                  <a:pt x="879993" y="81672"/>
                  <a:pt x="875982" y="68554"/>
                  <a:pt x="856604" y="68554"/>
                </a:cubicBezTo>
                <a:cubicBezTo>
                  <a:pt x="837226" y="68554"/>
                  <a:pt x="833740" y="83472"/>
                  <a:pt x="833740" y="91418"/>
                </a:cubicBezTo>
                <a:lnTo>
                  <a:pt x="833740" y="175939"/>
                </a:lnTo>
                <a:lnTo>
                  <a:pt x="798920" y="175939"/>
                </a:lnTo>
                <a:lnTo>
                  <a:pt x="798920" y="98389"/>
                </a:lnTo>
                <a:cubicBezTo>
                  <a:pt x="798920" y="75863"/>
                  <a:pt x="805592" y="62069"/>
                  <a:pt x="816574" y="53149"/>
                </a:cubicBezTo>
                <a:cubicBezTo>
                  <a:pt x="827443" y="44303"/>
                  <a:pt x="841349" y="41380"/>
                  <a:pt x="855592" y="40705"/>
                </a:cubicBezTo>
                <a:close/>
                <a:moveTo>
                  <a:pt x="209596" y="40705"/>
                </a:moveTo>
                <a:cubicBezTo>
                  <a:pt x="231223" y="40967"/>
                  <a:pt x="246928" y="49588"/>
                  <a:pt x="256223" y="60420"/>
                </a:cubicBezTo>
                <a:cubicBezTo>
                  <a:pt x="266156" y="73352"/>
                  <a:pt x="270429" y="89431"/>
                  <a:pt x="270429" y="109634"/>
                </a:cubicBezTo>
                <a:cubicBezTo>
                  <a:pt x="270429" y="129836"/>
                  <a:pt x="265444" y="147415"/>
                  <a:pt x="255511" y="160346"/>
                </a:cubicBezTo>
                <a:cubicBezTo>
                  <a:pt x="245578" y="172940"/>
                  <a:pt x="232797" y="179237"/>
                  <a:pt x="217205" y="179237"/>
                </a:cubicBezTo>
                <a:cubicBezTo>
                  <a:pt x="193816" y="179237"/>
                  <a:pt x="182497" y="169492"/>
                  <a:pt x="179386" y="167693"/>
                </a:cubicBezTo>
                <a:cubicBezTo>
                  <a:pt x="179386" y="168817"/>
                  <a:pt x="179386" y="208585"/>
                  <a:pt x="179386" y="208585"/>
                </a:cubicBezTo>
                <a:lnTo>
                  <a:pt x="179423" y="208585"/>
                </a:lnTo>
                <a:cubicBezTo>
                  <a:pt x="179423" y="217431"/>
                  <a:pt x="172527" y="225490"/>
                  <a:pt x="162519" y="225490"/>
                </a:cubicBezTo>
                <a:lnTo>
                  <a:pt x="145615" y="225490"/>
                </a:lnTo>
                <a:lnTo>
                  <a:pt x="145615" y="101688"/>
                </a:lnTo>
                <a:cubicBezTo>
                  <a:pt x="147564" y="68741"/>
                  <a:pt x="159558" y="42504"/>
                  <a:pt x="209596" y="40705"/>
                </a:cubicBezTo>
                <a:close/>
                <a:moveTo>
                  <a:pt x="534375" y="5547"/>
                </a:moveTo>
                <a:lnTo>
                  <a:pt x="552179" y="5547"/>
                </a:lnTo>
                <a:cubicBezTo>
                  <a:pt x="565110" y="5547"/>
                  <a:pt x="568521" y="16267"/>
                  <a:pt x="568521" y="22376"/>
                </a:cubicBezTo>
                <a:lnTo>
                  <a:pt x="568521" y="44640"/>
                </a:lnTo>
                <a:lnTo>
                  <a:pt x="588836" y="44640"/>
                </a:lnTo>
                <a:lnTo>
                  <a:pt x="588836" y="79311"/>
                </a:lnTo>
                <a:lnTo>
                  <a:pt x="568483" y="79311"/>
                </a:lnTo>
                <a:lnTo>
                  <a:pt x="568483" y="175264"/>
                </a:lnTo>
                <a:cubicBezTo>
                  <a:pt x="567958" y="175264"/>
                  <a:pt x="553153" y="175264"/>
                  <a:pt x="553003" y="175264"/>
                </a:cubicBezTo>
                <a:cubicBezTo>
                  <a:pt x="540260" y="175264"/>
                  <a:pt x="534375" y="166193"/>
                  <a:pt x="534375" y="151013"/>
                </a:cubicBezTo>
                <a:close/>
                <a:moveTo>
                  <a:pt x="68291" y="0"/>
                </a:moveTo>
                <a:cubicBezTo>
                  <a:pt x="88419" y="0"/>
                  <a:pt x="103936" y="4648"/>
                  <a:pt x="114806" y="13868"/>
                </a:cubicBezTo>
                <a:cubicBezTo>
                  <a:pt x="126013" y="24101"/>
                  <a:pt x="131935" y="37482"/>
                  <a:pt x="132610" y="53974"/>
                </a:cubicBezTo>
                <a:lnTo>
                  <a:pt x="99026" y="53974"/>
                </a:lnTo>
                <a:cubicBezTo>
                  <a:pt x="99026" y="53974"/>
                  <a:pt x="100226" y="43441"/>
                  <a:pt x="89581" y="35158"/>
                </a:cubicBezTo>
                <a:cubicBezTo>
                  <a:pt x="83659" y="30847"/>
                  <a:pt x="75226" y="28711"/>
                  <a:pt x="65330" y="28711"/>
                </a:cubicBezTo>
                <a:cubicBezTo>
                  <a:pt x="55435" y="28711"/>
                  <a:pt x="37482" y="30248"/>
                  <a:pt x="36620" y="49476"/>
                </a:cubicBezTo>
                <a:cubicBezTo>
                  <a:pt x="36694" y="59408"/>
                  <a:pt x="47339" y="65031"/>
                  <a:pt x="64168" y="69116"/>
                </a:cubicBezTo>
                <a:cubicBezTo>
                  <a:pt x="67205" y="69941"/>
                  <a:pt x="97377" y="78187"/>
                  <a:pt x="103449" y="80023"/>
                </a:cubicBezTo>
                <a:cubicBezTo>
                  <a:pt x="109071" y="81748"/>
                  <a:pt x="111845" y="82722"/>
                  <a:pt x="116418" y="85008"/>
                </a:cubicBezTo>
                <a:cubicBezTo>
                  <a:pt x="123614" y="88607"/>
                  <a:pt x="129536" y="94566"/>
                  <a:pt x="133060" y="100901"/>
                </a:cubicBezTo>
                <a:cubicBezTo>
                  <a:pt x="136883" y="107797"/>
                  <a:pt x="138495" y="115406"/>
                  <a:pt x="138495" y="123652"/>
                </a:cubicBezTo>
                <a:cubicBezTo>
                  <a:pt x="138495" y="141456"/>
                  <a:pt x="132572" y="155324"/>
                  <a:pt x="120691" y="165219"/>
                </a:cubicBezTo>
                <a:cubicBezTo>
                  <a:pt x="108847" y="174440"/>
                  <a:pt x="92655" y="179050"/>
                  <a:pt x="70241" y="179050"/>
                </a:cubicBezTo>
                <a:cubicBezTo>
                  <a:pt x="47827" y="179050"/>
                  <a:pt x="30997" y="174252"/>
                  <a:pt x="19790" y="164694"/>
                </a:cubicBezTo>
                <a:lnTo>
                  <a:pt x="19790" y="164732"/>
                </a:lnTo>
                <a:cubicBezTo>
                  <a:pt x="7571" y="155174"/>
                  <a:pt x="975" y="141006"/>
                  <a:pt x="0" y="122190"/>
                </a:cubicBezTo>
                <a:lnTo>
                  <a:pt x="34670" y="122190"/>
                </a:lnTo>
                <a:cubicBezTo>
                  <a:pt x="36020" y="132123"/>
                  <a:pt x="39805" y="139020"/>
                  <a:pt x="46065" y="142993"/>
                </a:cubicBezTo>
                <a:cubicBezTo>
                  <a:pt x="52662" y="147603"/>
                  <a:pt x="61732" y="149927"/>
                  <a:pt x="73277" y="149927"/>
                </a:cubicBezTo>
                <a:cubicBezTo>
                  <a:pt x="83472" y="149927"/>
                  <a:pt x="91680" y="147790"/>
                  <a:pt x="96515" y="144492"/>
                </a:cubicBezTo>
                <a:cubicBezTo>
                  <a:pt x="101800" y="140856"/>
                  <a:pt x="104161" y="135571"/>
                  <a:pt x="104424" y="128637"/>
                </a:cubicBezTo>
                <a:cubicBezTo>
                  <a:pt x="104836" y="117168"/>
                  <a:pt x="91530" y="110009"/>
                  <a:pt x="68329" y="104349"/>
                </a:cubicBezTo>
                <a:lnTo>
                  <a:pt x="54948" y="101425"/>
                </a:lnTo>
                <a:cubicBezTo>
                  <a:pt x="39018" y="98239"/>
                  <a:pt x="26724" y="93292"/>
                  <a:pt x="21290" y="90031"/>
                </a:cubicBezTo>
                <a:cubicBezTo>
                  <a:pt x="12369" y="84409"/>
                  <a:pt x="2511" y="72190"/>
                  <a:pt x="2474" y="51425"/>
                </a:cubicBezTo>
                <a:cubicBezTo>
                  <a:pt x="2474" y="35270"/>
                  <a:pt x="8059" y="22564"/>
                  <a:pt x="19303" y="13343"/>
                </a:cubicBezTo>
                <a:cubicBezTo>
                  <a:pt x="30510" y="4460"/>
                  <a:pt x="46852" y="0"/>
                  <a:pt x="68291" y="0"/>
                </a:cubicBezTo>
                <a:close/>
              </a:path>
            </a:pathLst>
          </a:custGeom>
          <a:solidFill>
            <a:schemeClr val="bg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20" name="Date Placeholder 19">
            <a:extLst>
              <a:ext uri="{FF2B5EF4-FFF2-40B4-BE49-F238E27FC236}">
                <a16:creationId xmlns:a16="http://schemas.microsoft.com/office/drawing/2014/main" id="{2299790A-8ED2-7799-8115-452373C15C68}"/>
              </a:ext>
            </a:extLst>
          </p:cNvPr>
          <p:cNvSpPr>
            <a:spLocks noGrp="1"/>
          </p:cNvSpPr>
          <p:nvPr>
            <p:ph type="dt" sz="half" idx="24"/>
          </p:nvPr>
        </p:nvSpPr>
        <p:spPr/>
        <p:txBody>
          <a:bodyPr/>
          <a:lstStyle/>
          <a:p>
            <a:fld id="{4C2B617C-3F9E-844B-8E15-5F336F15674D}" type="datetime1">
              <a:rPr lang="en-US" smtClean="0"/>
              <a:t>3/19/2026</a:t>
            </a:fld>
            <a:endParaRPr lang="en-US"/>
          </a:p>
        </p:txBody>
      </p:sp>
      <p:sp>
        <p:nvSpPr>
          <p:cNvPr id="21" name="Footer Placeholder 20">
            <a:extLst>
              <a:ext uri="{FF2B5EF4-FFF2-40B4-BE49-F238E27FC236}">
                <a16:creationId xmlns:a16="http://schemas.microsoft.com/office/drawing/2014/main" id="{8BE791CB-1C67-2748-C170-F13596691B80}"/>
              </a:ext>
            </a:extLst>
          </p:cNvPr>
          <p:cNvSpPr>
            <a:spLocks noGrp="1"/>
          </p:cNvSpPr>
          <p:nvPr>
            <p:ph type="ftr" sz="quarter" idx="25"/>
          </p:nvPr>
        </p:nvSpPr>
        <p:spPr>
          <a:xfrm>
            <a:off x="1184276" y="6384903"/>
            <a:ext cx="5938836" cy="100074"/>
          </a:xfrm>
        </p:spPr>
        <p:txBody>
          <a:bodyPr/>
          <a:lstStyle/>
          <a:p>
            <a:endParaRPr lang="en-US"/>
          </a:p>
        </p:txBody>
      </p:sp>
      <p:sp>
        <p:nvSpPr>
          <p:cNvPr id="22" name="Slide Number Placeholder 21">
            <a:extLst>
              <a:ext uri="{FF2B5EF4-FFF2-40B4-BE49-F238E27FC236}">
                <a16:creationId xmlns:a16="http://schemas.microsoft.com/office/drawing/2014/main" id="{92708739-1A8C-CCC7-32D2-49A29B25CE36}"/>
              </a:ext>
            </a:extLst>
          </p:cNvPr>
          <p:cNvSpPr>
            <a:spLocks noGrp="1"/>
          </p:cNvSpPr>
          <p:nvPr>
            <p:ph type="sldNum" sz="quarter" idx="26"/>
          </p:nvPr>
        </p:nvSpPr>
        <p:spPr/>
        <p:txBody>
          <a:bodyPr/>
          <a:lstStyle/>
          <a:p>
            <a:fld id="{A82C3BC0-3EBF-3C4C-A3D8-795624EBC6AA}" type="slidenum">
              <a:rPr lang="en-US" smtClean="0"/>
              <a:pPr/>
              <a:t>‹#›</a:t>
            </a:fld>
            <a:endParaRPr lang="en-US"/>
          </a:p>
        </p:txBody>
      </p:sp>
      <p:sp>
        <p:nvSpPr>
          <p:cNvPr id="24" name="Text Placeholder 23">
            <a:extLst>
              <a:ext uri="{FF2B5EF4-FFF2-40B4-BE49-F238E27FC236}">
                <a16:creationId xmlns:a16="http://schemas.microsoft.com/office/drawing/2014/main" id="{B2FE11AB-218B-8CC9-DB4E-43A1A680D51D}"/>
              </a:ext>
            </a:extLst>
          </p:cNvPr>
          <p:cNvSpPr>
            <a:spLocks noGrp="1"/>
          </p:cNvSpPr>
          <p:nvPr>
            <p:ph type="body" sz="quarter" idx="27"/>
          </p:nvPr>
        </p:nvSpPr>
        <p:spPr>
          <a:xfrm>
            <a:off x="496888" y="1642391"/>
            <a:ext cx="6626225" cy="4183734"/>
          </a:xfrm>
        </p:spPr>
        <p:txBody>
          <a:bodyPr/>
          <a:lstStyle/>
          <a:p>
            <a:pPr lvl="0"/>
            <a:r>
              <a:rPr lang="en-US"/>
              <a:t>Click to edit Master text styles</a:t>
            </a:r>
          </a:p>
          <a:p>
            <a:pPr lvl="1"/>
            <a:r>
              <a:rPr lang="en-US"/>
              <a:t>Second level</a:t>
            </a:r>
          </a:p>
          <a:p>
            <a:pPr lvl="2"/>
            <a:r>
              <a:rPr lang="en-US"/>
              <a:t>Third level</a:t>
            </a:r>
          </a:p>
        </p:txBody>
      </p:sp>
      <p:sp>
        <p:nvSpPr>
          <p:cNvPr id="7" name="Text Placeholder 7">
            <a:extLst>
              <a:ext uri="{FF2B5EF4-FFF2-40B4-BE49-F238E27FC236}">
                <a16:creationId xmlns:a16="http://schemas.microsoft.com/office/drawing/2014/main" id="{E6B14D59-9BF9-6384-4DD3-0388F6D2812F}"/>
              </a:ext>
            </a:extLst>
          </p:cNvPr>
          <p:cNvSpPr>
            <a:spLocks noGrp="1"/>
          </p:cNvSpPr>
          <p:nvPr>
            <p:ph type="body" sz="quarter" idx="13" hasCustomPrompt="1"/>
          </p:nvPr>
        </p:nvSpPr>
        <p:spPr>
          <a:xfrm>
            <a:off x="496889" y="879237"/>
            <a:ext cx="5084064"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5" name="Rectangle 4">
            <a:extLst>
              <a:ext uri="{FF2B5EF4-FFF2-40B4-BE49-F238E27FC236}">
                <a16:creationId xmlns:a16="http://schemas.microsoft.com/office/drawing/2014/main" id="{670DB8E7-2B58-EBB2-17C5-AC2211A112B6}"/>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750646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Key Point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9053512" cy="328304"/>
          </a:xfrm>
        </p:spPr>
        <p:txBody>
          <a:bodyPr/>
          <a:lstStyle/>
          <a:p>
            <a:r>
              <a:rPr lang="en-US"/>
              <a:t>1 Key Point White</a:t>
            </a:r>
          </a:p>
        </p:txBody>
      </p:sp>
      <p:sp>
        <p:nvSpPr>
          <p:cNvPr id="18" name="Text Placeholder 17">
            <a:extLst>
              <a:ext uri="{FF2B5EF4-FFF2-40B4-BE49-F238E27FC236}">
                <a16:creationId xmlns:a16="http://schemas.microsoft.com/office/drawing/2014/main" id="{1FD0916E-286C-CB76-DEF7-8A46093EC0FF}"/>
              </a:ext>
            </a:extLst>
          </p:cNvPr>
          <p:cNvSpPr>
            <a:spLocks noGrp="1"/>
          </p:cNvSpPr>
          <p:nvPr>
            <p:ph type="body" sz="quarter" idx="14"/>
          </p:nvPr>
        </p:nvSpPr>
        <p:spPr>
          <a:xfrm>
            <a:off x="496888" y="1742181"/>
            <a:ext cx="9038997" cy="3518857"/>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sp>
        <p:nvSpPr>
          <p:cNvPr id="11" name="Date Placeholder 10">
            <a:extLst>
              <a:ext uri="{FF2B5EF4-FFF2-40B4-BE49-F238E27FC236}">
                <a16:creationId xmlns:a16="http://schemas.microsoft.com/office/drawing/2014/main" id="{FEB1B61A-6933-4B35-7F79-7D0835B3990C}"/>
              </a:ext>
            </a:extLst>
          </p:cNvPr>
          <p:cNvSpPr>
            <a:spLocks noGrp="1"/>
          </p:cNvSpPr>
          <p:nvPr>
            <p:ph type="dt" sz="half" idx="15"/>
          </p:nvPr>
        </p:nvSpPr>
        <p:spPr/>
        <p:txBody>
          <a:bodyPr/>
          <a:lstStyle/>
          <a:p>
            <a:fld id="{FB8D3147-57E3-CD49-9933-D0E894AD1C69}" type="datetime1">
              <a:rPr lang="en-US" smtClean="0"/>
              <a:t>3/19/2026</a:t>
            </a:fld>
            <a:endParaRPr lang="en-US"/>
          </a:p>
        </p:txBody>
      </p:sp>
      <p:sp>
        <p:nvSpPr>
          <p:cNvPr id="12" name="Footer Placeholder 11">
            <a:extLst>
              <a:ext uri="{FF2B5EF4-FFF2-40B4-BE49-F238E27FC236}">
                <a16:creationId xmlns:a16="http://schemas.microsoft.com/office/drawing/2014/main" id="{A1C6EBA0-C743-82E3-0D03-D9C8ABB162D7}"/>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07855046-8ABA-7642-533C-6B8D847249D7}"/>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DAD666D6-D051-4573-C338-861712C9222C}"/>
              </a:ext>
            </a:extLst>
          </p:cNvPr>
          <p:cNvSpPr>
            <a:spLocks noGrp="1"/>
          </p:cNvSpPr>
          <p:nvPr>
            <p:ph type="body" sz="quarter" idx="13" hasCustomPrompt="1"/>
          </p:nvPr>
        </p:nvSpPr>
        <p:spPr>
          <a:xfrm>
            <a:off x="496889" y="879237"/>
            <a:ext cx="9063672"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grpSp>
        <p:nvGrpSpPr>
          <p:cNvPr id="5" name="Group 4">
            <a:extLst>
              <a:ext uri="{FF2B5EF4-FFF2-40B4-BE49-F238E27FC236}">
                <a16:creationId xmlns:a16="http://schemas.microsoft.com/office/drawing/2014/main" id="{2FDF5274-1CCD-BDCE-C67F-27E38157F26A}"/>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FEE7CE1F-66B1-FB2F-36D1-FC6848D687A6}"/>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83BEFFAD-AE46-AB31-C035-A9313C3E1DED}"/>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0E7514EC-174D-4415-394D-A9408DD72175}"/>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721712A-E0FD-0E13-BB38-259B0E9F4AA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99E923F7-33EB-F87C-1DCA-AA74958648CB}"/>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A704DCB-A70B-A351-F17C-AFB1C43835D6}"/>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B9DF144-BBC5-3444-F810-B5D584C9A1D7}"/>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E635FD2E-885E-73DC-E7B0-977BA593B5D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55B0F07-CEB1-57C6-2AF2-9BA8C3E5E4BF}"/>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0" name="Rectangle 9">
            <a:extLst>
              <a:ext uri="{FF2B5EF4-FFF2-40B4-BE49-F238E27FC236}">
                <a16:creationId xmlns:a16="http://schemas.microsoft.com/office/drawing/2014/main" id="{FDAF9977-3675-0F61-7D71-6B30FCDAFD24}"/>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94596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Key Points White">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1609F252-7D56-3B08-672D-BC5CB3B97735}"/>
              </a:ext>
            </a:extLst>
          </p:cNvPr>
          <p:cNvSpPr>
            <a:spLocks noGrp="1"/>
          </p:cNvSpPr>
          <p:nvPr>
            <p:ph type="body" sz="quarter" idx="19"/>
          </p:nvPr>
        </p:nvSpPr>
        <p:spPr>
          <a:xfrm>
            <a:off x="496888" y="1742181"/>
            <a:ext cx="5350669" cy="3518857"/>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46472" cy="328304"/>
          </a:xfrm>
        </p:spPr>
        <p:txBody>
          <a:bodyPr/>
          <a:lstStyle/>
          <a:p>
            <a:r>
              <a:rPr lang="en-US"/>
              <a:t>2 Key Points White</a:t>
            </a:r>
          </a:p>
        </p:txBody>
      </p:sp>
      <p:sp>
        <p:nvSpPr>
          <p:cNvPr id="12" name="Date Placeholder 11">
            <a:extLst>
              <a:ext uri="{FF2B5EF4-FFF2-40B4-BE49-F238E27FC236}">
                <a16:creationId xmlns:a16="http://schemas.microsoft.com/office/drawing/2014/main" id="{EE76294E-43CE-D0CD-23D0-6AD6452A16FD}"/>
              </a:ext>
            </a:extLst>
          </p:cNvPr>
          <p:cNvSpPr>
            <a:spLocks noGrp="1"/>
          </p:cNvSpPr>
          <p:nvPr>
            <p:ph type="dt" sz="half" idx="16"/>
          </p:nvPr>
        </p:nvSpPr>
        <p:spPr/>
        <p:txBody>
          <a:bodyPr/>
          <a:lstStyle/>
          <a:p>
            <a:fld id="{E28D3D17-353D-2E4F-A7AF-9D284AAFFB24}" type="datetime1">
              <a:rPr lang="en-US" smtClean="0"/>
              <a:t>3/19/2026</a:t>
            </a:fld>
            <a:endParaRPr lang="en-US"/>
          </a:p>
        </p:txBody>
      </p:sp>
      <p:sp>
        <p:nvSpPr>
          <p:cNvPr id="13" name="Footer Placeholder 12">
            <a:extLst>
              <a:ext uri="{FF2B5EF4-FFF2-40B4-BE49-F238E27FC236}">
                <a16:creationId xmlns:a16="http://schemas.microsoft.com/office/drawing/2014/main" id="{A40749EC-82FE-93A6-4948-CA3422F6C705}"/>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7AC27666-046A-96CA-A1DF-9E063F208E75}"/>
              </a:ext>
            </a:extLst>
          </p:cNvPr>
          <p:cNvSpPr>
            <a:spLocks noGrp="1"/>
          </p:cNvSpPr>
          <p:nvPr>
            <p:ph type="sldNum" sz="quarter" idx="18"/>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AF7C4E33-BD34-10A3-921E-1F8C1A1432AD}"/>
              </a:ext>
            </a:extLst>
          </p:cNvPr>
          <p:cNvSpPr>
            <a:spLocks noGrp="1"/>
          </p:cNvSpPr>
          <p:nvPr>
            <p:ph type="body" sz="quarter" idx="13" hasCustomPrompt="1"/>
          </p:nvPr>
        </p:nvSpPr>
        <p:spPr>
          <a:xfrm>
            <a:off x="496888" y="879237"/>
            <a:ext cx="1115663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8" name="Text Placeholder 17">
            <a:extLst>
              <a:ext uri="{FF2B5EF4-FFF2-40B4-BE49-F238E27FC236}">
                <a16:creationId xmlns:a16="http://schemas.microsoft.com/office/drawing/2014/main" id="{4A0391E2-3D63-DC32-1B52-3C3940FDDA8F}"/>
              </a:ext>
            </a:extLst>
          </p:cNvPr>
          <p:cNvSpPr>
            <a:spLocks noGrp="1"/>
          </p:cNvSpPr>
          <p:nvPr>
            <p:ph type="body" sz="quarter" idx="20"/>
          </p:nvPr>
        </p:nvSpPr>
        <p:spPr>
          <a:xfrm>
            <a:off x="6344441" y="1742181"/>
            <a:ext cx="5350669" cy="3518857"/>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grpSp>
        <p:nvGrpSpPr>
          <p:cNvPr id="5" name="Group 4">
            <a:extLst>
              <a:ext uri="{FF2B5EF4-FFF2-40B4-BE49-F238E27FC236}">
                <a16:creationId xmlns:a16="http://schemas.microsoft.com/office/drawing/2014/main" id="{FB4B7F52-BEEA-69E4-22C0-8BC75C7C43E3}"/>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0AE65BAD-40E9-F2F0-039B-B18B9D666C0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E1DB4721-1A7C-8AA3-4B5C-7FBB5744B6E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517F640F-4A89-EE51-8B66-7CADFCEE5B2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03948CAE-3991-C464-6638-8CD9184DD085}"/>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30B9664-87AB-18B5-6D4E-FBF8C28C753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6782726-BFA3-F0C0-9877-63292166CE74}"/>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46BE135-96B3-2DD0-F0D9-1BA135F14F2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4B3ECFB-3A12-57B1-AD35-59EF046C94B8}"/>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A0C368F2-C686-2BF6-04B8-C3131A01BD6D}"/>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E861334F-32DC-B50A-E019-2B7187EF563F}"/>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366371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Key Points White">
    <p:spTree>
      <p:nvGrpSpPr>
        <p:cNvPr id="1" name=""/>
        <p:cNvGrpSpPr/>
        <p:nvPr/>
      </p:nvGrpSpPr>
      <p:grpSpPr>
        <a:xfrm>
          <a:off x="0" y="0"/>
          <a:ext cx="0" cy="0"/>
          <a:chOff x="0" y="0"/>
          <a:chExt cx="0" cy="0"/>
        </a:xfrm>
      </p:grpSpPr>
      <p:sp>
        <p:nvSpPr>
          <p:cNvPr id="6" name="Text Placeholder 17">
            <a:extLst>
              <a:ext uri="{FF2B5EF4-FFF2-40B4-BE49-F238E27FC236}">
                <a16:creationId xmlns:a16="http://schemas.microsoft.com/office/drawing/2014/main" id="{DFF2330C-9A90-0F1C-8D58-A637B51DCCBA}"/>
              </a:ext>
            </a:extLst>
          </p:cNvPr>
          <p:cNvSpPr>
            <a:spLocks noGrp="1"/>
          </p:cNvSpPr>
          <p:nvPr>
            <p:ph type="body" sz="quarter" idx="20" hasCustomPrompt="1"/>
          </p:nvPr>
        </p:nvSpPr>
        <p:spPr>
          <a:xfrm>
            <a:off x="496889" y="1742181"/>
            <a:ext cx="3386502" cy="3518857"/>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56632" cy="328304"/>
          </a:xfrm>
        </p:spPr>
        <p:txBody>
          <a:bodyPr/>
          <a:lstStyle/>
          <a:p>
            <a:r>
              <a:rPr lang="en-US"/>
              <a:t>3 Key Points, White</a:t>
            </a:r>
          </a:p>
        </p:txBody>
      </p:sp>
      <p:sp>
        <p:nvSpPr>
          <p:cNvPr id="13" name="Date Placeholder 12">
            <a:extLst>
              <a:ext uri="{FF2B5EF4-FFF2-40B4-BE49-F238E27FC236}">
                <a16:creationId xmlns:a16="http://schemas.microsoft.com/office/drawing/2014/main" id="{0760BACF-EF22-CF2E-2199-C9C9504363B4}"/>
              </a:ext>
            </a:extLst>
          </p:cNvPr>
          <p:cNvSpPr>
            <a:spLocks noGrp="1"/>
          </p:cNvSpPr>
          <p:nvPr>
            <p:ph type="dt" sz="half" idx="17"/>
          </p:nvPr>
        </p:nvSpPr>
        <p:spPr/>
        <p:txBody>
          <a:bodyPr/>
          <a:lstStyle/>
          <a:p>
            <a:fld id="{F14758DB-8E00-B741-8C4D-AA4ACCE6B94D}" type="datetime1">
              <a:rPr lang="en-US" smtClean="0"/>
              <a:t>3/19/2026</a:t>
            </a:fld>
            <a:endParaRPr lang="en-US"/>
          </a:p>
        </p:txBody>
      </p:sp>
      <p:sp>
        <p:nvSpPr>
          <p:cNvPr id="14" name="Footer Placeholder 13">
            <a:extLst>
              <a:ext uri="{FF2B5EF4-FFF2-40B4-BE49-F238E27FC236}">
                <a16:creationId xmlns:a16="http://schemas.microsoft.com/office/drawing/2014/main" id="{6390868C-0465-BFEF-ACAA-45E75467B830}"/>
              </a:ext>
            </a:extLst>
          </p:cNvPr>
          <p:cNvSpPr>
            <a:spLocks noGrp="1"/>
          </p:cNvSpPr>
          <p:nvPr>
            <p:ph type="ftr" sz="quarter" idx="18"/>
          </p:nvPr>
        </p:nvSpPr>
        <p:spPr/>
        <p:txBody>
          <a:bodyPr/>
          <a:lstStyle/>
          <a:p>
            <a:endParaRPr lang="en-US"/>
          </a:p>
        </p:txBody>
      </p:sp>
      <p:sp>
        <p:nvSpPr>
          <p:cNvPr id="15" name="Slide Number Placeholder 14">
            <a:extLst>
              <a:ext uri="{FF2B5EF4-FFF2-40B4-BE49-F238E27FC236}">
                <a16:creationId xmlns:a16="http://schemas.microsoft.com/office/drawing/2014/main" id="{463F450E-D359-BF42-3EBA-4DEB02FBBCD8}"/>
              </a:ext>
            </a:extLst>
          </p:cNvPr>
          <p:cNvSpPr>
            <a:spLocks noGrp="1"/>
          </p:cNvSpPr>
          <p:nvPr>
            <p:ph type="sldNum" sz="quarter" idx="19"/>
          </p:nvPr>
        </p:nvSpPr>
        <p:spPr/>
        <p:txBody>
          <a:bodyPr/>
          <a:lstStyle/>
          <a:p>
            <a:fld id="{A82C3BC0-3EBF-3C4C-A3D8-795624EBC6AA}" type="slidenum">
              <a:rPr lang="en-US" smtClean="0"/>
              <a:pPr/>
              <a:t>‹#›</a:t>
            </a:fld>
            <a:endParaRPr lang="en-US"/>
          </a:p>
        </p:txBody>
      </p:sp>
      <p:sp>
        <p:nvSpPr>
          <p:cNvPr id="4" name="Text Placeholder 7">
            <a:extLst>
              <a:ext uri="{FF2B5EF4-FFF2-40B4-BE49-F238E27FC236}">
                <a16:creationId xmlns:a16="http://schemas.microsoft.com/office/drawing/2014/main" id="{CFDE0D3D-8627-BB64-4FFD-A10A4813C3EB}"/>
              </a:ext>
            </a:extLst>
          </p:cNvPr>
          <p:cNvSpPr>
            <a:spLocks noGrp="1"/>
          </p:cNvSpPr>
          <p:nvPr>
            <p:ph type="body" sz="quarter" idx="13" hasCustomPrompt="1"/>
          </p:nvPr>
        </p:nvSpPr>
        <p:spPr>
          <a:xfrm>
            <a:off x="496888" y="879237"/>
            <a:ext cx="1117695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8" name="Text Placeholder 17">
            <a:extLst>
              <a:ext uri="{FF2B5EF4-FFF2-40B4-BE49-F238E27FC236}">
                <a16:creationId xmlns:a16="http://schemas.microsoft.com/office/drawing/2014/main" id="{8D8827BD-C538-2DA7-2F84-A58B04713B6B}"/>
              </a:ext>
            </a:extLst>
          </p:cNvPr>
          <p:cNvSpPr>
            <a:spLocks noGrp="1"/>
          </p:cNvSpPr>
          <p:nvPr>
            <p:ph type="body" sz="quarter" idx="21" hasCustomPrompt="1"/>
          </p:nvPr>
        </p:nvSpPr>
        <p:spPr>
          <a:xfrm>
            <a:off x="4407242" y="1742181"/>
            <a:ext cx="3386502" cy="3518857"/>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sp>
        <p:nvSpPr>
          <p:cNvPr id="10" name="Text Placeholder 17">
            <a:extLst>
              <a:ext uri="{FF2B5EF4-FFF2-40B4-BE49-F238E27FC236}">
                <a16:creationId xmlns:a16="http://schemas.microsoft.com/office/drawing/2014/main" id="{D4110667-F88E-8413-96BE-35AB798AE79A}"/>
              </a:ext>
            </a:extLst>
          </p:cNvPr>
          <p:cNvSpPr>
            <a:spLocks noGrp="1"/>
          </p:cNvSpPr>
          <p:nvPr>
            <p:ph type="body" sz="quarter" idx="22" hasCustomPrompt="1"/>
          </p:nvPr>
        </p:nvSpPr>
        <p:spPr>
          <a:xfrm>
            <a:off x="8308607" y="1742181"/>
            <a:ext cx="3386502" cy="3518857"/>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grpSp>
        <p:nvGrpSpPr>
          <p:cNvPr id="2" name="Group 1">
            <a:extLst>
              <a:ext uri="{FF2B5EF4-FFF2-40B4-BE49-F238E27FC236}">
                <a16:creationId xmlns:a16="http://schemas.microsoft.com/office/drawing/2014/main" id="{DD1D1BA5-EDF5-2D76-8531-AD5E4337B1D6}"/>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949F39F4-74A3-330B-083F-C92C1D4E826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A886A552-F478-1856-B458-44AA6D67754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22387B8-10C1-77AE-EA80-60EB7898248A}"/>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4841C17-C965-FFB0-BDF3-E97D586A2957}"/>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C75DEE8-3440-7A32-9899-B625BE850B8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C3A6676-9975-6598-D72D-351F95DCE621}"/>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97944D0-3A48-126D-39FF-75EF59922C8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FB36BFC-E42D-8BB4-3262-3BA3CB3055B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0314663-E7D6-DEB6-F0BE-23796F93D2BD}"/>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2" name="Rectangle 11">
            <a:extLst>
              <a:ext uri="{FF2B5EF4-FFF2-40B4-BE49-F238E27FC236}">
                <a16:creationId xmlns:a16="http://schemas.microsoft.com/office/drawing/2014/main" id="{D4741A71-67E7-2EB5-413E-78A2204FECD5}"/>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6922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Key Points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76952" cy="328304"/>
          </a:xfrm>
        </p:spPr>
        <p:txBody>
          <a:bodyPr/>
          <a:lstStyle/>
          <a:p>
            <a:r>
              <a:rPr lang="en-US"/>
              <a:t>4 Key Points White</a:t>
            </a:r>
          </a:p>
        </p:txBody>
      </p:sp>
      <p:sp>
        <p:nvSpPr>
          <p:cNvPr id="13" name="Date Placeholder 12">
            <a:extLst>
              <a:ext uri="{FF2B5EF4-FFF2-40B4-BE49-F238E27FC236}">
                <a16:creationId xmlns:a16="http://schemas.microsoft.com/office/drawing/2014/main" id="{24CCA036-E6D8-19C4-EC06-1FF955D96C15}"/>
              </a:ext>
            </a:extLst>
          </p:cNvPr>
          <p:cNvSpPr>
            <a:spLocks noGrp="1"/>
          </p:cNvSpPr>
          <p:nvPr>
            <p:ph type="dt" sz="half" idx="18"/>
          </p:nvPr>
        </p:nvSpPr>
        <p:spPr/>
        <p:txBody>
          <a:bodyPr/>
          <a:lstStyle/>
          <a:p>
            <a:fld id="{7396B3EC-2C6A-EB40-B517-5FD0990D8561}" type="datetime1">
              <a:rPr lang="en-US" smtClean="0"/>
              <a:t>3/19/2026</a:t>
            </a:fld>
            <a:endParaRPr lang="en-US"/>
          </a:p>
        </p:txBody>
      </p:sp>
      <p:sp>
        <p:nvSpPr>
          <p:cNvPr id="15" name="Footer Placeholder 14">
            <a:extLst>
              <a:ext uri="{FF2B5EF4-FFF2-40B4-BE49-F238E27FC236}">
                <a16:creationId xmlns:a16="http://schemas.microsoft.com/office/drawing/2014/main" id="{8DF7A9CD-BA91-8585-C332-2EB0DCC02E88}"/>
              </a:ext>
            </a:extLst>
          </p:cNvPr>
          <p:cNvSpPr>
            <a:spLocks noGrp="1"/>
          </p:cNvSpPr>
          <p:nvPr>
            <p:ph type="ftr" sz="quarter" idx="19"/>
          </p:nvPr>
        </p:nvSpPr>
        <p:spPr/>
        <p:txBody>
          <a:bodyPr/>
          <a:lstStyle/>
          <a:p>
            <a:endParaRPr lang="en-US"/>
          </a:p>
        </p:txBody>
      </p:sp>
      <p:sp>
        <p:nvSpPr>
          <p:cNvPr id="16" name="Slide Number Placeholder 15">
            <a:extLst>
              <a:ext uri="{FF2B5EF4-FFF2-40B4-BE49-F238E27FC236}">
                <a16:creationId xmlns:a16="http://schemas.microsoft.com/office/drawing/2014/main" id="{94C78945-E1E7-9397-F79E-E493C7F73951}"/>
              </a:ext>
            </a:extLst>
          </p:cNvPr>
          <p:cNvSpPr>
            <a:spLocks noGrp="1"/>
          </p:cNvSpPr>
          <p:nvPr>
            <p:ph type="sldNum" sz="quarter" idx="20"/>
          </p:nvPr>
        </p:nvSpPr>
        <p:spPr/>
        <p:txBody>
          <a:bodyPr/>
          <a:lstStyle/>
          <a:p>
            <a:fld id="{A82C3BC0-3EBF-3C4C-A3D8-795624EBC6AA}" type="slidenum">
              <a:rPr lang="en-US" smtClean="0"/>
              <a:pPr/>
              <a:t>‹#›</a:t>
            </a:fld>
            <a:endParaRPr lang="en-US"/>
          </a:p>
        </p:txBody>
      </p:sp>
      <p:sp>
        <p:nvSpPr>
          <p:cNvPr id="4" name="Text Placeholder 7">
            <a:extLst>
              <a:ext uri="{FF2B5EF4-FFF2-40B4-BE49-F238E27FC236}">
                <a16:creationId xmlns:a16="http://schemas.microsoft.com/office/drawing/2014/main" id="{B6E67E47-2E0E-F625-3245-3B14ED54338A}"/>
              </a:ext>
            </a:extLst>
          </p:cNvPr>
          <p:cNvSpPr>
            <a:spLocks noGrp="1"/>
          </p:cNvSpPr>
          <p:nvPr>
            <p:ph type="body" sz="quarter" idx="13" hasCustomPrompt="1"/>
          </p:nvPr>
        </p:nvSpPr>
        <p:spPr>
          <a:xfrm>
            <a:off x="496888" y="879237"/>
            <a:ext cx="1117695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17" name="Text Placeholder 17">
            <a:extLst>
              <a:ext uri="{FF2B5EF4-FFF2-40B4-BE49-F238E27FC236}">
                <a16:creationId xmlns:a16="http://schemas.microsoft.com/office/drawing/2014/main" id="{7BE8965D-4B08-ECBC-4440-304BACEC676A}"/>
              </a:ext>
            </a:extLst>
          </p:cNvPr>
          <p:cNvSpPr>
            <a:spLocks noGrp="1"/>
          </p:cNvSpPr>
          <p:nvPr>
            <p:ph type="body" sz="quarter" idx="25" hasCustomPrompt="1"/>
          </p:nvPr>
        </p:nvSpPr>
        <p:spPr>
          <a:xfrm>
            <a:off x="496889" y="1742181"/>
            <a:ext cx="5345340" cy="1746987"/>
          </a:xfrm>
          <a:prstGeom prst="roundRect">
            <a:avLst>
              <a:gd name="adj" fmla="val 4269"/>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sp>
        <p:nvSpPr>
          <p:cNvPr id="19" name="Text Placeholder 17">
            <a:extLst>
              <a:ext uri="{FF2B5EF4-FFF2-40B4-BE49-F238E27FC236}">
                <a16:creationId xmlns:a16="http://schemas.microsoft.com/office/drawing/2014/main" id="{F530F69C-B6C1-9061-D7FF-D539A80B397C}"/>
              </a:ext>
            </a:extLst>
          </p:cNvPr>
          <p:cNvSpPr>
            <a:spLocks noGrp="1"/>
          </p:cNvSpPr>
          <p:nvPr>
            <p:ph type="body" sz="quarter" idx="26" hasCustomPrompt="1"/>
          </p:nvPr>
        </p:nvSpPr>
        <p:spPr>
          <a:xfrm>
            <a:off x="6349771" y="1742181"/>
            <a:ext cx="5345340" cy="1746987"/>
          </a:xfrm>
          <a:prstGeom prst="roundRect">
            <a:avLst>
              <a:gd name="adj" fmla="val 4269"/>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sp>
        <p:nvSpPr>
          <p:cNvPr id="20" name="Text Placeholder 17">
            <a:extLst>
              <a:ext uri="{FF2B5EF4-FFF2-40B4-BE49-F238E27FC236}">
                <a16:creationId xmlns:a16="http://schemas.microsoft.com/office/drawing/2014/main" id="{8E363CE5-F479-927A-5A78-C9BDBF0525C7}"/>
              </a:ext>
            </a:extLst>
          </p:cNvPr>
          <p:cNvSpPr>
            <a:spLocks noGrp="1"/>
          </p:cNvSpPr>
          <p:nvPr>
            <p:ph type="body" sz="quarter" idx="27" hasCustomPrompt="1"/>
          </p:nvPr>
        </p:nvSpPr>
        <p:spPr>
          <a:xfrm>
            <a:off x="496889" y="4015281"/>
            <a:ext cx="5345340" cy="1746987"/>
          </a:xfrm>
          <a:prstGeom prst="roundRect">
            <a:avLst>
              <a:gd name="adj" fmla="val 4269"/>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sp>
        <p:nvSpPr>
          <p:cNvPr id="21" name="Text Placeholder 17">
            <a:extLst>
              <a:ext uri="{FF2B5EF4-FFF2-40B4-BE49-F238E27FC236}">
                <a16:creationId xmlns:a16="http://schemas.microsoft.com/office/drawing/2014/main" id="{5A32E878-2066-0207-5FE0-00F1C58D4956}"/>
              </a:ext>
            </a:extLst>
          </p:cNvPr>
          <p:cNvSpPr>
            <a:spLocks noGrp="1"/>
          </p:cNvSpPr>
          <p:nvPr>
            <p:ph type="body" sz="quarter" idx="28" hasCustomPrompt="1"/>
          </p:nvPr>
        </p:nvSpPr>
        <p:spPr>
          <a:xfrm>
            <a:off x="6349771" y="4015281"/>
            <a:ext cx="5345340" cy="1746987"/>
          </a:xfrm>
          <a:prstGeom prst="roundRect">
            <a:avLst>
              <a:gd name="adj" fmla="val 4269"/>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text</a:t>
            </a:r>
          </a:p>
        </p:txBody>
      </p:sp>
      <p:grpSp>
        <p:nvGrpSpPr>
          <p:cNvPr id="2" name="Group 1">
            <a:extLst>
              <a:ext uri="{FF2B5EF4-FFF2-40B4-BE49-F238E27FC236}">
                <a16:creationId xmlns:a16="http://schemas.microsoft.com/office/drawing/2014/main" id="{075A696B-25CD-889F-9DA5-1472FF18DADC}"/>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A4004E93-976F-F530-218D-4809CEAA6FC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845F9F64-7BD9-5661-D631-E9B58E093FC9}"/>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27E115DA-993A-C02D-F1F8-642729ACF835}"/>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9937B60C-88B9-41C4-A4B5-7C5421E0DE2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9BFA70E-8BB8-6293-2B29-B14C72C785E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66B23B82-1B35-0E8D-EA75-2557D5509B70}"/>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4C3DD4E7-3F7D-94EA-54BD-5D03A72B99C1}"/>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79B53837-6568-44DF-F301-7219FB81AD8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B5FB60F-3C31-BFB9-4840-98E54F612FCC}"/>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2" name="Rectangle 11">
            <a:extLst>
              <a:ext uri="{FF2B5EF4-FFF2-40B4-BE49-F238E27FC236}">
                <a16:creationId xmlns:a16="http://schemas.microsoft.com/office/drawing/2014/main" id="{2BBFE504-A8F7-D2F3-27CF-60CC1126178F}"/>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1673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Key Point with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15992" cy="328304"/>
          </a:xfrm>
        </p:spPr>
        <p:txBody>
          <a:bodyPr/>
          <a:lstStyle/>
          <a:p>
            <a:r>
              <a:rPr lang="en-US"/>
              <a:t>1 Key Point with Icon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496888" y="1835141"/>
            <a:ext cx="698865" cy="699380"/>
          </a:xfrm>
          <a:prstGeom prst="rect">
            <a:avLst/>
          </a:prstGeom>
          <a:noFill/>
        </p:spPr>
        <p:txBody>
          <a:bodyPr lIns="0" bIns="548640" anchor="ctr" anchorCtr="0"/>
          <a:lstStyle>
            <a:lvl1pPr algn="ctr">
              <a:defRPr sz="1400"/>
            </a:lvl1pPr>
          </a:lstStyle>
          <a:p>
            <a:r>
              <a:rPr lang="en-US"/>
              <a:t>Icon</a:t>
            </a:r>
          </a:p>
        </p:txBody>
      </p:sp>
      <p:sp>
        <p:nvSpPr>
          <p:cNvPr id="12" name="Date Placeholder 11">
            <a:extLst>
              <a:ext uri="{FF2B5EF4-FFF2-40B4-BE49-F238E27FC236}">
                <a16:creationId xmlns:a16="http://schemas.microsoft.com/office/drawing/2014/main" id="{3637701D-347A-BD83-6512-8A5265661A81}"/>
              </a:ext>
            </a:extLst>
          </p:cNvPr>
          <p:cNvSpPr>
            <a:spLocks noGrp="1"/>
          </p:cNvSpPr>
          <p:nvPr>
            <p:ph type="dt" sz="half" idx="16"/>
          </p:nvPr>
        </p:nvSpPr>
        <p:spPr/>
        <p:txBody>
          <a:bodyPr/>
          <a:lstStyle/>
          <a:p>
            <a:fld id="{70B01ED2-7433-3149-B596-2821FFC75D98}" type="datetime1">
              <a:rPr lang="en-US" smtClean="0"/>
              <a:t>3/19/2026</a:t>
            </a:fld>
            <a:endParaRPr lang="en-US"/>
          </a:p>
        </p:txBody>
      </p:sp>
      <p:sp>
        <p:nvSpPr>
          <p:cNvPr id="13" name="Footer Placeholder 12">
            <a:extLst>
              <a:ext uri="{FF2B5EF4-FFF2-40B4-BE49-F238E27FC236}">
                <a16:creationId xmlns:a16="http://schemas.microsoft.com/office/drawing/2014/main" id="{F2F07E3D-A87B-5359-AED0-917C58C168F8}"/>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97693256-5EE9-3E66-01E0-511121328528}"/>
              </a:ext>
            </a:extLst>
          </p:cNvPr>
          <p:cNvSpPr>
            <a:spLocks noGrp="1"/>
          </p:cNvSpPr>
          <p:nvPr>
            <p:ph type="sldNum" sz="quarter" idx="18"/>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362042C1-3012-2D18-E75C-EF1DCEDAFF87}"/>
              </a:ext>
            </a:extLst>
          </p:cNvPr>
          <p:cNvSpPr>
            <a:spLocks noGrp="1"/>
          </p:cNvSpPr>
          <p:nvPr>
            <p:ph type="body" sz="quarter" idx="13" hasCustomPrompt="1"/>
          </p:nvPr>
        </p:nvSpPr>
        <p:spPr>
          <a:xfrm>
            <a:off x="496888" y="879237"/>
            <a:ext cx="1112615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4" name="Text Placeholder 17">
            <a:extLst>
              <a:ext uri="{FF2B5EF4-FFF2-40B4-BE49-F238E27FC236}">
                <a16:creationId xmlns:a16="http://schemas.microsoft.com/office/drawing/2014/main" id="{1D66CFFE-2ECD-8FBF-C21D-518FBDDCB4CE}"/>
              </a:ext>
            </a:extLst>
          </p:cNvPr>
          <p:cNvSpPr>
            <a:spLocks noGrp="1"/>
          </p:cNvSpPr>
          <p:nvPr>
            <p:ph type="body" sz="quarter" idx="19"/>
          </p:nvPr>
        </p:nvSpPr>
        <p:spPr>
          <a:xfrm>
            <a:off x="496888" y="2694832"/>
            <a:ext cx="8450467" cy="3283930"/>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grpSp>
        <p:nvGrpSpPr>
          <p:cNvPr id="5" name="Group 4">
            <a:extLst>
              <a:ext uri="{FF2B5EF4-FFF2-40B4-BE49-F238E27FC236}">
                <a16:creationId xmlns:a16="http://schemas.microsoft.com/office/drawing/2014/main" id="{E5847475-DB4B-E9F4-E127-DE65C31062F6}"/>
              </a:ext>
            </a:extLst>
          </p:cNvPr>
          <p:cNvGrpSpPr/>
          <p:nvPr userDrawn="1"/>
        </p:nvGrpSpPr>
        <p:grpSpPr>
          <a:xfrm>
            <a:off x="10615642" y="6334107"/>
            <a:ext cx="1079469" cy="225489"/>
            <a:chOff x="10615642" y="6334107"/>
            <a:chExt cx="1079469" cy="225489"/>
          </a:xfrm>
        </p:grpSpPr>
        <p:sp>
          <p:nvSpPr>
            <p:cNvPr id="7" name="Freeform 6">
              <a:extLst>
                <a:ext uri="{FF2B5EF4-FFF2-40B4-BE49-F238E27FC236}">
                  <a16:creationId xmlns:a16="http://schemas.microsoft.com/office/drawing/2014/main" id="{2E8F8DA9-1A10-51FB-7B5F-CE04EBCD9E08}"/>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718BEACF-8DCD-E299-67DC-901C042A7D78}"/>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2ED3B50F-1C24-3217-EBA7-65842A922794}"/>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A26ECE8-9140-69ED-98A1-EA9223359F0B}"/>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36BA4498-3F0F-8541-C064-0F632942630C}"/>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2AC3CD5-EC25-A854-277B-DF34CDDA3A77}"/>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DD2D434-784A-2471-F7ED-B39A5B3FD22B}"/>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DC1A87E-8A33-C6D7-2D80-00804C757A6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63A3F901-F0AB-FB57-358C-F19D50919D09}"/>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EB461D45-B271-378A-9CF3-6B07A1167B36}"/>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54361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Key Points with Icons White">
    <p:spTree>
      <p:nvGrpSpPr>
        <p:cNvPr id="1" name=""/>
        <p:cNvGrpSpPr/>
        <p:nvPr/>
      </p:nvGrpSpPr>
      <p:grpSpPr>
        <a:xfrm>
          <a:off x="0" y="0"/>
          <a:ext cx="0" cy="0"/>
          <a:chOff x="0" y="0"/>
          <a:chExt cx="0" cy="0"/>
        </a:xfrm>
      </p:grpSpPr>
      <p:sp>
        <p:nvSpPr>
          <p:cNvPr id="7" name="Text Placeholder 17">
            <a:extLst>
              <a:ext uri="{FF2B5EF4-FFF2-40B4-BE49-F238E27FC236}">
                <a16:creationId xmlns:a16="http://schemas.microsoft.com/office/drawing/2014/main" id="{0667D568-A96E-1D7F-08FC-C542D5A89ADA}"/>
              </a:ext>
            </a:extLst>
          </p:cNvPr>
          <p:cNvSpPr>
            <a:spLocks noGrp="1"/>
          </p:cNvSpPr>
          <p:nvPr>
            <p:ph type="body" sz="quarter" idx="23"/>
          </p:nvPr>
        </p:nvSpPr>
        <p:spPr>
          <a:xfrm>
            <a:off x="496888" y="2694832"/>
            <a:ext cx="5350669" cy="3283930"/>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sp>
        <p:nvSpPr>
          <p:cNvPr id="9" name="Text Placeholder 17">
            <a:extLst>
              <a:ext uri="{FF2B5EF4-FFF2-40B4-BE49-F238E27FC236}">
                <a16:creationId xmlns:a16="http://schemas.microsoft.com/office/drawing/2014/main" id="{4EC3C9CC-EE8E-7524-CB53-ED17787CD252}"/>
              </a:ext>
            </a:extLst>
          </p:cNvPr>
          <p:cNvSpPr>
            <a:spLocks noGrp="1"/>
          </p:cNvSpPr>
          <p:nvPr>
            <p:ph type="body" sz="quarter" idx="24"/>
          </p:nvPr>
        </p:nvSpPr>
        <p:spPr>
          <a:xfrm>
            <a:off x="6344441" y="2694832"/>
            <a:ext cx="5350669" cy="3283930"/>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278552" cy="328304"/>
          </a:xfrm>
        </p:spPr>
        <p:txBody>
          <a:bodyPr/>
          <a:lstStyle/>
          <a:p>
            <a:r>
              <a:rPr lang="en-US"/>
              <a:t>2 Key Points with Icons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496888" y="1835141"/>
            <a:ext cx="698865" cy="699380"/>
          </a:xfrm>
          <a:prstGeom prst="rect">
            <a:avLst/>
          </a:prstGeom>
          <a:noFill/>
        </p:spPr>
        <p:txBody>
          <a:bodyPr lIns="0" bIns="548640" anchor="ctr" anchorCtr="0"/>
          <a:lstStyle>
            <a:lvl1pPr algn="ctr">
              <a:defRPr sz="1400"/>
            </a:lvl1pPr>
          </a:lstStyle>
          <a:p>
            <a:r>
              <a:rPr lang="en-US"/>
              <a:t>Icon</a:t>
            </a:r>
          </a:p>
        </p:txBody>
      </p:sp>
      <p:sp>
        <p:nvSpPr>
          <p:cNvPr id="10" name="Picture Placeholder 9">
            <a:extLst>
              <a:ext uri="{FF2B5EF4-FFF2-40B4-BE49-F238E27FC236}">
                <a16:creationId xmlns:a16="http://schemas.microsoft.com/office/drawing/2014/main" id="{68255F2F-1155-0099-1661-96288A126F8A}"/>
              </a:ext>
            </a:extLst>
          </p:cNvPr>
          <p:cNvSpPr>
            <a:spLocks noGrp="1"/>
          </p:cNvSpPr>
          <p:nvPr>
            <p:ph type="pic" sz="quarter" idx="17" hasCustomPrompt="1"/>
          </p:nvPr>
        </p:nvSpPr>
        <p:spPr>
          <a:xfrm>
            <a:off x="6344442" y="1835141"/>
            <a:ext cx="698865" cy="699380"/>
          </a:xfrm>
          <a:prstGeom prst="rect">
            <a:avLst/>
          </a:prstGeom>
          <a:noFill/>
        </p:spPr>
        <p:txBody>
          <a:bodyPr lIns="0" bIns="548640" anchor="ctr" anchorCtr="0"/>
          <a:lstStyle>
            <a:lvl1pPr algn="ctr">
              <a:defRPr sz="1400">
                <a:solidFill>
                  <a:schemeClr val="tx1"/>
                </a:solidFill>
              </a:defRPr>
            </a:lvl1pPr>
          </a:lstStyle>
          <a:p>
            <a:r>
              <a:rPr lang="en-US"/>
              <a:t>Icon</a:t>
            </a:r>
          </a:p>
        </p:txBody>
      </p:sp>
      <p:sp>
        <p:nvSpPr>
          <p:cNvPr id="4" name="Date Placeholder 3">
            <a:extLst>
              <a:ext uri="{FF2B5EF4-FFF2-40B4-BE49-F238E27FC236}">
                <a16:creationId xmlns:a16="http://schemas.microsoft.com/office/drawing/2014/main" id="{2619233C-9CD0-7126-FA2C-0CD817FAAA93}"/>
              </a:ext>
            </a:extLst>
          </p:cNvPr>
          <p:cNvSpPr>
            <a:spLocks noGrp="1"/>
          </p:cNvSpPr>
          <p:nvPr>
            <p:ph type="dt" sz="half" idx="18"/>
          </p:nvPr>
        </p:nvSpPr>
        <p:spPr/>
        <p:txBody>
          <a:bodyPr/>
          <a:lstStyle/>
          <a:p>
            <a:fld id="{1F3457D6-982B-C54F-B040-15EFB9247DCA}" type="datetime1">
              <a:rPr lang="en-US" smtClean="0"/>
              <a:t>3/19/2026</a:t>
            </a:fld>
            <a:endParaRPr lang="en-US"/>
          </a:p>
        </p:txBody>
      </p:sp>
      <p:sp>
        <p:nvSpPr>
          <p:cNvPr id="11" name="Footer Placeholder 10">
            <a:extLst>
              <a:ext uri="{FF2B5EF4-FFF2-40B4-BE49-F238E27FC236}">
                <a16:creationId xmlns:a16="http://schemas.microsoft.com/office/drawing/2014/main" id="{4ED9635F-6D89-1494-BADF-B6F34A3C806E}"/>
              </a:ext>
            </a:extLst>
          </p:cNvPr>
          <p:cNvSpPr>
            <a:spLocks noGrp="1"/>
          </p:cNvSpPr>
          <p:nvPr>
            <p:ph type="ftr" sz="quarter" idx="19"/>
          </p:nvPr>
        </p:nvSpPr>
        <p:spPr/>
        <p:txBody>
          <a:bodyPr/>
          <a:lstStyle/>
          <a:p>
            <a:endParaRPr lang="en-US"/>
          </a:p>
        </p:txBody>
      </p:sp>
      <p:sp>
        <p:nvSpPr>
          <p:cNvPr id="12" name="Slide Number Placeholder 11">
            <a:extLst>
              <a:ext uri="{FF2B5EF4-FFF2-40B4-BE49-F238E27FC236}">
                <a16:creationId xmlns:a16="http://schemas.microsoft.com/office/drawing/2014/main" id="{4DEEFB7F-7257-0BAB-3951-B1684551FE91}"/>
              </a:ext>
            </a:extLst>
          </p:cNvPr>
          <p:cNvSpPr>
            <a:spLocks noGrp="1"/>
          </p:cNvSpPr>
          <p:nvPr>
            <p:ph type="sldNum" sz="quarter" idx="20"/>
          </p:nvPr>
        </p:nvSpPr>
        <p:spPr/>
        <p:txBody>
          <a:bodyPr/>
          <a:lstStyle/>
          <a:p>
            <a:fld id="{A82C3BC0-3EBF-3C4C-A3D8-795624EBC6AA}" type="slidenum">
              <a:rPr lang="en-US" smtClean="0"/>
              <a:pPr/>
              <a:t>‹#›</a:t>
            </a:fld>
            <a:endParaRPr lang="en-US"/>
          </a:p>
        </p:txBody>
      </p:sp>
      <p:sp>
        <p:nvSpPr>
          <p:cNvPr id="6" name="Text Placeholder 7">
            <a:extLst>
              <a:ext uri="{FF2B5EF4-FFF2-40B4-BE49-F238E27FC236}">
                <a16:creationId xmlns:a16="http://schemas.microsoft.com/office/drawing/2014/main" id="{AEC68218-960C-44D9-2CEC-BBDC16480FC3}"/>
              </a:ext>
            </a:extLst>
          </p:cNvPr>
          <p:cNvSpPr>
            <a:spLocks noGrp="1"/>
          </p:cNvSpPr>
          <p:nvPr>
            <p:ph type="body" sz="quarter" idx="13" hasCustomPrompt="1"/>
          </p:nvPr>
        </p:nvSpPr>
        <p:spPr>
          <a:xfrm>
            <a:off x="496888" y="879237"/>
            <a:ext cx="1126839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grpSp>
        <p:nvGrpSpPr>
          <p:cNvPr id="5" name="Group 4">
            <a:extLst>
              <a:ext uri="{FF2B5EF4-FFF2-40B4-BE49-F238E27FC236}">
                <a16:creationId xmlns:a16="http://schemas.microsoft.com/office/drawing/2014/main" id="{DD811D95-4D82-3D5F-327C-111170D2271E}"/>
              </a:ext>
            </a:extLst>
          </p:cNvPr>
          <p:cNvGrpSpPr/>
          <p:nvPr userDrawn="1"/>
        </p:nvGrpSpPr>
        <p:grpSpPr>
          <a:xfrm>
            <a:off x="10615642" y="6334107"/>
            <a:ext cx="1079469" cy="225489"/>
            <a:chOff x="10615642" y="6334107"/>
            <a:chExt cx="1079469" cy="225489"/>
          </a:xfrm>
        </p:grpSpPr>
        <p:sp>
          <p:nvSpPr>
            <p:cNvPr id="13" name="Freeform 12">
              <a:extLst>
                <a:ext uri="{FF2B5EF4-FFF2-40B4-BE49-F238E27FC236}">
                  <a16:creationId xmlns:a16="http://schemas.microsoft.com/office/drawing/2014/main" id="{B3CF3C80-B487-6F80-FF7D-860CE8D0649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F2CC0395-CDB1-7F79-6455-560FB665294F}"/>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F9D92B6-705A-6AAD-791F-336C400E201A}"/>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4FDE332-69BE-401C-1E6B-2B757A50EFFA}"/>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19C5FE7-6C4B-BBB2-58B1-28A1A86CB38C}"/>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84EBC67-E3BC-64A8-A62D-E0EF67628463}"/>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EBF5451-C6F9-2614-0763-CDFBE5E1E237}"/>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ED5E6C6C-5FA6-6FF9-C4CE-83F94F10268F}"/>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C13745B8-DB20-1FFC-F736-9A937C4ED750}"/>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35DCD1DF-9C29-D856-32E3-E8D51DA256A8}"/>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658479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Key Points with Icons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76952" cy="328304"/>
          </a:xfrm>
        </p:spPr>
        <p:txBody>
          <a:bodyPr/>
          <a:lstStyle/>
          <a:p>
            <a:r>
              <a:rPr lang="en-US"/>
              <a:t>3 Key Points with Icons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496888" y="1835141"/>
            <a:ext cx="698865" cy="699380"/>
          </a:xfrm>
          <a:prstGeom prst="rect">
            <a:avLst/>
          </a:prstGeom>
          <a:noFill/>
        </p:spPr>
        <p:txBody>
          <a:bodyPr lIns="0" bIns="548640" anchor="ctr" anchorCtr="0"/>
          <a:lstStyle>
            <a:lvl1pPr algn="ctr">
              <a:defRPr sz="1400"/>
            </a:lvl1pPr>
          </a:lstStyle>
          <a:p>
            <a:r>
              <a:rPr lang="en-US"/>
              <a:t>Icon</a:t>
            </a:r>
          </a:p>
        </p:txBody>
      </p:sp>
      <p:sp>
        <p:nvSpPr>
          <p:cNvPr id="20" name="Picture Placeholder 9">
            <a:extLst>
              <a:ext uri="{FF2B5EF4-FFF2-40B4-BE49-F238E27FC236}">
                <a16:creationId xmlns:a16="http://schemas.microsoft.com/office/drawing/2014/main" id="{B1C1AABC-2D29-C341-9920-2EA6F76ACD6C}"/>
              </a:ext>
            </a:extLst>
          </p:cNvPr>
          <p:cNvSpPr>
            <a:spLocks noGrp="1"/>
          </p:cNvSpPr>
          <p:nvPr>
            <p:ph type="pic" sz="quarter" idx="18" hasCustomPrompt="1"/>
          </p:nvPr>
        </p:nvSpPr>
        <p:spPr>
          <a:xfrm>
            <a:off x="4407242" y="1835141"/>
            <a:ext cx="698865" cy="699380"/>
          </a:xfrm>
          <a:prstGeom prst="rect">
            <a:avLst/>
          </a:prstGeom>
          <a:noFill/>
        </p:spPr>
        <p:txBody>
          <a:bodyPr lIns="0" bIns="548640" anchor="ctr" anchorCtr="0"/>
          <a:lstStyle>
            <a:lvl1pPr algn="ctr">
              <a:defRPr sz="1400"/>
            </a:lvl1pPr>
          </a:lstStyle>
          <a:p>
            <a:r>
              <a:rPr lang="en-US"/>
              <a:t>Icon</a:t>
            </a:r>
          </a:p>
        </p:txBody>
      </p:sp>
      <p:sp>
        <p:nvSpPr>
          <p:cNvPr id="21" name="Picture Placeholder 9">
            <a:extLst>
              <a:ext uri="{FF2B5EF4-FFF2-40B4-BE49-F238E27FC236}">
                <a16:creationId xmlns:a16="http://schemas.microsoft.com/office/drawing/2014/main" id="{EE6B27D9-3026-2EB3-2B20-B32605A34DBC}"/>
              </a:ext>
            </a:extLst>
          </p:cNvPr>
          <p:cNvSpPr>
            <a:spLocks noGrp="1"/>
          </p:cNvSpPr>
          <p:nvPr>
            <p:ph type="pic" sz="quarter" idx="19" hasCustomPrompt="1"/>
          </p:nvPr>
        </p:nvSpPr>
        <p:spPr>
          <a:xfrm>
            <a:off x="8317596" y="1835141"/>
            <a:ext cx="698865" cy="699380"/>
          </a:xfrm>
          <a:prstGeom prst="rect">
            <a:avLst/>
          </a:prstGeom>
          <a:noFill/>
        </p:spPr>
        <p:txBody>
          <a:bodyPr lIns="0" bIns="548640" anchor="ctr" anchorCtr="0"/>
          <a:lstStyle>
            <a:lvl1pPr algn="ctr">
              <a:defRPr sz="1400"/>
            </a:lvl1pPr>
          </a:lstStyle>
          <a:p>
            <a:r>
              <a:rPr lang="en-US"/>
              <a:t>Icon</a:t>
            </a:r>
          </a:p>
        </p:txBody>
      </p:sp>
      <p:sp>
        <p:nvSpPr>
          <p:cNvPr id="14" name="Date Placeholder 13">
            <a:extLst>
              <a:ext uri="{FF2B5EF4-FFF2-40B4-BE49-F238E27FC236}">
                <a16:creationId xmlns:a16="http://schemas.microsoft.com/office/drawing/2014/main" id="{B169AC82-2EDB-E126-A4A6-538F0939E45A}"/>
              </a:ext>
            </a:extLst>
          </p:cNvPr>
          <p:cNvSpPr>
            <a:spLocks noGrp="1"/>
          </p:cNvSpPr>
          <p:nvPr>
            <p:ph type="dt" sz="half" idx="20"/>
          </p:nvPr>
        </p:nvSpPr>
        <p:spPr/>
        <p:txBody>
          <a:bodyPr/>
          <a:lstStyle/>
          <a:p>
            <a:fld id="{EE98D675-1197-E943-A89C-6476251509CB}" type="datetime1">
              <a:rPr lang="en-US" smtClean="0"/>
              <a:t>3/19/2026</a:t>
            </a:fld>
            <a:endParaRPr lang="en-US"/>
          </a:p>
        </p:txBody>
      </p:sp>
      <p:sp>
        <p:nvSpPr>
          <p:cNvPr id="15" name="Footer Placeholder 14">
            <a:extLst>
              <a:ext uri="{FF2B5EF4-FFF2-40B4-BE49-F238E27FC236}">
                <a16:creationId xmlns:a16="http://schemas.microsoft.com/office/drawing/2014/main" id="{99334E3B-F888-D5E1-22A2-4CE85CC79A89}"/>
              </a:ext>
            </a:extLst>
          </p:cNvPr>
          <p:cNvSpPr>
            <a:spLocks noGrp="1"/>
          </p:cNvSpPr>
          <p:nvPr>
            <p:ph type="ftr" sz="quarter" idx="21"/>
          </p:nvPr>
        </p:nvSpPr>
        <p:spPr/>
        <p:txBody>
          <a:bodyPr/>
          <a:lstStyle/>
          <a:p>
            <a:endParaRPr lang="en-US"/>
          </a:p>
        </p:txBody>
      </p:sp>
      <p:sp>
        <p:nvSpPr>
          <p:cNvPr id="16" name="Slide Number Placeholder 15">
            <a:extLst>
              <a:ext uri="{FF2B5EF4-FFF2-40B4-BE49-F238E27FC236}">
                <a16:creationId xmlns:a16="http://schemas.microsoft.com/office/drawing/2014/main" id="{43BEBDCE-B47F-2F20-3401-E1BDB6FC4655}"/>
              </a:ext>
            </a:extLst>
          </p:cNvPr>
          <p:cNvSpPr>
            <a:spLocks noGrp="1"/>
          </p:cNvSpPr>
          <p:nvPr>
            <p:ph type="sldNum" sz="quarter" idx="22"/>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18775942-F348-592E-05A6-72E86701CDEC}"/>
              </a:ext>
            </a:extLst>
          </p:cNvPr>
          <p:cNvSpPr>
            <a:spLocks noGrp="1"/>
          </p:cNvSpPr>
          <p:nvPr>
            <p:ph type="body" sz="quarter" idx="13" hasCustomPrompt="1"/>
          </p:nvPr>
        </p:nvSpPr>
        <p:spPr>
          <a:xfrm>
            <a:off x="496888" y="879237"/>
            <a:ext cx="1119727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4" name="Text Placeholder 17">
            <a:extLst>
              <a:ext uri="{FF2B5EF4-FFF2-40B4-BE49-F238E27FC236}">
                <a16:creationId xmlns:a16="http://schemas.microsoft.com/office/drawing/2014/main" id="{58178E1B-232A-172D-BB3B-86BBF37DFBB4}"/>
              </a:ext>
            </a:extLst>
          </p:cNvPr>
          <p:cNvSpPr>
            <a:spLocks noGrp="1"/>
          </p:cNvSpPr>
          <p:nvPr>
            <p:ph type="body" sz="quarter" idx="24"/>
          </p:nvPr>
        </p:nvSpPr>
        <p:spPr>
          <a:xfrm>
            <a:off x="496889" y="2694832"/>
            <a:ext cx="3404478" cy="3283930"/>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sp>
        <p:nvSpPr>
          <p:cNvPr id="6" name="Text Placeholder 17">
            <a:extLst>
              <a:ext uri="{FF2B5EF4-FFF2-40B4-BE49-F238E27FC236}">
                <a16:creationId xmlns:a16="http://schemas.microsoft.com/office/drawing/2014/main" id="{91504DC8-0BE6-C583-6EDF-A728F6486560}"/>
              </a:ext>
            </a:extLst>
          </p:cNvPr>
          <p:cNvSpPr>
            <a:spLocks noGrp="1"/>
          </p:cNvSpPr>
          <p:nvPr>
            <p:ph type="body" sz="quarter" idx="25"/>
          </p:nvPr>
        </p:nvSpPr>
        <p:spPr>
          <a:xfrm>
            <a:off x="4384428" y="2694832"/>
            <a:ext cx="3404478" cy="3283930"/>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sp>
        <p:nvSpPr>
          <p:cNvPr id="7" name="Text Placeholder 17">
            <a:extLst>
              <a:ext uri="{FF2B5EF4-FFF2-40B4-BE49-F238E27FC236}">
                <a16:creationId xmlns:a16="http://schemas.microsoft.com/office/drawing/2014/main" id="{C9EAE405-D437-603A-6DE8-276B4619CA27}"/>
              </a:ext>
            </a:extLst>
          </p:cNvPr>
          <p:cNvSpPr>
            <a:spLocks noGrp="1"/>
          </p:cNvSpPr>
          <p:nvPr>
            <p:ph type="body" sz="quarter" idx="26"/>
          </p:nvPr>
        </p:nvSpPr>
        <p:spPr>
          <a:xfrm>
            <a:off x="8271967" y="2694832"/>
            <a:ext cx="3404478" cy="3283930"/>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2800" dirty="0"/>
            </a:lvl1pPr>
          </a:lstStyle>
          <a:p>
            <a:pPr lvl="0"/>
            <a:r>
              <a:rPr lang="en-US"/>
              <a:t>Click to edit Master text styles</a:t>
            </a:r>
          </a:p>
        </p:txBody>
      </p:sp>
      <p:grpSp>
        <p:nvGrpSpPr>
          <p:cNvPr id="5" name="Group 4">
            <a:extLst>
              <a:ext uri="{FF2B5EF4-FFF2-40B4-BE49-F238E27FC236}">
                <a16:creationId xmlns:a16="http://schemas.microsoft.com/office/drawing/2014/main" id="{98A92243-17D9-A27A-5A2A-412CBA15170B}"/>
              </a:ext>
            </a:extLst>
          </p:cNvPr>
          <p:cNvGrpSpPr/>
          <p:nvPr userDrawn="1"/>
        </p:nvGrpSpPr>
        <p:grpSpPr>
          <a:xfrm>
            <a:off x="10615642" y="6334107"/>
            <a:ext cx="1079469" cy="225489"/>
            <a:chOff x="10615642" y="6334107"/>
            <a:chExt cx="1079469" cy="225489"/>
          </a:xfrm>
        </p:grpSpPr>
        <p:sp>
          <p:nvSpPr>
            <p:cNvPr id="10" name="Freeform 9">
              <a:extLst>
                <a:ext uri="{FF2B5EF4-FFF2-40B4-BE49-F238E27FC236}">
                  <a16:creationId xmlns:a16="http://schemas.microsoft.com/office/drawing/2014/main" id="{E2C0893C-6C87-A7C4-5E3B-EC0C87097946}"/>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15EC598F-588C-899C-2C80-4FB82B741940}"/>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A44E2D8A-D896-38BA-C460-1AF82E7D8CA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65AC70C-20F4-E9C3-6540-049703E027CC}"/>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5C901B5-9491-7EFD-504F-C2D651F3D85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F974B57-5AD1-EEA9-2613-D4FFCD2F4099}"/>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366235F-43E2-A113-FC39-D1476AA2766C}"/>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6DAC3F0F-E384-8CA9-11EB-3C3FB081C046}"/>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B82F7D8-8F6A-08C1-69B9-87866D83913C}"/>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681CBADE-5E96-5BA0-4B7E-0BF895BB9CC1}"/>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726713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Key Points with Icons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15992" cy="328304"/>
          </a:xfrm>
        </p:spPr>
        <p:txBody>
          <a:bodyPr/>
          <a:lstStyle/>
          <a:p>
            <a:r>
              <a:rPr lang="en-US"/>
              <a:t>6 Key Points with Icons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496888" y="1835141"/>
            <a:ext cx="698865" cy="699380"/>
          </a:xfrm>
          <a:prstGeom prst="rect">
            <a:avLst/>
          </a:prstGeom>
          <a:noFill/>
        </p:spPr>
        <p:txBody>
          <a:bodyPr lIns="0" bIns="548640" anchor="ctr" anchorCtr="0"/>
          <a:lstStyle>
            <a:lvl1pPr algn="ctr">
              <a:defRPr sz="1400"/>
            </a:lvl1pPr>
          </a:lstStyle>
          <a:p>
            <a:r>
              <a:rPr lang="en-US"/>
              <a:t>Icon</a:t>
            </a:r>
          </a:p>
        </p:txBody>
      </p:sp>
      <p:sp>
        <p:nvSpPr>
          <p:cNvPr id="20" name="Picture Placeholder 9">
            <a:extLst>
              <a:ext uri="{FF2B5EF4-FFF2-40B4-BE49-F238E27FC236}">
                <a16:creationId xmlns:a16="http://schemas.microsoft.com/office/drawing/2014/main" id="{B1C1AABC-2D29-C341-9920-2EA6F76ACD6C}"/>
              </a:ext>
            </a:extLst>
          </p:cNvPr>
          <p:cNvSpPr>
            <a:spLocks noGrp="1"/>
          </p:cNvSpPr>
          <p:nvPr>
            <p:ph type="pic" sz="quarter" idx="18" hasCustomPrompt="1"/>
          </p:nvPr>
        </p:nvSpPr>
        <p:spPr>
          <a:xfrm>
            <a:off x="4407242" y="1835141"/>
            <a:ext cx="698865" cy="699380"/>
          </a:xfrm>
          <a:prstGeom prst="rect">
            <a:avLst/>
          </a:prstGeom>
          <a:noFill/>
        </p:spPr>
        <p:txBody>
          <a:bodyPr lIns="0" bIns="548640" anchor="ctr" anchorCtr="0"/>
          <a:lstStyle>
            <a:lvl1pPr algn="ctr">
              <a:defRPr sz="1400"/>
            </a:lvl1pPr>
          </a:lstStyle>
          <a:p>
            <a:r>
              <a:rPr lang="en-US"/>
              <a:t>Icon</a:t>
            </a:r>
          </a:p>
        </p:txBody>
      </p:sp>
      <p:sp>
        <p:nvSpPr>
          <p:cNvPr id="21" name="Picture Placeholder 9">
            <a:extLst>
              <a:ext uri="{FF2B5EF4-FFF2-40B4-BE49-F238E27FC236}">
                <a16:creationId xmlns:a16="http://schemas.microsoft.com/office/drawing/2014/main" id="{EE6B27D9-3026-2EB3-2B20-B32605A34DBC}"/>
              </a:ext>
            </a:extLst>
          </p:cNvPr>
          <p:cNvSpPr>
            <a:spLocks noGrp="1"/>
          </p:cNvSpPr>
          <p:nvPr>
            <p:ph type="pic" sz="quarter" idx="19" hasCustomPrompt="1"/>
          </p:nvPr>
        </p:nvSpPr>
        <p:spPr>
          <a:xfrm>
            <a:off x="8299620" y="1835141"/>
            <a:ext cx="698865" cy="699380"/>
          </a:xfrm>
          <a:prstGeom prst="rect">
            <a:avLst/>
          </a:prstGeom>
          <a:noFill/>
        </p:spPr>
        <p:txBody>
          <a:bodyPr lIns="0" bIns="548640" anchor="ctr" anchorCtr="0"/>
          <a:lstStyle>
            <a:lvl1pPr algn="ctr">
              <a:defRPr sz="1400"/>
            </a:lvl1pPr>
          </a:lstStyle>
          <a:p>
            <a:r>
              <a:rPr lang="en-US"/>
              <a:t>Icon</a:t>
            </a:r>
          </a:p>
        </p:txBody>
      </p:sp>
      <p:sp>
        <p:nvSpPr>
          <p:cNvPr id="4" name="Picture Placeholder 9">
            <a:extLst>
              <a:ext uri="{FF2B5EF4-FFF2-40B4-BE49-F238E27FC236}">
                <a16:creationId xmlns:a16="http://schemas.microsoft.com/office/drawing/2014/main" id="{31205675-C202-1054-AEAB-D63EF0B203AF}"/>
              </a:ext>
            </a:extLst>
          </p:cNvPr>
          <p:cNvSpPr>
            <a:spLocks noGrp="1"/>
          </p:cNvSpPr>
          <p:nvPr>
            <p:ph type="pic" sz="quarter" idx="24" hasCustomPrompt="1"/>
          </p:nvPr>
        </p:nvSpPr>
        <p:spPr>
          <a:xfrm>
            <a:off x="496888" y="4128636"/>
            <a:ext cx="698865" cy="699380"/>
          </a:xfrm>
          <a:prstGeom prst="rect">
            <a:avLst/>
          </a:prstGeom>
          <a:noFill/>
        </p:spPr>
        <p:txBody>
          <a:bodyPr lIns="0" bIns="548640" anchor="ctr" anchorCtr="0"/>
          <a:lstStyle>
            <a:lvl1pPr algn="ctr">
              <a:defRPr sz="1400"/>
            </a:lvl1pPr>
          </a:lstStyle>
          <a:p>
            <a:r>
              <a:rPr lang="en-US"/>
              <a:t>Icon</a:t>
            </a:r>
          </a:p>
        </p:txBody>
      </p:sp>
      <p:sp>
        <p:nvSpPr>
          <p:cNvPr id="14" name="Picture Placeholder 9">
            <a:extLst>
              <a:ext uri="{FF2B5EF4-FFF2-40B4-BE49-F238E27FC236}">
                <a16:creationId xmlns:a16="http://schemas.microsoft.com/office/drawing/2014/main" id="{3048E891-215A-94BF-9750-F4B331185FE8}"/>
              </a:ext>
            </a:extLst>
          </p:cNvPr>
          <p:cNvSpPr>
            <a:spLocks noGrp="1"/>
          </p:cNvSpPr>
          <p:nvPr>
            <p:ph type="pic" sz="quarter" idx="27" hasCustomPrompt="1"/>
          </p:nvPr>
        </p:nvSpPr>
        <p:spPr>
          <a:xfrm>
            <a:off x="4407242" y="4128636"/>
            <a:ext cx="698865" cy="699380"/>
          </a:xfrm>
          <a:prstGeom prst="rect">
            <a:avLst/>
          </a:prstGeom>
          <a:noFill/>
        </p:spPr>
        <p:txBody>
          <a:bodyPr lIns="0" bIns="548640" anchor="ctr" anchorCtr="0"/>
          <a:lstStyle>
            <a:lvl1pPr algn="ctr">
              <a:defRPr sz="1400"/>
            </a:lvl1pPr>
          </a:lstStyle>
          <a:p>
            <a:r>
              <a:rPr lang="en-US"/>
              <a:t>Icon</a:t>
            </a:r>
          </a:p>
        </p:txBody>
      </p:sp>
      <p:sp>
        <p:nvSpPr>
          <p:cNvPr id="15" name="Picture Placeholder 9">
            <a:extLst>
              <a:ext uri="{FF2B5EF4-FFF2-40B4-BE49-F238E27FC236}">
                <a16:creationId xmlns:a16="http://schemas.microsoft.com/office/drawing/2014/main" id="{8DFD8775-6AAA-4C94-90B3-6D8EEEB7B65A}"/>
              </a:ext>
            </a:extLst>
          </p:cNvPr>
          <p:cNvSpPr>
            <a:spLocks noGrp="1"/>
          </p:cNvSpPr>
          <p:nvPr>
            <p:ph type="pic" sz="quarter" idx="28" hasCustomPrompt="1"/>
          </p:nvPr>
        </p:nvSpPr>
        <p:spPr>
          <a:xfrm>
            <a:off x="8299620" y="4128636"/>
            <a:ext cx="698865" cy="699380"/>
          </a:xfrm>
          <a:prstGeom prst="rect">
            <a:avLst/>
          </a:prstGeom>
          <a:noFill/>
        </p:spPr>
        <p:txBody>
          <a:bodyPr lIns="0" bIns="548640" anchor="ctr" anchorCtr="0"/>
          <a:lstStyle>
            <a:lvl1pPr algn="ctr">
              <a:defRPr sz="1400"/>
            </a:lvl1pPr>
          </a:lstStyle>
          <a:p>
            <a:r>
              <a:rPr lang="en-US"/>
              <a:t>Icon</a:t>
            </a:r>
          </a:p>
        </p:txBody>
      </p:sp>
      <p:sp>
        <p:nvSpPr>
          <p:cNvPr id="23" name="Date Placeholder 22">
            <a:extLst>
              <a:ext uri="{FF2B5EF4-FFF2-40B4-BE49-F238E27FC236}">
                <a16:creationId xmlns:a16="http://schemas.microsoft.com/office/drawing/2014/main" id="{D119B898-2B0A-1586-B49A-A8F471926018}"/>
              </a:ext>
            </a:extLst>
          </p:cNvPr>
          <p:cNvSpPr>
            <a:spLocks noGrp="1"/>
          </p:cNvSpPr>
          <p:nvPr>
            <p:ph type="dt" sz="half" idx="29"/>
          </p:nvPr>
        </p:nvSpPr>
        <p:spPr/>
        <p:txBody>
          <a:bodyPr/>
          <a:lstStyle/>
          <a:p>
            <a:fld id="{D9E3F182-02B1-E046-995E-997BAE908D09}" type="datetime1">
              <a:rPr lang="en-US" smtClean="0"/>
              <a:t>3/19/2026</a:t>
            </a:fld>
            <a:endParaRPr lang="en-US"/>
          </a:p>
        </p:txBody>
      </p:sp>
      <p:sp>
        <p:nvSpPr>
          <p:cNvPr id="24" name="Footer Placeholder 23">
            <a:extLst>
              <a:ext uri="{FF2B5EF4-FFF2-40B4-BE49-F238E27FC236}">
                <a16:creationId xmlns:a16="http://schemas.microsoft.com/office/drawing/2014/main" id="{5A794802-90B5-7D9C-6E3D-9EB1FF5B23B4}"/>
              </a:ext>
            </a:extLst>
          </p:cNvPr>
          <p:cNvSpPr>
            <a:spLocks noGrp="1"/>
          </p:cNvSpPr>
          <p:nvPr>
            <p:ph type="ftr" sz="quarter" idx="30"/>
          </p:nvPr>
        </p:nvSpPr>
        <p:spPr/>
        <p:txBody>
          <a:bodyPr/>
          <a:lstStyle/>
          <a:p>
            <a:endParaRPr lang="en-US"/>
          </a:p>
        </p:txBody>
      </p:sp>
      <p:sp>
        <p:nvSpPr>
          <p:cNvPr id="25" name="Slide Number Placeholder 24">
            <a:extLst>
              <a:ext uri="{FF2B5EF4-FFF2-40B4-BE49-F238E27FC236}">
                <a16:creationId xmlns:a16="http://schemas.microsoft.com/office/drawing/2014/main" id="{C63BED1D-9B3E-AD73-2BB1-4D67D74566E1}"/>
              </a:ext>
            </a:extLst>
          </p:cNvPr>
          <p:cNvSpPr>
            <a:spLocks noGrp="1"/>
          </p:cNvSpPr>
          <p:nvPr>
            <p:ph type="sldNum" sz="quarter" idx="31"/>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536D29D4-7B8E-2DE1-FFE8-0708E9F3C270}"/>
              </a:ext>
            </a:extLst>
          </p:cNvPr>
          <p:cNvSpPr>
            <a:spLocks noGrp="1"/>
          </p:cNvSpPr>
          <p:nvPr>
            <p:ph type="body" sz="quarter" idx="13" hasCustomPrompt="1"/>
          </p:nvPr>
        </p:nvSpPr>
        <p:spPr>
          <a:xfrm>
            <a:off x="496888" y="879237"/>
            <a:ext cx="11136311" cy="327025"/>
          </a:xfrm>
          <a:prstGeom prst="rect">
            <a:avLst/>
          </a:prstGeom>
        </p:spPr>
        <p:txBody>
          <a:bodyPr vert="horz" lIns="0" tIns="0" rIns="0" bIns="0" rtlCol="0">
            <a:noAutofit/>
          </a:bodyPr>
          <a:lstStyle>
            <a:lvl1pPr>
              <a:defRPr lang="en-US" sz="1200" cap="all" baseline="0" dirty="0">
                <a:solidFill>
                  <a:schemeClr val="accent2">
                    <a:alpha val="85000"/>
                  </a:schemeClr>
                </a:solidFill>
              </a:defRPr>
            </a:lvl1pPr>
          </a:lstStyle>
          <a:p>
            <a:pPr lvl="0"/>
            <a:r>
              <a:rPr lang="en-US"/>
              <a:t>Subtitle Goes here if you need it </a:t>
            </a:r>
          </a:p>
        </p:txBody>
      </p:sp>
      <p:sp>
        <p:nvSpPr>
          <p:cNvPr id="6" name="Text Placeholder 17">
            <a:extLst>
              <a:ext uri="{FF2B5EF4-FFF2-40B4-BE49-F238E27FC236}">
                <a16:creationId xmlns:a16="http://schemas.microsoft.com/office/drawing/2014/main" id="{AD27A3CF-D39A-7033-4B7E-4F8A9A2B7F20}"/>
              </a:ext>
            </a:extLst>
          </p:cNvPr>
          <p:cNvSpPr>
            <a:spLocks noGrp="1"/>
          </p:cNvSpPr>
          <p:nvPr>
            <p:ph type="body" sz="quarter" idx="38" hasCustomPrompt="1"/>
          </p:nvPr>
        </p:nvSpPr>
        <p:spPr>
          <a:xfrm>
            <a:off x="496889" y="2694832"/>
            <a:ext cx="3404478" cy="1133994"/>
          </a:xfrm>
          <a:prstGeom prst="roundRect">
            <a:avLst>
              <a:gd name="adj" fmla="val 6470"/>
            </a:avLst>
          </a:prstGeom>
          <a:solidFill>
            <a:schemeClr val="accent2">
              <a:alpha val="4706"/>
            </a:schemeClr>
          </a:solidFill>
          <a:ln w="12700">
            <a:gradFill>
              <a:gsLst>
                <a:gs pos="0">
                  <a:schemeClr val="accent2"/>
                </a:gs>
                <a:gs pos="100000">
                  <a:schemeClr val="accent3"/>
                </a:gs>
              </a:gsLst>
              <a:lin ang="0" scaled="0"/>
            </a:gradFill>
          </a:ln>
        </p:spPr>
        <p:txBody>
          <a:bodyPr vert="horz" lIns="182880" tIns="91440" rIns="182880" bIns="0" rtlCol="0">
            <a:noAutofit/>
          </a:bodyPr>
          <a:lstStyle>
            <a:lvl1pPr>
              <a:defRPr lang="en-US" sz="2400" dirty="0"/>
            </a:lvl1pPr>
          </a:lstStyle>
          <a:p>
            <a:pPr lvl="0"/>
            <a:r>
              <a:rPr lang="en-US"/>
              <a:t>Click to edit text</a:t>
            </a:r>
          </a:p>
        </p:txBody>
      </p:sp>
      <p:sp>
        <p:nvSpPr>
          <p:cNvPr id="19" name="Text Placeholder 17">
            <a:extLst>
              <a:ext uri="{FF2B5EF4-FFF2-40B4-BE49-F238E27FC236}">
                <a16:creationId xmlns:a16="http://schemas.microsoft.com/office/drawing/2014/main" id="{A0BC4C5C-F07F-29A0-C45A-95A5EBBF0887}"/>
              </a:ext>
            </a:extLst>
          </p:cNvPr>
          <p:cNvSpPr>
            <a:spLocks noGrp="1"/>
          </p:cNvSpPr>
          <p:nvPr>
            <p:ph type="body" sz="quarter" idx="44" hasCustomPrompt="1"/>
          </p:nvPr>
        </p:nvSpPr>
        <p:spPr>
          <a:xfrm>
            <a:off x="4384429" y="2694832"/>
            <a:ext cx="3404478" cy="1133994"/>
          </a:xfrm>
          <a:prstGeom prst="roundRect">
            <a:avLst>
              <a:gd name="adj" fmla="val 6470"/>
            </a:avLst>
          </a:prstGeom>
          <a:solidFill>
            <a:schemeClr val="accent2">
              <a:alpha val="4706"/>
            </a:schemeClr>
          </a:solidFill>
          <a:ln w="12700">
            <a:gradFill>
              <a:gsLst>
                <a:gs pos="0">
                  <a:schemeClr val="accent2"/>
                </a:gs>
                <a:gs pos="100000">
                  <a:schemeClr val="accent3"/>
                </a:gs>
              </a:gsLst>
              <a:lin ang="0" scaled="0"/>
            </a:gradFill>
          </a:ln>
        </p:spPr>
        <p:txBody>
          <a:bodyPr vert="horz" lIns="182880" tIns="91440" rIns="182880" bIns="0" rtlCol="0">
            <a:noAutofit/>
          </a:bodyPr>
          <a:lstStyle>
            <a:lvl1pPr>
              <a:defRPr lang="en-US" sz="2400" dirty="0"/>
            </a:lvl1pPr>
          </a:lstStyle>
          <a:p>
            <a:pPr lvl="0"/>
            <a:r>
              <a:rPr lang="en-US"/>
              <a:t>Click to edit text</a:t>
            </a:r>
          </a:p>
        </p:txBody>
      </p:sp>
      <p:sp>
        <p:nvSpPr>
          <p:cNvPr id="26" name="Text Placeholder 17">
            <a:extLst>
              <a:ext uri="{FF2B5EF4-FFF2-40B4-BE49-F238E27FC236}">
                <a16:creationId xmlns:a16="http://schemas.microsoft.com/office/drawing/2014/main" id="{EEE64D3E-323A-5FA3-0B56-63A82AB57A01}"/>
              </a:ext>
            </a:extLst>
          </p:cNvPr>
          <p:cNvSpPr>
            <a:spLocks noGrp="1"/>
          </p:cNvSpPr>
          <p:nvPr>
            <p:ph type="body" sz="quarter" idx="45" hasCustomPrompt="1"/>
          </p:nvPr>
        </p:nvSpPr>
        <p:spPr>
          <a:xfrm>
            <a:off x="8299620" y="2694832"/>
            <a:ext cx="3404478" cy="1133994"/>
          </a:xfrm>
          <a:prstGeom prst="roundRect">
            <a:avLst>
              <a:gd name="adj" fmla="val 6470"/>
            </a:avLst>
          </a:prstGeom>
          <a:solidFill>
            <a:schemeClr val="accent2">
              <a:alpha val="4706"/>
            </a:schemeClr>
          </a:solidFill>
          <a:ln w="12700">
            <a:gradFill>
              <a:gsLst>
                <a:gs pos="0">
                  <a:schemeClr val="accent2"/>
                </a:gs>
                <a:gs pos="100000">
                  <a:schemeClr val="accent3"/>
                </a:gs>
              </a:gsLst>
              <a:lin ang="0" scaled="0"/>
            </a:gradFill>
          </a:ln>
        </p:spPr>
        <p:txBody>
          <a:bodyPr vert="horz" lIns="182880" tIns="91440" rIns="182880" bIns="0" rtlCol="0">
            <a:noAutofit/>
          </a:bodyPr>
          <a:lstStyle>
            <a:lvl1pPr>
              <a:defRPr lang="en-US" sz="2400" dirty="0"/>
            </a:lvl1pPr>
          </a:lstStyle>
          <a:p>
            <a:pPr lvl="0"/>
            <a:r>
              <a:rPr lang="en-US"/>
              <a:t>Click to edit text</a:t>
            </a:r>
          </a:p>
        </p:txBody>
      </p:sp>
      <p:sp>
        <p:nvSpPr>
          <p:cNvPr id="34" name="Text Placeholder 17">
            <a:extLst>
              <a:ext uri="{FF2B5EF4-FFF2-40B4-BE49-F238E27FC236}">
                <a16:creationId xmlns:a16="http://schemas.microsoft.com/office/drawing/2014/main" id="{F8F1636C-6E52-1E46-80B2-DFF22720D306}"/>
              </a:ext>
            </a:extLst>
          </p:cNvPr>
          <p:cNvSpPr>
            <a:spLocks noGrp="1"/>
          </p:cNvSpPr>
          <p:nvPr>
            <p:ph type="body" sz="quarter" idx="46" hasCustomPrompt="1"/>
          </p:nvPr>
        </p:nvSpPr>
        <p:spPr>
          <a:xfrm>
            <a:off x="496889" y="4988173"/>
            <a:ext cx="3404478" cy="1133994"/>
          </a:xfrm>
          <a:prstGeom prst="roundRect">
            <a:avLst>
              <a:gd name="adj" fmla="val 6470"/>
            </a:avLst>
          </a:prstGeom>
          <a:solidFill>
            <a:schemeClr val="accent2">
              <a:alpha val="4706"/>
            </a:schemeClr>
          </a:solidFill>
          <a:ln w="12700">
            <a:gradFill>
              <a:gsLst>
                <a:gs pos="0">
                  <a:schemeClr val="accent2"/>
                </a:gs>
                <a:gs pos="100000">
                  <a:schemeClr val="accent3"/>
                </a:gs>
              </a:gsLst>
              <a:lin ang="0" scaled="0"/>
            </a:gradFill>
          </a:ln>
        </p:spPr>
        <p:txBody>
          <a:bodyPr vert="horz" lIns="182880" tIns="91440" rIns="182880" bIns="0" rtlCol="0">
            <a:noAutofit/>
          </a:bodyPr>
          <a:lstStyle>
            <a:lvl1pPr>
              <a:defRPr lang="en-US" sz="2400" dirty="0"/>
            </a:lvl1pPr>
          </a:lstStyle>
          <a:p>
            <a:pPr lvl="0"/>
            <a:r>
              <a:rPr lang="en-US"/>
              <a:t>Click to edit text</a:t>
            </a:r>
          </a:p>
        </p:txBody>
      </p:sp>
      <p:sp>
        <p:nvSpPr>
          <p:cNvPr id="35" name="Text Placeholder 17">
            <a:extLst>
              <a:ext uri="{FF2B5EF4-FFF2-40B4-BE49-F238E27FC236}">
                <a16:creationId xmlns:a16="http://schemas.microsoft.com/office/drawing/2014/main" id="{BEE7E35A-B42C-5F6B-786D-23CBAE37B33B}"/>
              </a:ext>
            </a:extLst>
          </p:cNvPr>
          <p:cNvSpPr>
            <a:spLocks noGrp="1"/>
          </p:cNvSpPr>
          <p:nvPr>
            <p:ph type="body" sz="quarter" idx="47" hasCustomPrompt="1"/>
          </p:nvPr>
        </p:nvSpPr>
        <p:spPr>
          <a:xfrm>
            <a:off x="4384429" y="4988173"/>
            <a:ext cx="3404478" cy="1133994"/>
          </a:xfrm>
          <a:prstGeom prst="roundRect">
            <a:avLst>
              <a:gd name="adj" fmla="val 6470"/>
            </a:avLst>
          </a:prstGeom>
          <a:solidFill>
            <a:schemeClr val="accent2">
              <a:alpha val="4706"/>
            </a:schemeClr>
          </a:solidFill>
          <a:ln w="12700">
            <a:gradFill>
              <a:gsLst>
                <a:gs pos="0">
                  <a:schemeClr val="accent2"/>
                </a:gs>
                <a:gs pos="100000">
                  <a:schemeClr val="accent3"/>
                </a:gs>
              </a:gsLst>
              <a:lin ang="0" scaled="0"/>
            </a:gradFill>
          </a:ln>
        </p:spPr>
        <p:txBody>
          <a:bodyPr vert="horz" lIns="182880" tIns="91440" rIns="182880" bIns="0" rtlCol="0">
            <a:noAutofit/>
          </a:bodyPr>
          <a:lstStyle>
            <a:lvl1pPr>
              <a:defRPr lang="en-US" sz="2400" dirty="0"/>
            </a:lvl1pPr>
          </a:lstStyle>
          <a:p>
            <a:pPr lvl="0"/>
            <a:r>
              <a:rPr lang="en-US"/>
              <a:t>Click to edit text</a:t>
            </a:r>
          </a:p>
        </p:txBody>
      </p:sp>
      <p:sp>
        <p:nvSpPr>
          <p:cNvPr id="36" name="Text Placeholder 17">
            <a:extLst>
              <a:ext uri="{FF2B5EF4-FFF2-40B4-BE49-F238E27FC236}">
                <a16:creationId xmlns:a16="http://schemas.microsoft.com/office/drawing/2014/main" id="{356DE6B1-4647-F0DB-5703-4F56C7745F8C}"/>
              </a:ext>
            </a:extLst>
          </p:cNvPr>
          <p:cNvSpPr>
            <a:spLocks noGrp="1"/>
          </p:cNvSpPr>
          <p:nvPr>
            <p:ph type="body" sz="quarter" idx="48" hasCustomPrompt="1"/>
          </p:nvPr>
        </p:nvSpPr>
        <p:spPr>
          <a:xfrm>
            <a:off x="8299620" y="4988173"/>
            <a:ext cx="3404478" cy="1133994"/>
          </a:xfrm>
          <a:prstGeom prst="roundRect">
            <a:avLst>
              <a:gd name="adj" fmla="val 6470"/>
            </a:avLst>
          </a:prstGeom>
          <a:solidFill>
            <a:schemeClr val="accent2">
              <a:alpha val="4706"/>
            </a:schemeClr>
          </a:solidFill>
          <a:ln w="12700">
            <a:gradFill>
              <a:gsLst>
                <a:gs pos="0">
                  <a:schemeClr val="accent2"/>
                </a:gs>
                <a:gs pos="100000">
                  <a:schemeClr val="accent3"/>
                </a:gs>
              </a:gsLst>
              <a:lin ang="0" scaled="0"/>
            </a:gradFill>
          </a:ln>
        </p:spPr>
        <p:txBody>
          <a:bodyPr vert="horz" lIns="182880" tIns="91440" rIns="182880" bIns="0" rtlCol="0">
            <a:noAutofit/>
          </a:bodyPr>
          <a:lstStyle>
            <a:lvl1pPr>
              <a:defRPr lang="en-US" sz="2400" dirty="0"/>
            </a:lvl1pPr>
          </a:lstStyle>
          <a:p>
            <a:pPr lvl="0"/>
            <a:r>
              <a:rPr lang="en-US"/>
              <a:t>Click to edit text</a:t>
            </a:r>
          </a:p>
        </p:txBody>
      </p:sp>
      <p:grpSp>
        <p:nvGrpSpPr>
          <p:cNvPr id="5" name="Group 4">
            <a:extLst>
              <a:ext uri="{FF2B5EF4-FFF2-40B4-BE49-F238E27FC236}">
                <a16:creationId xmlns:a16="http://schemas.microsoft.com/office/drawing/2014/main" id="{2FA5DE12-D2A7-7638-113C-DD2E46719C3A}"/>
              </a:ext>
            </a:extLst>
          </p:cNvPr>
          <p:cNvGrpSpPr/>
          <p:nvPr userDrawn="1"/>
        </p:nvGrpSpPr>
        <p:grpSpPr>
          <a:xfrm>
            <a:off x="10615642" y="6334107"/>
            <a:ext cx="1079469" cy="225489"/>
            <a:chOff x="10615642" y="6334107"/>
            <a:chExt cx="1079469" cy="225489"/>
          </a:xfrm>
        </p:grpSpPr>
        <p:sp>
          <p:nvSpPr>
            <p:cNvPr id="7" name="Freeform 6">
              <a:extLst>
                <a:ext uri="{FF2B5EF4-FFF2-40B4-BE49-F238E27FC236}">
                  <a16:creationId xmlns:a16="http://schemas.microsoft.com/office/drawing/2014/main" id="{939475FE-EC19-0261-DFB3-B12758182C9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A663B50-612F-9F9D-C9CE-BCCEFC6EDF76}"/>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478CA9E-6F7B-0BF3-036F-CC88012B8539}"/>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FB8EE80E-B22B-581A-6DD1-28D0AEFEE97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1E824F7-9168-050F-A8F8-D90CAF6AC7B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C30835D1-E203-316C-9AE7-3E0AA4EEAB3D}"/>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44B7AC74-DC67-D328-AA94-766410F2D27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F510B46-8ACD-69DE-2E93-C23197E6233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BC90ABA2-A344-CE56-D6A4-E2EF81CE0A2C}"/>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2" name="Rectangle 21">
            <a:extLst>
              <a:ext uri="{FF2B5EF4-FFF2-40B4-BE49-F238E27FC236}">
                <a16:creationId xmlns:a16="http://schemas.microsoft.com/office/drawing/2014/main" id="{CB7F05E3-186A-2E4F-6F46-2C30757B1C01}"/>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3819410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pact Gradient 1">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BB204-1733-092D-3B91-687F3D4A2ED6}"/>
              </a:ext>
            </a:extLst>
          </p:cNvPr>
          <p:cNvSpPr>
            <a:spLocks noGrp="1"/>
          </p:cNvSpPr>
          <p:nvPr>
            <p:ph type="body" sz="quarter" idx="10" hasCustomPrompt="1"/>
          </p:nvPr>
        </p:nvSpPr>
        <p:spPr>
          <a:xfrm>
            <a:off x="497342" y="1363661"/>
            <a:ext cx="9767887" cy="4351338"/>
          </a:xfrm>
          <a:prstGeom prst="rect">
            <a:avLst/>
          </a:prstGeom>
        </p:spPr>
        <p:txBody>
          <a:bodyPr anchor="b" anchorCtr="0"/>
          <a:lstStyle>
            <a:lvl1pPr marL="0" indent="0">
              <a:tabLst>
                <a:tab pos="1876425" algn="l"/>
              </a:tabLst>
              <a:defRPr sz="1400" cap="all" spc="150" baseline="0">
                <a:solidFill>
                  <a:schemeClr val="accent1"/>
                </a:solidFill>
              </a:defRPr>
            </a:lvl1pPr>
            <a:lvl2pPr marL="0" indent="0">
              <a:spcBef>
                <a:spcPts val="600"/>
              </a:spcBef>
              <a:buNone/>
              <a:defRPr lang="en-US" sz="5400" b="0" i="0" kern="1200" dirty="0">
                <a:solidFill>
                  <a:schemeClr val="accent2"/>
                </a:solidFill>
                <a:latin typeface="Spectrum Sans Medium" panose="020B0502020503020304" pitchFamily="34" charset="0"/>
                <a:ea typeface="+mn-ea"/>
                <a:cs typeface="Spectrum Sans Medium" panose="020B0502020503020304" pitchFamily="34" charset="0"/>
              </a:defRPr>
            </a:lvl2pPr>
          </a:lstStyle>
          <a:p>
            <a:pPr lvl="0"/>
            <a:r>
              <a:rPr lang="en-US"/>
              <a:t>Short paragraph A eyebrow text goes here</a:t>
            </a:r>
          </a:p>
          <a:p>
            <a:pPr marL="0" lvl="1" indent="0" algn="l" defTabSz="914400" rtl="0" eaLnBrk="1" latinLnBrk="0" hangingPunct="1">
              <a:lnSpc>
                <a:spcPct val="110000"/>
              </a:lnSpc>
              <a:spcBef>
                <a:spcPts val="600"/>
              </a:spcBef>
              <a:buFont typeface="Arial" panose="020B0604020202020204" pitchFamily="34" charset="0"/>
              <a:buNone/>
              <a:tabLst/>
            </a:pPr>
            <a:r>
              <a:rPr lang="en-US"/>
              <a:t>Main paragraph text</a:t>
            </a:r>
          </a:p>
        </p:txBody>
      </p:sp>
      <p:sp>
        <p:nvSpPr>
          <p:cNvPr id="19" name="Date Placeholder 18">
            <a:extLst>
              <a:ext uri="{FF2B5EF4-FFF2-40B4-BE49-F238E27FC236}">
                <a16:creationId xmlns:a16="http://schemas.microsoft.com/office/drawing/2014/main" id="{4AEF557B-1B98-C48E-E82D-8BEA98D2E1A1}"/>
              </a:ext>
            </a:extLst>
          </p:cNvPr>
          <p:cNvSpPr>
            <a:spLocks noGrp="1"/>
          </p:cNvSpPr>
          <p:nvPr>
            <p:ph type="dt" sz="half" idx="11"/>
          </p:nvPr>
        </p:nvSpPr>
        <p:spPr/>
        <p:txBody>
          <a:bodyPr/>
          <a:lstStyle>
            <a:lvl1pPr>
              <a:defRPr>
                <a:solidFill>
                  <a:schemeClr val="accent1"/>
                </a:solidFill>
              </a:defRPr>
            </a:lvl1pPr>
          </a:lstStyle>
          <a:p>
            <a:fld id="{F32CE190-033F-D04F-9B23-09D56129B334}" type="datetime1">
              <a:rPr lang="en-US" smtClean="0"/>
              <a:t>3/19/2026</a:t>
            </a:fld>
            <a:endParaRPr lang="en-US"/>
          </a:p>
        </p:txBody>
      </p:sp>
      <p:sp>
        <p:nvSpPr>
          <p:cNvPr id="20" name="Footer Placeholder 19">
            <a:extLst>
              <a:ext uri="{FF2B5EF4-FFF2-40B4-BE49-F238E27FC236}">
                <a16:creationId xmlns:a16="http://schemas.microsoft.com/office/drawing/2014/main" id="{652371CB-1AEC-7611-4479-30FD2613DC4C}"/>
              </a:ext>
            </a:extLst>
          </p:cNvPr>
          <p:cNvSpPr>
            <a:spLocks noGrp="1"/>
          </p:cNvSpPr>
          <p:nvPr>
            <p:ph type="ftr" sz="quarter" idx="12"/>
          </p:nvPr>
        </p:nvSpPr>
        <p:spPr/>
        <p:txBody>
          <a:bodyPr/>
          <a:lstStyle>
            <a:lvl1pPr>
              <a:defRPr>
                <a:solidFill>
                  <a:schemeClr val="accent1"/>
                </a:solidFill>
              </a:defRPr>
            </a:lvl1pPr>
          </a:lstStyle>
          <a:p>
            <a:endParaRPr lang="en-US"/>
          </a:p>
        </p:txBody>
      </p:sp>
      <p:sp>
        <p:nvSpPr>
          <p:cNvPr id="21" name="Slide Number Placeholder 20">
            <a:extLst>
              <a:ext uri="{FF2B5EF4-FFF2-40B4-BE49-F238E27FC236}">
                <a16:creationId xmlns:a16="http://schemas.microsoft.com/office/drawing/2014/main" id="{174F0868-E2FA-82D4-3A86-2C0E7A669881}"/>
              </a:ext>
            </a:extLst>
          </p:cNvPr>
          <p:cNvSpPr>
            <a:spLocks noGrp="1"/>
          </p:cNvSpPr>
          <p:nvPr>
            <p:ph type="sldNum" sz="quarter" idx="13"/>
          </p:nvPr>
        </p:nvSpPr>
        <p:spPr/>
        <p:txBody>
          <a:bodyPr/>
          <a:lstStyle>
            <a:lvl1pPr>
              <a:defRPr>
                <a:solidFill>
                  <a:schemeClr val="accent1"/>
                </a:solidFill>
              </a:defRPr>
            </a:lvl1p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C46616B0-C093-5BEE-2BF5-5960EAE95F27}"/>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35CAAFA0-7614-365D-3146-56E3391ADFE9}"/>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DAF627CA-0854-624C-2DD6-C0FA32A33296}"/>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1EC069B-A3BC-2BF8-A320-3AB4F8FF7D49}"/>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1D59B7C-2220-1583-2B57-B03CEE006E75}"/>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6E9CF60D-6924-E21F-1765-DA6EF96111A4}"/>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AB53C954-A2AE-99D7-63CF-7CECDC5ACDE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BBA479E-E379-220E-8053-C45CD5104B2B}"/>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1258F65-C936-2279-588B-62073BB699E9}"/>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BA50FD28-AD39-B121-2ADB-706D489A6B7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B505C667-957A-4B21-21DB-6DF7524107F4}"/>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64672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act Gradient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BB204-1733-092D-3B91-687F3D4A2ED6}"/>
              </a:ext>
            </a:extLst>
          </p:cNvPr>
          <p:cNvSpPr>
            <a:spLocks noGrp="1"/>
          </p:cNvSpPr>
          <p:nvPr>
            <p:ph type="body" sz="quarter" idx="10" hasCustomPrompt="1"/>
          </p:nvPr>
        </p:nvSpPr>
        <p:spPr>
          <a:xfrm>
            <a:off x="497342" y="1363661"/>
            <a:ext cx="9767887" cy="4351338"/>
          </a:xfrm>
          <a:prstGeom prst="rect">
            <a:avLst/>
          </a:prstGeom>
        </p:spPr>
        <p:txBody>
          <a:bodyPr anchor="b" anchorCtr="0"/>
          <a:lstStyle>
            <a:lvl1pPr marL="0" indent="0">
              <a:tabLst>
                <a:tab pos="1876425" algn="l"/>
              </a:tabLst>
              <a:defRPr sz="1400" cap="all" spc="150" baseline="0">
                <a:solidFill>
                  <a:schemeClr val="accent1"/>
                </a:solidFill>
              </a:defRPr>
            </a:lvl1pPr>
            <a:lvl2pPr marL="0" indent="0">
              <a:spcBef>
                <a:spcPts val="600"/>
              </a:spcBef>
              <a:buNone/>
              <a:defRPr lang="en-US" sz="5400" b="0" i="0" kern="1200" dirty="0">
                <a:solidFill>
                  <a:schemeClr val="accent4"/>
                </a:solidFill>
                <a:latin typeface="Spectrum Sans Medium" panose="020B0502020503020304" pitchFamily="34" charset="0"/>
                <a:ea typeface="+mn-ea"/>
                <a:cs typeface="Spectrum Sans Medium" panose="020B0502020503020304" pitchFamily="34" charset="0"/>
              </a:defRPr>
            </a:lvl2pPr>
          </a:lstStyle>
          <a:p>
            <a:pPr lvl="0"/>
            <a:r>
              <a:rPr lang="en-US"/>
              <a:t>Short paragraph A eyebrow text goes here</a:t>
            </a:r>
          </a:p>
          <a:p>
            <a:pPr marL="0" lvl="1" indent="0" algn="l" defTabSz="914400" rtl="0" eaLnBrk="1" latinLnBrk="0" hangingPunct="1">
              <a:lnSpc>
                <a:spcPct val="110000"/>
              </a:lnSpc>
              <a:spcBef>
                <a:spcPts val="600"/>
              </a:spcBef>
              <a:buFont typeface="Arial" panose="020B0604020202020204" pitchFamily="34" charset="0"/>
              <a:buNone/>
              <a:tabLst/>
            </a:pPr>
            <a:r>
              <a:rPr lang="en-US"/>
              <a:t>Main paragraph text</a:t>
            </a:r>
          </a:p>
        </p:txBody>
      </p:sp>
      <p:sp>
        <p:nvSpPr>
          <p:cNvPr id="19" name="Date Placeholder 18">
            <a:extLst>
              <a:ext uri="{FF2B5EF4-FFF2-40B4-BE49-F238E27FC236}">
                <a16:creationId xmlns:a16="http://schemas.microsoft.com/office/drawing/2014/main" id="{4AEF557B-1B98-C48E-E82D-8BEA98D2E1A1}"/>
              </a:ext>
            </a:extLst>
          </p:cNvPr>
          <p:cNvSpPr>
            <a:spLocks noGrp="1"/>
          </p:cNvSpPr>
          <p:nvPr>
            <p:ph type="dt" sz="half" idx="11"/>
          </p:nvPr>
        </p:nvSpPr>
        <p:spPr/>
        <p:txBody>
          <a:bodyPr/>
          <a:lstStyle>
            <a:lvl1pPr>
              <a:defRPr>
                <a:solidFill>
                  <a:schemeClr val="accent1"/>
                </a:solidFill>
              </a:defRPr>
            </a:lvl1pPr>
          </a:lstStyle>
          <a:p>
            <a:fld id="{823516D7-49F6-9340-92DD-3B9CC2A2C922}" type="datetime1">
              <a:rPr lang="en-US" smtClean="0"/>
              <a:t>3/19/2026</a:t>
            </a:fld>
            <a:endParaRPr lang="en-US"/>
          </a:p>
        </p:txBody>
      </p:sp>
      <p:sp>
        <p:nvSpPr>
          <p:cNvPr id="20" name="Footer Placeholder 19">
            <a:extLst>
              <a:ext uri="{FF2B5EF4-FFF2-40B4-BE49-F238E27FC236}">
                <a16:creationId xmlns:a16="http://schemas.microsoft.com/office/drawing/2014/main" id="{652371CB-1AEC-7611-4479-30FD2613DC4C}"/>
              </a:ext>
            </a:extLst>
          </p:cNvPr>
          <p:cNvSpPr>
            <a:spLocks noGrp="1"/>
          </p:cNvSpPr>
          <p:nvPr>
            <p:ph type="ftr" sz="quarter" idx="12"/>
          </p:nvPr>
        </p:nvSpPr>
        <p:spPr/>
        <p:txBody>
          <a:bodyPr/>
          <a:lstStyle>
            <a:lvl1pPr>
              <a:defRPr>
                <a:solidFill>
                  <a:schemeClr val="accent1"/>
                </a:solidFill>
              </a:defRPr>
            </a:lvl1pPr>
          </a:lstStyle>
          <a:p>
            <a:endParaRPr lang="en-US"/>
          </a:p>
        </p:txBody>
      </p:sp>
      <p:sp>
        <p:nvSpPr>
          <p:cNvPr id="21" name="Slide Number Placeholder 20">
            <a:extLst>
              <a:ext uri="{FF2B5EF4-FFF2-40B4-BE49-F238E27FC236}">
                <a16:creationId xmlns:a16="http://schemas.microsoft.com/office/drawing/2014/main" id="{174F0868-E2FA-82D4-3A86-2C0E7A669881}"/>
              </a:ext>
            </a:extLst>
          </p:cNvPr>
          <p:cNvSpPr>
            <a:spLocks noGrp="1"/>
          </p:cNvSpPr>
          <p:nvPr>
            <p:ph type="sldNum" sz="quarter" idx="13"/>
          </p:nvPr>
        </p:nvSpPr>
        <p:spPr/>
        <p:txBody>
          <a:bodyPr/>
          <a:lstStyle>
            <a:lvl1pPr>
              <a:defRPr>
                <a:solidFill>
                  <a:schemeClr val="accent1"/>
                </a:solidFill>
              </a:defRPr>
            </a:lvl1p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A3BD202C-8EF6-58F5-356F-6788FB0DE210}"/>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B7711FF5-5A79-97FB-8473-26444211F03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3EBF1732-5E43-40BF-6A89-DADEF009CC3C}"/>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047FD8F-903D-7C7E-6C18-150290CB7DEB}"/>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03E88E6-D9FF-73C8-0494-4F0E097B9244}"/>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1051334C-3FE8-700A-8E39-78105EA26F51}"/>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193CF552-71C2-D848-454F-AA44DD2A05DD}"/>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BB8EDC0-4B70-8D9B-0114-FED89D7C226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07463A9-1541-778C-E402-8078AC129078}"/>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0E484E9-9357-ECDF-4C9E-0B87F1D6B1A0}"/>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B76AD0F6-0619-C2F1-1F92-E297FCDA33DE}"/>
              </a:ext>
            </a:extLst>
          </p:cNvPr>
          <p:cNvSpPr/>
          <p:nvPr userDrawn="1"/>
        </p:nvSpPr>
        <p:spPr>
          <a:xfrm>
            <a:off x="0" y="6802244"/>
            <a:ext cx="12192000" cy="55756"/>
          </a:xfrm>
          <a:prstGeom prst="rect">
            <a:avLst/>
          </a:prstGeom>
          <a:gradFill>
            <a:gsLst>
              <a:gs pos="15000">
                <a:schemeClr val="accent3"/>
              </a:gs>
              <a:gs pos="85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98307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dient 3">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BB204-1733-092D-3B91-687F3D4A2ED6}"/>
              </a:ext>
            </a:extLst>
          </p:cNvPr>
          <p:cNvSpPr>
            <a:spLocks noGrp="1"/>
          </p:cNvSpPr>
          <p:nvPr>
            <p:ph type="body" sz="quarter" idx="10" hasCustomPrompt="1"/>
          </p:nvPr>
        </p:nvSpPr>
        <p:spPr>
          <a:xfrm>
            <a:off x="497342" y="1363661"/>
            <a:ext cx="9767887" cy="4351338"/>
          </a:xfrm>
          <a:prstGeom prst="rect">
            <a:avLst/>
          </a:prstGeom>
        </p:spPr>
        <p:txBody>
          <a:bodyPr anchor="b" anchorCtr="0"/>
          <a:lstStyle>
            <a:lvl1pPr marL="0" indent="0">
              <a:tabLst>
                <a:tab pos="1876425" algn="l"/>
              </a:tabLst>
              <a:defRPr sz="1400" cap="all" spc="150" baseline="0">
                <a:solidFill>
                  <a:schemeClr val="accent1"/>
                </a:solidFill>
              </a:defRPr>
            </a:lvl1pPr>
            <a:lvl2pPr marL="0" indent="0">
              <a:spcBef>
                <a:spcPts val="600"/>
              </a:spcBef>
              <a:buNone/>
              <a:defRPr lang="en-US" sz="5400" b="0" i="0" kern="1200" dirty="0">
                <a:solidFill>
                  <a:schemeClr val="accent1"/>
                </a:solidFill>
                <a:latin typeface="Spectrum Sans Medium" panose="020B0502020503020304" pitchFamily="34" charset="0"/>
                <a:ea typeface="+mn-ea"/>
                <a:cs typeface="Spectrum Sans Medium" panose="020B0502020503020304" pitchFamily="34" charset="0"/>
              </a:defRPr>
            </a:lvl2pPr>
          </a:lstStyle>
          <a:p>
            <a:pPr lvl="0"/>
            <a:r>
              <a:rPr lang="en-US"/>
              <a:t>Short paragraph A eyebrow text goes here</a:t>
            </a:r>
          </a:p>
          <a:p>
            <a:pPr marL="0" lvl="1" indent="0" algn="l" defTabSz="914400" rtl="0" eaLnBrk="1" latinLnBrk="0" hangingPunct="1">
              <a:lnSpc>
                <a:spcPct val="110000"/>
              </a:lnSpc>
              <a:spcBef>
                <a:spcPts val="600"/>
              </a:spcBef>
              <a:buFont typeface="Arial" panose="020B0604020202020204" pitchFamily="34" charset="0"/>
              <a:buNone/>
              <a:tabLst/>
            </a:pPr>
            <a:r>
              <a:rPr lang="en-US"/>
              <a:t>Main paragraph text</a:t>
            </a:r>
          </a:p>
        </p:txBody>
      </p:sp>
      <p:sp>
        <p:nvSpPr>
          <p:cNvPr id="19" name="Date Placeholder 18">
            <a:extLst>
              <a:ext uri="{FF2B5EF4-FFF2-40B4-BE49-F238E27FC236}">
                <a16:creationId xmlns:a16="http://schemas.microsoft.com/office/drawing/2014/main" id="{4AEF557B-1B98-C48E-E82D-8BEA98D2E1A1}"/>
              </a:ext>
            </a:extLst>
          </p:cNvPr>
          <p:cNvSpPr>
            <a:spLocks noGrp="1"/>
          </p:cNvSpPr>
          <p:nvPr>
            <p:ph type="dt" sz="half" idx="11"/>
          </p:nvPr>
        </p:nvSpPr>
        <p:spPr/>
        <p:txBody>
          <a:bodyPr/>
          <a:lstStyle>
            <a:lvl1pPr>
              <a:defRPr>
                <a:solidFill>
                  <a:schemeClr val="accent1"/>
                </a:solidFill>
              </a:defRPr>
            </a:lvl1pPr>
          </a:lstStyle>
          <a:p>
            <a:fld id="{E84FE790-B452-2544-A147-0C2614288D89}" type="datetime1">
              <a:rPr lang="en-US" smtClean="0"/>
              <a:t>3/19/2026</a:t>
            </a:fld>
            <a:endParaRPr lang="en-US"/>
          </a:p>
        </p:txBody>
      </p:sp>
      <p:sp>
        <p:nvSpPr>
          <p:cNvPr id="20" name="Footer Placeholder 19">
            <a:extLst>
              <a:ext uri="{FF2B5EF4-FFF2-40B4-BE49-F238E27FC236}">
                <a16:creationId xmlns:a16="http://schemas.microsoft.com/office/drawing/2014/main" id="{652371CB-1AEC-7611-4479-30FD2613DC4C}"/>
              </a:ext>
            </a:extLst>
          </p:cNvPr>
          <p:cNvSpPr>
            <a:spLocks noGrp="1"/>
          </p:cNvSpPr>
          <p:nvPr>
            <p:ph type="ftr" sz="quarter" idx="12"/>
          </p:nvPr>
        </p:nvSpPr>
        <p:spPr/>
        <p:txBody>
          <a:bodyPr/>
          <a:lstStyle>
            <a:lvl1pPr>
              <a:defRPr>
                <a:solidFill>
                  <a:schemeClr val="accent1"/>
                </a:solidFill>
              </a:defRPr>
            </a:lvl1pPr>
          </a:lstStyle>
          <a:p>
            <a:endParaRPr lang="en-US"/>
          </a:p>
        </p:txBody>
      </p:sp>
      <p:sp>
        <p:nvSpPr>
          <p:cNvPr id="21" name="Slide Number Placeholder 20">
            <a:extLst>
              <a:ext uri="{FF2B5EF4-FFF2-40B4-BE49-F238E27FC236}">
                <a16:creationId xmlns:a16="http://schemas.microsoft.com/office/drawing/2014/main" id="{174F0868-E2FA-82D4-3A86-2C0E7A669881}"/>
              </a:ext>
            </a:extLst>
          </p:cNvPr>
          <p:cNvSpPr>
            <a:spLocks noGrp="1"/>
          </p:cNvSpPr>
          <p:nvPr>
            <p:ph type="sldNum" sz="quarter" idx="13"/>
          </p:nvPr>
        </p:nvSpPr>
        <p:spPr/>
        <p:txBody>
          <a:bodyPr/>
          <a:lstStyle>
            <a:lvl1pPr>
              <a:defRPr>
                <a:solidFill>
                  <a:schemeClr val="accent1"/>
                </a:solidFill>
              </a:defRPr>
            </a:lvl1p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BA5AEB2A-C3F9-BDC9-0223-E89CE31B41F1}"/>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DD54B774-245C-A590-6B63-E0B5DE3EE02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3891FB1B-CF8D-320E-528C-319E8BC5E59C}"/>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617D2A29-68C4-4489-4A03-8A69AE859D9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3371883-DA59-68D1-FE52-8E47E32CAD01}"/>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E5622FEC-E020-34F6-4FDB-1983BAD1E97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C572406-A391-5DB3-D862-1EF81282B300}"/>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3057488-CA2D-2927-B1EB-CADD8E9DC758}"/>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C1192395-CD14-9333-00B4-89A36718F6A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78B2B44-1B4C-84B5-FBC4-27CD5FF7BEDD}"/>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4F702287-988F-F6E5-AE2C-DB82617C3A7F}"/>
              </a:ext>
            </a:extLst>
          </p:cNvPr>
          <p:cNvSpPr/>
          <p:nvPr userDrawn="1"/>
        </p:nvSpPr>
        <p:spPr>
          <a:xfrm>
            <a:off x="0" y="6802244"/>
            <a:ext cx="12192000" cy="55756"/>
          </a:xfrm>
          <a:prstGeom prst="rect">
            <a:avLst/>
          </a:prstGeom>
          <a:gradFill>
            <a:gsLst>
              <a:gs pos="15000">
                <a:schemeClr val="accent6"/>
              </a:gs>
              <a:gs pos="85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4185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Placeholder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3547872" cy="328304"/>
          </a:xfrm>
        </p:spPr>
        <p:txBody>
          <a:bodyPr/>
          <a:lstStyle/>
          <a:p>
            <a:r>
              <a:rPr lang="en-US"/>
              <a:t>Chart Placeholder</a:t>
            </a:r>
          </a:p>
        </p:txBody>
      </p:sp>
      <p:sp>
        <p:nvSpPr>
          <p:cNvPr id="18" name="Text Placeholder 17">
            <a:extLst>
              <a:ext uri="{FF2B5EF4-FFF2-40B4-BE49-F238E27FC236}">
                <a16:creationId xmlns:a16="http://schemas.microsoft.com/office/drawing/2014/main" id="{1FD0916E-286C-CB76-DEF7-8A46093EC0FF}"/>
              </a:ext>
            </a:extLst>
          </p:cNvPr>
          <p:cNvSpPr>
            <a:spLocks noGrp="1"/>
          </p:cNvSpPr>
          <p:nvPr>
            <p:ph type="body" sz="quarter" idx="14"/>
          </p:nvPr>
        </p:nvSpPr>
        <p:spPr>
          <a:xfrm>
            <a:off x="496888" y="1642391"/>
            <a:ext cx="3547872" cy="4123028"/>
          </a:xfrm>
          <a:prstGeom prst="rect">
            <a:avLst/>
          </a:prstGeom>
        </p:spPr>
        <p:txBody>
          <a:bodyPr/>
          <a:lstStyle>
            <a:lvl1pPr>
              <a:defRPr sz="2000"/>
            </a:lvl1pPr>
          </a:lstStyle>
          <a:p>
            <a:pPr lvl="0"/>
            <a:r>
              <a:rPr lang="en-US"/>
              <a:t>Click to edit Master text styles</a:t>
            </a:r>
          </a:p>
        </p:txBody>
      </p:sp>
      <p:sp>
        <p:nvSpPr>
          <p:cNvPr id="6" name="Chart Placeholder 5">
            <a:extLst>
              <a:ext uri="{FF2B5EF4-FFF2-40B4-BE49-F238E27FC236}">
                <a16:creationId xmlns:a16="http://schemas.microsoft.com/office/drawing/2014/main" id="{7883C147-D9A3-0589-D852-7FE130B6635C}"/>
              </a:ext>
            </a:extLst>
          </p:cNvPr>
          <p:cNvSpPr>
            <a:spLocks noGrp="1"/>
          </p:cNvSpPr>
          <p:nvPr>
            <p:ph type="chart" sz="quarter" idx="15" hasCustomPrompt="1"/>
          </p:nvPr>
        </p:nvSpPr>
        <p:spPr>
          <a:xfrm>
            <a:off x="4541648" y="488950"/>
            <a:ext cx="7134415" cy="5276850"/>
          </a:xfrm>
          <a:prstGeom prst="rect">
            <a:avLst/>
          </a:prstGeom>
        </p:spPr>
        <p:txBody>
          <a:bodyPr bIns="1463040" anchor="ctr" anchorCtr="0"/>
          <a:lstStyle>
            <a:lvl1pPr algn="ctr">
              <a:defRPr sz="2000"/>
            </a:lvl1pPr>
          </a:lstStyle>
          <a:p>
            <a:r>
              <a:rPr lang="en-US"/>
              <a:t>Click here to insert chart</a:t>
            </a:r>
          </a:p>
        </p:txBody>
      </p:sp>
      <p:sp>
        <p:nvSpPr>
          <p:cNvPr id="12" name="Date Placeholder 11">
            <a:extLst>
              <a:ext uri="{FF2B5EF4-FFF2-40B4-BE49-F238E27FC236}">
                <a16:creationId xmlns:a16="http://schemas.microsoft.com/office/drawing/2014/main" id="{21561549-ABC6-CAC2-CC9D-D04FAD801FD8}"/>
              </a:ext>
            </a:extLst>
          </p:cNvPr>
          <p:cNvSpPr>
            <a:spLocks noGrp="1"/>
          </p:cNvSpPr>
          <p:nvPr>
            <p:ph type="dt" sz="half" idx="16"/>
          </p:nvPr>
        </p:nvSpPr>
        <p:spPr/>
        <p:txBody>
          <a:bodyPr/>
          <a:lstStyle/>
          <a:p>
            <a:fld id="{D8B98F51-88B8-A34A-B15A-8C4C1B2ACAD0}" type="datetime1">
              <a:rPr lang="en-US" smtClean="0"/>
              <a:t>3/19/2026</a:t>
            </a:fld>
            <a:endParaRPr lang="en-US"/>
          </a:p>
        </p:txBody>
      </p:sp>
      <p:sp>
        <p:nvSpPr>
          <p:cNvPr id="13" name="Footer Placeholder 12">
            <a:extLst>
              <a:ext uri="{FF2B5EF4-FFF2-40B4-BE49-F238E27FC236}">
                <a16:creationId xmlns:a16="http://schemas.microsoft.com/office/drawing/2014/main" id="{CD458742-4338-D685-077B-85A15C917C77}"/>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05BE52BA-7F28-C841-D3BF-D4431B0FAFA3}"/>
              </a:ext>
            </a:extLst>
          </p:cNvPr>
          <p:cNvSpPr>
            <a:spLocks noGrp="1"/>
          </p:cNvSpPr>
          <p:nvPr>
            <p:ph type="sldNum" sz="quarter" idx="18"/>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8C5C948A-7C5E-A4D0-505D-16570CC77DD7}"/>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87EE5F84-9843-CDE1-662F-EA2FA492CFCC}"/>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CE90F0D5-7AB7-087E-581B-398958CD0A7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8AA69F0-D957-8CB6-91FE-149E59F97B39}"/>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E91A6577-8030-56B0-0497-D444536F18B0}"/>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EBDE0590-7392-9266-DEEA-96E9C4FEE0BE}"/>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363B0C8A-E1A4-A54F-069E-66DAFD176D2E}"/>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EB834D5-F67F-DEB5-BA1A-B70C76F7C71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7AC3AC52-940C-2BA9-F33F-ED80C5CEFD3F}"/>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9D7628C-F937-D6FA-0149-42D612208F4B}"/>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9AF068D9-F63B-93EE-C2C9-4E64116BB479}"/>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31133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Full Width White">
    <p:spTree>
      <p:nvGrpSpPr>
        <p:cNvPr id="1" name=""/>
        <p:cNvGrpSpPr/>
        <p:nvPr/>
      </p:nvGrpSpPr>
      <p:grpSpPr>
        <a:xfrm>
          <a:off x="0" y="0"/>
          <a:ext cx="0" cy="0"/>
          <a:chOff x="0" y="0"/>
          <a:chExt cx="0" cy="0"/>
        </a:xfrm>
      </p:grpSpPr>
      <p:sp>
        <p:nvSpPr>
          <p:cNvPr id="2" name="Table Placeholder 9">
            <a:extLst>
              <a:ext uri="{FF2B5EF4-FFF2-40B4-BE49-F238E27FC236}">
                <a16:creationId xmlns:a16="http://schemas.microsoft.com/office/drawing/2014/main" id="{7AE96352-17E4-634E-11EA-8CBFDF18AA3C}"/>
              </a:ext>
            </a:extLst>
          </p:cNvPr>
          <p:cNvSpPr>
            <a:spLocks noGrp="1"/>
          </p:cNvSpPr>
          <p:nvPr>
            <p:ph type="tbl" sz="quarter" idx="13" hasCustomPrompt="1"/>
          </p:nvPr>
        </p:nvSpPr>
        <p:spPr>
          <a:xfrm>
            <a:off x="496434" y="1642391"/>
            <a:ext cx="11178845" cy="4183031"/>
          </a:xfrm>
          <a:prstGeom prst="rect">
            <a:avLst/>
          </a:prstGeom>
        </p:spPr>
        <p:txBody>
          <a:bodyPr bIns="914400" anchor="ctr" anchorCtr="1"/>
          <a:lstStyle>
            <a:lvl1pPr>
              <a:defRPr sz="2000"/>
            </a:lvl1pPr>
          </a:lstStyle>
          <a:p>
            <a:r>
              <a:rPr lang="en-US"/>
              <a:t>Click here to insert table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56632" cy="328304"/>
          </a:xfrm>
        </p:spPr>
        <p:txBody>
          <a:bodyPr/>
          <a:lstStyle/>
          <a:p>
            <a:r>
              <a:rPr lang="en-US"/>
              <a:t>Table Full Width</a:t>
            </a:r>
          </a:p>
        </p:txBody>
      </p:sp>
      <p:sp>
        <p:nvSpPr>
          <p:cNvPr id="11" name="Date Placeholder 10">
            <a:extLst>
              <a:ext uri="{FF2B5EF4-FFF2-40B4-BE49-F238E27FC236}">
                <a16:creationId xmlns:a16="http://schemas.microsoft.com/office/drawing/2014/main" id="{D1B3089E-4275-626C-9A7E-F75C5185D13C}"/>
              </a:ext>
            </a:extLst>
          </p:cNvPr>
          <p:cNvSpPr>
            <a:spLocks noGrp="1"/>
          </p:cNvSpPr>
          <p:nvPr>
            <p:ph type="dt" sz="half" idx="14"/>
          </p:nvPr>
        </p:nvSpPr>
        <p:spPr/>
        <p:txBody>
          <a:bodyPr/>
          <a:lstStyle/>
          <a:p>
            <a:fld id="{994301D2-BBEE-1C4F-A573-EE3D23A00CE9}" type="datetime1">
              <a:rPr lang="en-US" smtClean="0"/>
              <a:t>3/19/2026</a:t>
            </a:fld>
            <a:endParaRPr lang="en-US"/>
          </a:p>
        </p:txBody>
      </p:sp>
      <p:sp>
        <p:nvSpPr>
          <p:cNvPr id="12" name="Footer Placeholder 11">
            <a:extLst>
              <a:ext uri="{FF2B5EF4-FFF2-40B4-BE49-F238E27FC236}">
                <a16:creationId xmlns:a16="http://schemas.microsoft.com/office/drawing/2014/main" id="{96D8192A-4C93-AED7-6AB2-2E1FD7B064E5}"/>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52D586C9-727C-55EF-8F75-9922EE6D1251}"/>
              </a:ext>
            </a:extLst>
          </p:cNvPr>
          <p:cNvSpPr>
            <a:spLocks noGrp="1"/>
          </p:cNvSpPr>
          <p:nvPr>
            <p:ph type="sldNum" sz="quarter" idx="16"/>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DD63F7FA-7F2E-C414-4DF1-7C08528DCC66}"/>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DB7DD458-EAF2-9857-06F8-1C3231C0246E}"/>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970835C2-9420-58D1-B788-D4E3CC167B4F}"/>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92DF85E9-7A94-A062-8AE5-A2311B45B36B}"/>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ED6FDDF-566A-394D-2A4B-C2A28C44091D}"/>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99029F4-BF11-AE74-C8B2-49D42C523D51}"/>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97D6642-751A-3DD5-9A0F-D7B3357F2E1D}"/>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65840D9-D48E-D896-2EAC-D686ADD0BDE2}"/>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54BE59B-15FF-E70A-DFA8-41BF41F1616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BE65D80B-BAA6-F547-3755-AF875B4A838A}"/>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6" name="Rectangle 5">
            <a:extLst>
              <a:ext uri="{FF2B5EF4-FFF2-40B4-BE49-F238E27FC236}">
                <a16:creationId xmlns:a16="http://schemas.microsoft.com/office/drawing/2014/main" id="{97130C35-822A-B716-E227-EDFD27E5B2D5}"/>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3062264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Half Page">
    <p:spTree>
      <p:nvGrpSpPr>
        <p:cNvPr id="1" name=""/>
        <p:cNvGrpSpPr/>
        <p:nvPr/>
      </p:nvGrpSpPr>
      <p:grpSpPr>
        <a:xfrm>
          <a:off x="0" y="0"/>
          <a:ext cx="0" cy="0"/>
          <a:chOff x="0" y="0"/>
          <a:chExt cx="0" cy="0"/>
        </a:xfrm>
      </p:grpSpPr>
      <p:sp>
        <p:nvSpPr>
          <p:cNvPr id="2" name="Table Placeholder 9">
            <a:extLst>
              <a:ext uri="{FF2B5EF4-FFF2-40B4-BE49-F238E27FC236}">
                <a16:creationId xmlns:a16="http://schemas.microsoft.com/office/drawing/2014/main" id="{7AE96352-17E4-634E-11EA-8CBFDF18AA3C}"/>
              </a:ext>
            </a:extLst>
          </p:cNvPr>
          <p:cNvSpPr>
            <a:spLocks noGrp="1"/>
          </p:cNvSpPr>
          <p:nvPr>
            <p:ph type="tbl" sz="quarter" idx="13" hasCustomPrompt="1"/>
          </p:nvPr>
        </p:nvSpPr>
        <p:spPr>
          <a:xfrm>
            <a:off x="6344444" y="1642391"/>
            <a:ext cx="5330836" cy="4183031"/>
          </a:xfrm>
          <a:prstGeom prst="rect">
            <a:avLst/>
          </a:prstGeom>
        </p:spPr>
        <p:txBody>
          <a:bodyPr bIns="914400" anchor="ctr" anchorCtr="1"/>
          <a:lstStyle>
            <a:lvl1pPr>
              <a:defRPr sz="2000"/>
            </a:lvl1pPr>
          </a:lstStyle>
          <a:p>
            <a:r>
              <a:rPr lang="en-US"/>
              <a:t>Click here to insert table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87112" cy="328304"/>
          </a:xfrm>
        </p:spPr>
        <p:txBody>
          <a:bodyPr/>
          <a:lstStyle/>
          <a:p>
            <a:r>
              <a:rPr lang="en-US"/>
              <a:t>Table Half Page</a:t>
            </a:r>
          </a:p>
        </p:txBody>
      </p:sp>
      <p:sp>
        <p:nvSpPr>
          <p:cNvPr id="12" name="Date Placeholder 11">
            <a:extLst>
              <a:ext uri="{FF2B5EF4-FFF2-40B4-BE49-F238E27FC236}">
                <a16:creationId xmlns:a16="http://schemas.microsoft.com/office/drawing/2014/main" id="{4E6247CF-F964-4C47-0ADE-03DA0DA600D6}"/>
              </a:ext>
            </a:extLst>
          </p:cNvPr>
          <p:cNvSpPr>
            <a:spLocks noGrp="1"/>
          </p:cNvSpPr>
          <p:nvPr>
            <p:ph type="dt" sz="half" idx="15"/>
          </p:nvPr>
        </p:nvSpPr>
        <p:spPr/>
        <p:txBody>
          <a:bodyPr/>
          <a:lstStyle/>
          <a:p>
            <a:fld id="{33FAE2B9-CB53-E648-8659-FB4924D0AA30}" type="datetime1">
              <a:rPr lang="en-US" smtClean="0"/>
              <a:t>3/19/2026</a:t>
            </a:fld>
            <a:endParaRPr lang="en-US"/>
          </a:p>
        </p:txBody>
      </p:sp>
      <p:sp>
        <p:nvSpPr>
          <p:cNvPr id="13" name="Footer Placeholder 12">
            <a:extLst>
              <a:ext uri="{FF2B5EF4-FFF2-40B4-BE49-F238E27FC236}">
                <a16:creationId xmlns:a16="http://schemas.microsoft.com/office/drawing/2014/main" id="{E30E3F26-C483-85FE-02E8-FDEB21CEC155}"/>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0C96DC43-525A-4E21-ABA8-19B0852E06BB}"/>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16" name="Text Placeholder 15">
            <a:extLst>
              <a:ext uri="{FF2B5EF4-FFF2-40B4-BE49-F238E27FC236}">
                <a16:creationId xmlns:a16="http://schemas.microsoft.com/office/drawing/2014/main" id="{75CDB0E5-7E81-744B-F59D-03076CA14098}"/>
              </a:ext>
            </a:extLst>
          </p:cNvPr>
          <p:cNvSpPr>
            <a:spLocks noGrp="1"/>
          </p:cNvSpPr>
          <p:nvPr>
            <p:ph type="body" sz="quarter" idx="18"/>
          </p:nvPr>
        </p:nvSpPr>
        <p:spPr>
          <a:xfrm>
            <a:off x="496888" y="1642392"/>
            <a:ext cx="5349875" cy="4183734"/>
          </a:xfrm>
        </p:spPr>
        <p:txBody>
          <a:bodyPr/>
          <a:lstStyle/>
          <a:p>
            <a:pPr lvl="0"/>
            <a:r>
              <a:rPr lang="en-US"/>
              <a:t>Click to edit Master text styles</a:t>
            </a:r>
          </a:p>
          <a:p>
            <a:pPr lvl="1"/>
            <a:r>
              <a:rPr lang="en-US"/>
              <a:t>Second level</a:t>
            </a:r>
          </a:p>
          <a:p>
            <a:pPr lvl="2"/>
            <a:r>
              <a:rPr lang="en-US"/>
              <a:t>Third level</a:t>
            </a:r>
          </a:p>
        </p:txBody>
      </p:sp>
      <p:grpSp>
        <p:nvGrpSpPr>
          <p:cNvPr id="5" name="Group 4">
            <a:extLst>
              <a:ext uri="{FF2B5EF4-FFF2-40B4-BE49-F238E27FC236}">
                <a16:creationId xmlns:a16="http://schemas.microsoft.com/office/drawing/2014/main" id="{913BCDB9-FA5D-8F34-B6AF-B98DE0864053}"/>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93B7314C-D08F-25A6-54D4-4916613E0691}"/>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8232DE15-297D-4EA4-D3A5-0D442D260B35}"/>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A2D48C13-ACCE-5FA9-C5FF-828BAB24AFD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2D0598D-A59A-0940-DB1E-7002DB6AF38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9F2E1AC3-9C25-7BDF-5AEE-58AF35D9C9B9}"/>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92FE2158-ABE6-AE41-7032-3328ACBE067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73766E8-A341-153B-F11B-043310BCC75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5CEA0FF-1AA2-D0B2-98BE-918B3F55D439}"/>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1A84878-5068-88A5-3D22-2D221B787B63}"/>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A9DC74C3-3203-FF28-7589-597A72D4B8BE}"/>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310266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Third Page">
    <p:spTree>
      <p:nvGrpSpPr>
        <p:cNvPr id="1" name=""/>
        <p:cNvGrpSpPr/>
        <p:nvPr/>
      </p:nvGrpSpPr>
      <p:grpSpPr>
        <a:xfrm>
          <a:off x="0" y="0"/>
          <a:ext cx="0" cy="0"/>
          <a:chOff x="0" y="0"/>
          <a:chExt cx="0" cy="0"/>
        </a:xfrm>
      </p:grpSpPr>
      <p:sp>
        <p:nvSpPr>
          <p:cNvPr id="2" name="Table Placeholder 9">
            <a:extLst>
              <a:ext uri="{FF2B5EF4-FFF2-40B4-BE49-F238E27FC236}">
                <a16:creationId xmlns:a16="http://schemas.microsoft.com/office/drawing/2014/main" id="{7AE96352-17E4-634E-11EA-8CBFDF18AA3C}"/>
              </a:ext>
            </a:extLst>
          </p:cNvPr>
          <p:cNvSpPr>
            <a:spLocks noGrp="1"/>
          </p:cNvSpPr>
          <p:nvPr>
            <p:ph type="tbl" sz="quarter" idx="13" hasCustomPrompt="1"/>
          </p:nvPr>
        </p:nvSpPr>
        <p:spPr>
          <a:xfrm>
            <a:off x="7695747" y="1642391"/>
            <a:ext cx="3979532" cy="4183031"/>
          </a:xfrm>
          <a:prstGeom prst="rect">
            <a:avLst/>
          </a:prstGeom>
        </p:spPr>
        <p:txBody>
          <a:bodyPr bIns="914400" anchor="ctr" anchorCtr="1"/>
          <a:lstStyle>
            <a:lvl1pPr>
              <a:defRPr sz="2000"/>
            </a:lvl1pPr>
          </a:lstStyle>
          <a:p>
            <a:r>
              <a:rPr lang="en-US"/>
              <a:t>Click here to insert table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56632" cy="328304"/>
          </a:xfrm>
        </p:spPr>
        <p:txBody>
          <a:bodyPr/>
          <a:lstStyle/>
          <a:p>
            <a:r>
              <a:rPr lang="en-US"/>
              <a:t>Table Third Page</a:t>
            </a:r>
          </a:p>
        </p:txBody>
      </p:sp>
      <p:sp>
        <p:nvSpPr>
          <p:cNvPr id="13" name="Date Placeholder 12">
            <a:extLst>
              <a:ext uri="{FF2B5EF4-FFF2-40B4-BE49-F238E27FC236}">
                <a16:creationId xmlns:a16="http://schemas.microsoft.com/office/drawing/2014/main" id="{13D937FD-63E8-438E-14AB-8F798476AAD7}"/>
              </a:ext>
            </a:extLst>
          </p:cNvPr>
          <p:cNvSpPr>
            <a:spLocks noGrp="1"/>
          </p:cNvSpPr>
          <p:nvPr>
            <p:ph type="dt" sz="half" idx="15"/>
          </p:nvPr>
        </p:nvSpPr>
        <p:spPr/>
        <p:txBody>
          <a:bodyPr/>
          <a:lstStyle/>
          <a:p>
            <a:fld id="{27084498-3A47-E64D-B6AE-7A3402EDE57C}" type="datetime1">
              <a:rPr lang="en-US" smtClean="0"/>
              <a:t>3/19/2026</a:t>
            </a:fld>
            <a:endParaRPr lang="en-US"/>
          </a:p>
        </p:txBody>
      </p:sp>
      <p:sp>
        <p:nvSpPr>
          <p:cNvPr id="14" name="Footer Placeholder 13">
            <a:extLst>
              <a:ext uri="{FF2B5EF4-FFF2-40B4-BE49-F238E27FC236}">
                <a16:creationId xmlns:a16="http://schemas.microsoft.com/office/drawing/2014/main" id="{8EFEAFE4-C4CE-9288-2339-5D239CC2F80C}"/>
              </a:ext>
            </a:extLst>
          </p:cNvPr>
          <p:cNvSpPr>
            <a:spLocks noGrp="1"/>
          </p:cNvSpPr>
          <p:nvPr>
            <p:ph type="ftr" sz="quarter" idx="16"/>
          </p:nvPr>
        </p:nvSpPr>
        <p:spPr/>
        <p:txBody>
          <a:bodyPr/>
          <a:lstStyle/>
          <a:p>
            <a:endParaRPr lang="en-US"/>
          </a:p>
        </p:txBody>
      </p:sp>
      <p:sp>
        <p:nvSpPr>
          <p:cNvPr id="15" name="Slide Number Placeholder 14">
            <a:extLst>
              <a:ext uri="{FF2B5EF4-FFF2-40B4-BE49-F238E27FC236}">
                <a16:creationId xmlns:a16="http://schemas.microsoft.com/office/drawing/2014/main" id="{D9247CD0-B7A1-C0BF-F52D-0A38BBFD661E}"/>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17" name="Text Placeholder 16">
            <a:extLst>
              <a:ext uri="{FF2B5EF4-FFF2-40B4-BE49-F238E27FC236}">
                <a16:creationId xmlns:a16="http://schemas.microsoft.com/office/drawing/2014/main" id="{07819111-4F99-458E-675B-1CCABD61C5EA}"/>
              </a:ext>
            </a:extLst>
          </p:cNvPr>
          <p:cNvSpPr>
            <a:spLocks noGrp="1"/>
          </p:cNvSpPr>
          <p:nvPr>
            <p:ph type="body" sz="quarter" idx="18"/>
          </p:nvPr>
        </p:nvSpPr>
        <p:spPr>
          <a:xfrm>
            <a:off x="496888" y="1642392"/>
            <a:ext cx="6702425" cy="4183734"/>
          </a:xfrm>
        </p:spPr>
        <p:txBody>
          <a:bodyPr/>
          <a:lstStyle/>
          <a:p>
            <a:pPr lvl="0"/>
            <a:r>
              <a:rPr lang="en-US"/>
              <a:t>Click to edit Master text styles</a:t>
            </a:r>
          </a:p>
          <a:p>
            <a:pPr lvl="1"/>
            <a:r>
              <a:rPr lang="en-US"/>
              <a:t>Second level</a:t>
            </a:r>
          </a:p>
          <a:p>
            <a:pPr lvl="2"/>
            <a:r>
              <a:rPr lang="en-US"/>
              <a:t>Third level</a:t>
            </a:r>
          </a:p>
        </p:txBody>
      </p:sp>
      <p:grpSp>
        <p:nvGrpSpPr>
          <p:cNvPr id="4" name="Group 3">
            <a:extLst>
              <a:ext uri="{FF2B5EF4-FFF2-40B4-BE49-F238E27FC236}">
                <a16:creationId xmlns:a16="http://schemas.microsoft.com/office/drawing/2014/main" id="{67141DAF-8E0A-3BAB-AB16-0C72DF4F508A}"/>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3228A0F6-5BCE-1C63-8154-23CEE39A8910}"/>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0A06E582-4639-3783-6483-96FF64431AF1}"/>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2BBE5D60-DF10-4765-6AAE-FC533E41C344}"/>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E1A06FE6-3F04-AC67-BF89-5ACD04CA46E1}"/>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48E65C5-D7D6-B2AC-1155-A1BEA2DA9A4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EB437D25-69BF-D2F7-E95C-139496681E37}"/>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C5F852C-17D2-C0B7-9531-2F9B2E5ED9EA}"/>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5D30664-D323-17A7-370F-3F2D5CF611C6}"/>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BA6C5C7-51CD-1342-5E01-2B8F62E1C80B}"/>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2" name="Rectangle 11">
            <a:extLst>
              <a:ext uri="{FF2B5EF4-FFF2-40B4-BE49-F238E27FC236}">
                <a16:creationId xmlns:a16="http://schemas.microsoft.com/office/drawing/2014/main" id="{0B3C332D-68CE-39D8-C3F1-4D160BBDB0AF}"/>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489009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meline / Process Slide White A">
    <p:spTree>
      <p:nvGrpSpPr>
        <p:cNvPr id="1" name=""/>
        <p:cNvGrpSpPr/>
        <p:nvPr/>
      </p:nvGrpSpPr>
      <p:grpSpPr>
        <a:xfrm>
          <a:off x="0" y="0"/>
          <a:ext cx="0" cy="0"/>
          <a:chOff x="0" y="0"/>
          <a:chExt cx="0" cy="0"/>
        </a:xfrm>
      </p:grpSpPr>
      <p:sp>
        <p:nvSpPr>
          <p:cNvPr id="3" name="Text Placeholder 117">
            <a:extLst>
              <a:ext uri="{FF2B5EF4-FFF2-40B4-BE49-F238E27FC236}">
                <a16:creationId xmlns:a16="http://schemas.microsoft.com/office/drawing/2014/main" id="{A95E49B5-97FE-9FE6-0C3E-4895675A10DC}"/>
              </a:ext>
            </a:extLst>
          </p:cNvPr>
          <p:cNvSpPr>
            <a:spLocks noGrp="1"/>
          </p:cNvSpPr>
          <p:nvPr>
            <p:ph type="body" sz="quarter" idx="116"/>
          </p:nvPr>
        </p:nvSpPr>
        <p:spPr>
          <a:xfrm>
            <a:off x="-53788" y="3257673"/>
            <a:ext cx="11747933" cy="1028458"/>
          </a:xfrm>
          <a:custGeom>
            <a:avLst/>
            <a:gdLst>
              <a:gd name="connsiteX0" fmla="*/ 0 w 11548263"/>
              <a:gd name="connsiteY0" fmla="*/ 0 h 1028458"/>
              <a:gd name="connsiteX1" fmla="*/ 1327759 w 11548263"/>
              <a:gd name="connsiteY1" fmla="*/ 0 h 1028458"/>
              <a:gd name="connsiteX2" fmla="*/ 4956395 w 11548263"/>
              <a:gd name="connsiteY2" fmla="*/ 0 h 1028458"/>
              <a:gd name="connsiteX3" fmla="*/ 6028464 w 11548263"/>
              <a:gd name="connsiteY3" fmla="*/ 0 h 1028458"/>
              <a:gd name="connsiteX4" fmla="*/ 6284154 w 11548263"/>
              <a:gd name="connsiteY4" fmla="*/ 0 h 1028458"/>
              <a:gd name="connsiteX5" fmla="*/ 10984859 w 11548263"/>
              <a:gd name="connsiteY5" fmla="*/ 0 h 1028458"/>
              <a:gd name="connsiteX6" fmla="*/ 11548263 w 11548263"/>
              <a:gd name="connsiteY6" fmla="*/ 514229 h 1028458"/>
              <a:gd name="connsiteX7" fmla="*/ 10984859 w 11548263"/>
              <a:gd name="connsiteY7" fmla="*/ 1028458 h 1028458"/>
              <a:gd name="connsiteX8" fmla="*/ 6284154 w 11548263"/>
              <a:gd name="connsiteY8" fmla="*/ 1028458 h 1028458"/>
              <a:gd name="connsiteX9" fmla="*/ 6028464 w 11548263"/>
              <a:gd name="connsiteY9" fmla="*/ 1028458 h 1028458"/>
              <a:gd name="connsiteX10" fmla="*/ 4956395 w 11548263"/>
              <a:gd name="connsiteY10" fmla="*/ 1028458 h 1028458"/>
              <a:gd name="connsiteX11" fmla="*/ 1327759 w 11548263"/>
              <a:gd name="connsiteY11" fmla="*/ 1028458 h 1028458"/>
              <a:gd name="connsiteX12" fmla="*/ 0 w 11548263"/>
              <a:gd name="connsiteY12" fmla="*/ 1028458 h 102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8263" h="1028458">
                <a:moveTo>
                  <a:pt x="0" y="0"/>
                </a:moveTo>
                <a:lnTo>
                  <a:pt x="1327759" y="0"/>
                </a:lnTo>
                <a:lnTo>
                  <a:pt x="4956395" y="0"/>
                </a:lnTo>
                <a:lnTo>
                  <a:pt x="6028464" y="0"/>
                </a:lnTo>
                <a:lnTo>
                  <a:pt x="6284154" y="0"/>
                </a:lnTo>
                <a:lnTo>
                  <a:pt x="10984859" y="0"/>
                </a:lnTo>
                <a:lnTo>
                  <a:pt x="11548263" y="514229"/>
                </a:lnTo>
                <a:lnTo>
                  <a:pt x="10984859" y="1028458"/>
                </a:lnTo>
                <a:lnTo>
                  <a:pt x="6284154" y="1028458"/>
                </a:lnTo>
                <a:lnTo>
                  <a:pt x="6028464" y="1028458"/>
                </a:lnTo>
                <a:lnTo>
                  <a:pt x="4956395" y="1028458"/>
                </a:lnTo>
                <a:lnTo>
                  <a:pt x="1327759" y="1028458"/>
                </a:lnTo>
                <a:lnTo>
                  <a:pt x="0" y="1028458"/>
                </a:lnTo>
                <a:close/>
              </a:path>
            </a:pathLst>
          </a:custGeom>
          <a:noFill/>
          <a:ln w="31750">
            <a:gradFill>
              <a:gsLst>
                <a:gs pos="15000">
                  <a:schemeClr val="accent2"/>
                </a:gs>
                <a:gs pos="85000">
                  <a:schemeClr val="accent3"/>
                </a:gs>
              </a:gsLst>
              <a:lin ang="0" scaled="0"/>
            </a:gradFill>
          </a:ln>
          <a:scene3d>
            <a:camera prst="orthographicFront"/>
            <a:lightRig rig="balanced" dir="t"/>
          </a:scene3d>
          <a:sp3d/>
        </p:spPr>
        <p:txBody>
          <a:bodyPr vert="horz" wrap="square" lIns="0" tIns="0" rIns="0" bIns="0" rtlCol="0" anchor="ctr" anchorCtr="1">
            <a:noAutofit/>
          </a:bodyPr>
          <a:lstStyle>
            <a:lvl1pPr>
              <a:defRPr lang="en-US" dirty="0">
                <a:solidFill>
                  <a:schemeClr val="accent4">
                    <a:alpha val="0"/>
                  </a:schemeClr>
                </a:solidFill>
              </a:defRPr>
            </a:lvl1pPr>
          </a:lstStyle>
          <a:p>
            <a:pPr lvl="0"/>
            <a:r>
              <a:rPr lang="en-US"/>
              <a:t>Click to edit Master text styles</a:t>
            </a:r>
          </a:p>
        </p:txBody>
      </p:sp>
      <p:sp>
        <p:nvSpPr>
          <p:cNvPr id="14" name="Text Placeholder 42">
            <a:extLst>
              <a:ext uri="{FF2B5EF4-FFF2-40B4-BE49-F238E27FC236}">
                <a16:creationId xmlns:a16="http://schemas.microsoft.com/office/drawing/2014/main" id="{EB601D91-1F8C-3B23-0870-47CBD93B5210}"/>
              </a:ext>
            </a:extLst>
          </p:cNvPr>
          <p:cNvSpPr>
            <a:spLocks noGrp="1" noChangeAspect="1"/>
          </p:cNvSpPr>
          <p:nvPr>
            <p:ph type="body" sz="quarter" idx="120" hasCustomPrompt="1"/>
          </p:nvPr>
        </p:nvSpPr>
        <p:spPr>
          <a:xfrm>
            <a:off x="5665527"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217592" cy="328304"/>
          </a:xfrm>
        </p:spPr>
        <p:txBody>
          <a:bodyPr/>
          <a:lstStyle/>
          <a:p>
            <a:r>
              <a:rPr lang="en-US"/>
              <a:t>Timeline / Process Slide White A</a:t>
            </a:r>
          </a:p>
        </p:txBody>
      </p:sp>
      <p:sp>
        <p:nvSpPr>
          <p:cNvPr id="6" name="Text Placeholder 42">
            <a:extLst>
              <a:ext uri="{FF2B5EF4-FFF2-40B4-BE49-F238E27FC236}">
                <a16:creationId xmlns:a16="http://schemas.microsoft.com/office/drawing/2014/main" id="{EB2F3287-D104-BCCB-99DF-2BD36C5BFAD8}"/>
              </a:ext>
            </a:extLst>
          </p:cNvPr>
          <p:cNvSpPr>
            <a:spLocks noGrp="1" noChangeAspect="1"/>
          </p:cNvSpPr>
          <p:nvPr>
            <p:ph type="body" sz="quarter" idx="31" hasCustomPrompt="1"/>
          </p:nvPr>
        </p:nvSpPr>
        <p:spPr>
          <a:xfrm>
            <a:off x="407651"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400" b="1">
                <a:solidFill>
                  <a:schemeClr val="accent1"/>
                </a:solidFill>
              </a:defRPr>
            </a:lvl1pPr>
            <a:lvl2pPr marL="6350" indent="0" algn="ctr">
              <a:lnSpc>
                <a:spcPct val="90000"/>
              </a:lnSpc>
              <a:spcBef>
                <a:spcPts val="600"/>
              </a:spcBef>
              <a:buNone/>
              <a:defRPr sz="1000">
                <a:solidFill>
                  <a:schemeClr val="tx1">
                    <a:lumMod val="75000"/>
                    <a:lumOff val="25000"/>
                  </a:schemeClr>
                </a:solidFill>
              </a:defRPr>
            </a:lvl2pPr>
            <a:lvl3pPr marL="173037" indent="0" algn="ctr">
              <a:buNone/>
              <a:defRPr>
                <a:solidFill>
                  <a:schemeClr val="bg1"/>
                </a:solidFill>
              </a:defRPr>
            </a:lvl3pPr>
            <a:lvl4pPr marL="346075" indent="0" algn="ctr">
              <a:buNone/>
              <a:defRPr>
                <a:solidFill>
                  <a:schemeClr val="bg1"/>
                </a:solidFill>
              </a:defRPr>
            </a:lvl4pPr>
            <a:lvl5pPr marL="346075" indent="0" algn="ctr">
              <a:buNone/>
              <a:defRPr>
                <a:solidFill>
                  <a:schemeClr val="bg1"/>
                </a:solidFill>
              </a:defRPr>
            </a:lvl5pPr>
          </a:lstStyle>
          <a:p>
            <a:pPr lvl="0"/>
            <a:r>
              <a:rPr lang="en-US"/>
              <a:t>XXX</a:t>
            </a:r>
          </a:p>
        </p:txBody>
      </p:sp>
      <p:sp>
        <p:nvSpPr>
          <p:cNvPr id="11" name="Text Placeholder 42">
            <a:extLst>
              <a:ext uri="{FF2B5EF4-FFF2-40B4-BE49-F238E27FC236}">
                <a16:creationId xmlns:a16="http://schemas.microsoft.com/office/drawing/2014/main" id="{10FAF070-6D7B-3A77-BBC5-4BA543CD50E0}"/>
              </a:ext>
            </a:extLst>
          </p:cNvPr>
          <p:cNvSpPr>
            <a:spLocks noGrp="1" noChangeAspect="1"/>
          </p:cNvSpPr>
          <p:nvPr>
            <p:ph type="body" sz="quarter" idx="117" hasCustomPrompt="1"/>
          </p:nvPr>
        </p:nvSpPr>
        <p:spPr>
          <a:xfrm>
            <a:off x="1722120"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2" name="Text Placeholder 42">
            <a:extLst>
              <a:ext uri="{FF2B5EF4-FFF2-40B4-BE49-F238E27FC236}">
                <a16:creationId xmlns:a16="http://schemas.microsoft.com/office/drawing/2014/main" id="{8614A795-0D8C-A908-5A9D-5746EA985831}"/>
              </a:ext>
            </a:extLst>
          </p:cNvPr>
          <p:cNvSpPr>
            <a:spLocks noGrp="1" noChangeAspect="1"/>
          </p:cNvSpPr>
          <p:nvPr>
            <p:ph type="body" sz="quarter" idx="118" hasCustomPrompt="1"/>
          </p:nvPr>
        </p:nvSpPr>
        <p:spPr>
          <a:xfrm>
            <a:off x="3036589"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3" name="Text Placeholder 42">
            <a:extLst>
              <a:ext uri="{FF2B5EF4-FFF2-40B4-BE49-F238E27FC236}">
                <a16:creationId xmlns:a16="http://schemas.microsoft.com/office/drawing/2014/main" id="{6EA3C71B-5581-A2CA-9FCB-943138FB13D7}"/>
              </a:ext>
            </a:extLst>
          </p:cNvPr>
          <p:cNvSpPr>
            <a:spLocks noGrp="1" noChangeAspect="1"/>
          </p:cNvSpPr>
          <p:nvPr>
            <p:ph type="body" sz="quarter" idx="119" hasCustomPrompt="1"/>
          </p:nvPr>
        </p:nvSpPr>
        <p:spPr>
          <a:xfrm>
            <a:off x="4351058"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5" name="Text Placeholder 42">
            <a:extLst>
              <a:ext uri="{FF2B5EF4-FFF2-40B4-BE49-F238E27FC236}">
                <a16:creationId xmlns:a16="http://schemas.microsoft.com/office/drawing/2014/main" id="{74D83A5E-5596-FD95-84B0-36DD64408E90}"/>
              </a:ext>
            </a:extLst>
          </p:cNvPr>
          <p:cNvSpPr>
            <a:spLocks noGrp="1" noChangeAspect="1"/>
          </p:cNvSpPr>
          <p:nvPr>
            <p:ph type="body" sz="quarter" idx="121" hasCustomPrompt="1"/>
          </p:nvPr>
        </p:nvSpPr>
        <p:spPr>
          <a:xfrm>
            <a:off x="6979996"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6" name="Text Placeholder 42">
            <a:extLst>
              <a:ext uri="{FF2B5EF4-FFF2-40B4-BE49-F238E27FC236}">
                <a16:creationId xmlns:a16="http://schemas.microsoft.com/office/drawing/2014/main" id="{280EEDC2-5653-3CC3-B470-F567CDA33B9C}"/>
              </a:ext>
            </a:extLst>
          </p:cNvPr>
          <p:cNvSpPr>
            <a:spLocks noGrp="1" noChangeAspect="1"/>
          </p:cNvSpPr>
          <p:nvPr>
            <p:ph type="body" sz="quarter" idx="122" hasCustomPrompt="1"/>
          </p:nvPr>
        </p:nvSpPr>
        <p:spPr>
          <a:xfrm>
            <a:off x="8294465"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7" name="Text Placeholder 42">
            <a:extLst>
              <a:ext uri="{FF2B5EF4-FFF2-40B4-BE49-F238E27FC236}">
                <a16:creationId xmlns:a16="http://schemas.microsoft.com/office/drawing/2014/main" id="{625E63CA-3E3D-8802-9D5E-5FAFC6D182B2}"/>
              </a:ext>
            </a:extLst>
          </p:cNvPr>
          <p:cNvSpPr>
            <a:spLocks noGrp="1" noChangeAspect="1"/>
          </p:cNvSpPr>
          <p:nvPr>
            <p:ph type="body" sz="quarter" idx="123" hasCustomPrompt="1"/>
          </p:nvPr>
        </p:nvSpPr>
        <p:spPr>
          <a:xfrm>
            <a:off x="9608934" y="3403053"/>
            <a:ext cx="737702" cy="737700"/>
          </a:xfrm>
          <a:prstGeom prst="ellipse">
            <a:avLst/>
          </a:prstGeom>
          <a:solidFill>
            <a:schemeClr val="bg1"/>
          </a:solidFill>
          <a:ln w="31750">
            <a:gradFill>
              <a:gsLst>
                <a:gs pos="15000">
                  <a:schemeClr val="accent2"/>
                </a:gs>
                <a:gs pos="85000">
                  <a:schemeClr val="accent3"/>
                </a:gs>
              </a:gsLst>
              <a:lin ang="0" scaled="0"/>
            </a:gradFill>
          </a:ln>
        </p:spPr>
        <p:txBody>
          <a:bodyPr vert="horz" lIns="0" tIns="0" rIns="0" bIns="0" rtlCol="0" anchor="ctr" anchorCtr="1">
            <a:noAutofit/>
          </a:bodyPr>
          <a:lstStyle>
            <a:lvl1pPr>
              <a:defRPr lang="en-US" sz="1400" b="1" dirty="0">
                <a:solidFill>
                  <a:schemeClr val="accent1"/>
                </a:solidFill>
              </a:defRPr>
            </a:lvl1pPr>
          </a:lstStyle>
          <a:p>
            <a:pPr lvl="0" algn="ctr">
              <a:lnSpc>
                <a:spcPct val="90000"/>
              </a:lnSpc>
            </a:pPr>
            <a:r>
              <a:rPr lang="en-US"/>
              <a:t>XXX</a:t>
            </a:r>
          </a:p>
        </p:txBody>
      </p:sp>
      <p:sp>
        <p:nvSpPr>
          <p:cNvPr id="18" name="Text Placeholder 29">
            <a:extLst>
              <a:ext uri="{FF2B5EF4-FFF2-40B4-BE49-F238E27FC236}">
                <a16:creationId xmlns:a16="http://schemas.microsoft.com/office/drawing/2014/main" id="{E2158AF8-9F0E-E56C-F38F-2B28C84CF96C}"/>
              </a:ext>
            </a:extLst>
          </p:cNvPr>
          <p:cNvSpPr>
            <a:spLocks noGrp="1"/>
          </p:cNvSpPr>
          <p:nvPr>
            <p:ph type="body" sz="quarter" idx="140" hasCustomPrompt="1"/>
          </p:nvPr>
        </p:nvSpPr>
        <p:spPr>
          <a:xfrm>
            <a:off x="10132914" y="4524592"/>
            <a:ext cx="1561231" cy="1419008"/>
          </a:xfrm>
          <a:prstGeom prst="rect">
            <a:avLst/>
          </a:prstGeom>
        </p:spPr>
        <p:txBody>
          <a:bodyPr anchor="b" anchorCtr="0"/>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19" name="Text Placeholder 29">
            <a:extLst>
              <a:ext uri="{FF2B5EF4-FFF2-40B4-BE49-F238E27FC236}">
                <a16:creationId xmlns:a16="http://schemas.microsoft.com/office/drawing/2014/main" id="{6B8C89C7-A367-2BBA-C029-03620B09DA0F}"/>
              </a:ext>
            </a:extLst>
          </p:cNvPr>
          <p:cNvSpPr>
            <a:spLocks noGrp="1"/>
          </p:cNvSpPr>
          <p:nvPr>
            <p:ph type="body" sz="quarter" idx="141" hasCustomPrompt="1"/>
          </p:nvPr>
        </p:nvSpPr>
        <p:spPr>
          <a:xfrm>
            <a:off x="7501497" y="4524592"/>
            <a:ext cx="2229042" cy="1419008"/>
          </a:xfrm>
          <a:prstGeom prst="rect">
            <a:avLst/>
          </a:prstGeom>
        </p:spPr>
        <p:txBody>
          <a:bodyPr anchor="b" anchorCtr="0"/>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0" name="Text Placeholder 29">
            <a:extLst>
              <a:ext uri="{FF2B5EF4-FFF2-40B4-BE49-F238E27FC236}">
                <a16:creationId xmlns:a16="http://schemas.microsoft.com/office/drawing/2014/main" id="{BD9CA1A5-35F5-E1DE-E507-E5AC71801391}"/>
              </a:ext>
            </a:extLst>
          </p:cNvPr>
          <p:cNvSpPr>
            <a:spLocks noGrp="1"/>
          </p:cNvSpPr>
          <p:nvPr>
            <p:ph type="body" sz="quarter" idx="142" hasCustomPrompt="1"/>
          </p:nvPr>
        </p:nvSpPr>
        <p:spPr>
          <a:xfrm>
            <a:off x="4870077" y="4524592"/>
            <a:ext cx="2229042" cy="1419008"/>
          </a:xfrm>
          <a:prstGeom prst="rect">
            <a:avLst/>
          </a:prstGeom>
        </p:spPr>
        <p:txBody>
          <a:bodyPr anchor="b" anchorCtr="0"/>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1" name="Text Placeholder 29">
            <a:extLst>
              <a:ext uri="{FF2B5EF4-FFF2-40B4-BE49-F238E27FC236}">
                <a16:creationId xmlns:a16="http://schemas.microsoft.com/office/drawing/2014/main" id="{79200820-33BA-578E-462A-B64725E0453D}"/>
              </a:ext>
            </a:extLst>
          </p:cNvPr>
          <p:cNvSpPr>
            <a:spLocks noGrp="1"/>
          </p:cNvSpPr>
          <p:nvPr>
            <p:ph type="body" sz="quarter" idx="143" hasCustomPrompt="1"/>
          </p:nvPr>
        </p:nvSpPr>
        <p:spPr>
          <a:xfrm>
            <a:off x="2238657" y="4524592"/>
            <a:ext cx="2229042" cy="1419008"/>
          </a:xfrm>
          <a:prstGeom prst="rect">
            <a:avLst/>
          </a:prstGeom>
        </p:spPr>
        <p:txBody>
          <a:bodyPr anchor="b" anchorCtr="0"/>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2" name="Text Placeholder 29">
            <a:extLst>
              <a:ext uri="{FF2B5EF4-FFF2-40B4-BE49-F238E27FC236}">
                <a16:creationId xmlns:a16="http://schemas.microsoft.com/office/drawing/2014/main" id="{59FF7328-43F9-BE7A-94F8-2ED1E167A41A}"/>
              </a:ext>
            </a:extLst>
          </p:cNvPr>
          <p:cNvSpPr>
            <a:spLocks noGrp="1"/>
          </p:cNvSpPr>
          <p:nvPr>
            <p:ph type="body" sz="quarter" idx="146" hasCustomPrompt="1"/>
          </p:nvPr>
        </p:nvSpPr>
        <p:spPr>
          <a:xfrm>
            <a:off x="8817207" y="1559769"/>
            <a:ext cx="2225930" cy="1417320"/>
          </a:xfrm>
          <a:prstGeom prst="rect">
            <a:avLst/>
          </a:prstGeom>
        </p:spPr>
        <p:txBody>
          <a:bodyPr/>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3" name="Text Placeholder 29">
            <a:extLst>
              <a:ext uri="{FF2B5EF4-FFF2-40B4-BE49-F238E27FC236}">
                <a16:creationId xmlns:a16="http://schemas.microsoft.com/office/drawing/2014/main" id="{C3550945-A881-774A-F83D-4737268D4B38}"/>
              </a:ext>
            </a:extLst>
          </p:cNvPr>
          <p:cNvSpPr>
            <a:spLocks noGrp="1"/>
          </p:cNvSpPr>
          <p:nvPr>
            <p:ph type="body" sz="quarter" idx="147" hasCustomPrompt="1"/>
          </p:nvPr>
        </p:nvSpPr>
        <p:spPr>
          <a:xfrm>
            <a:off x="6185787" y="1559769"/>
            <a:ext cx="2225930" cy="1417320"/>
          </a:xfrm>
          <a:prstGeom prst="rect">
            <a:avLst/>
          </a:prstGeom>
        </p:spPr>
        <p:txBody>
          <a:bodyPr/>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4" name="Text Placeholder 29">
            <a:extLst>
              <a:ext uri="{FF2B5EF4-FFF2-40B4-BE49-F238E27FC236}">
                <a16:creationId xmlns:a16="http://schemas.microsoft.com/office/drawing/2014/main" id="{935BD6BB-A807-C077-B4C0-FBA480843D86}"/>
              </a:ext>
            </a:extLst>
          </p:cNvPr>
          <p:cNvSpPr>
            <a:spLocks noGrp="1"/>
          </p:cNvSpPr>
          <p:nvPr>
            <p:ph type="body" sz="quarter" idx="148" hasCustomPrompt="1"/>
          </p:nvPr>
        </p:nvSpPr>
        <p:spPr>
          <a:xfrm>
            <a:off x="3554367" y="1559769"/>
            <a:ext cx="2225930" cy="1417320"/>
          </a:xfrm>
          <a:prstGeom prst="rect">
            <a:avLst/>
          </a:prstGeom>
        </p:spPr>
        <p:txBody>
          <a:bodyPr/>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5" name="Text Placeholder 29">
            <a:extLst>
              <a:ext uri="{FF2B5EF4-FFF2-40B4-BE49-F238E27FC236}">
                <a16:creationId xmlns:a16="http://schemas.microsoft.com/office/drawing/2014/main" id="{5EE8E1FE-3EF2-B562-5F85-D53A927CD342}"/>
              </a:ext>
            </a:extLst>
          </p:cNvPr>
          <p:cNvSpPr>
            <a:spLocks noGrp="1"/>
          </p:cNvSpPr>
          <p:nvPr>
            <p:ph type="body" sz="quarter" idx="149" hasCustomPrompt="1"/>
          </p:nvPr>
        </p:nvSpPr>
        <p:spPr>
          <a:xfrm>
            <a:off x="922947" y="1559769"/>
            <a:ext cx="2225930" cy="1417320"/>
          </a:xfrm>
          <a:prstGeom prst="rect">
            <a:avLst/>
          </a:prstGeom>
        </p:spPr>
        <p:txBody>
          <a:bodyPr/>
          <a:lstStyle>
            <a:lvl1pPr algn="l">
              <a:lnSpc>
                <a:spcPct val="100000"/>
              </a:lnSpc>
              <a:spcBef>
                <a:spcPts val="0"/>
              </a:spcBef>
              <a:defRPr sz="1400">
                <a:solidFill>
                  <a:schemeClr val="tx1"/>
                </a:solidFill>
              </a:defRPr>
            </a:lvl1pPr>
            <a:lvl2pPr marL="117475" indent="-111125" algn="l">
              <a:lnSpc>
                <a:spcPct val="100000"/>
              </a:lnSpc>
              <a:spcBef>
                <a:spcPts val="0"/>
              </a:spcBef>
              <a:buFont typeface="Arial" panose="020B0604020202020204" pitchFamily="34" charset="0"/>
              <a:buChar char="•"/>
              <a:tabLst/>
              <a:defRPr sz="1000">
                <a:solidFill>
                  <a:schemeClr val="tx1">
                    <a:lumMod val="85000"/>
                    <a:lumOff val="15000"/>
                  </a:schemeClr>
                </a:solidFill>
              </a:defRPr>
            </a:lvl2pPr>
          </a:lstStyle>
          <a:p>
            <a:pPr lvl="0"/>
            <a:r>
              <a:rPr lang="en-US"/>
              <a:t>Click to edit text</a:t>
            </a:r>
          </a:p>
        </p:txBody>
      </p:sp>
      <p:sp>
        <p:nvSpPr>
          <p:cNvPr id="26" name="Text Placeholder 18">
            <a:extLst>
              <a:ext uri="{FF2B5EF4-FFF2-40B4-BE49-F238E27FC236}">
                <a16:creationId xmlns:a16="http://schemas.microsoft.com/office/drawing/2014/main" id="{E32F3A54-8787-DA1F-7911-173E1CC521CC}"/>
              </a:ext>
            </a:extLst>
          </p:cNvPr>
          <p:cNvSpPr>
            <a:spLocks noGrp="1"/>
          </p:cNvSpPr>
          <p:nvPr>
            <p:ph type="body" sz="quarter" idx="151" hasCustomPrompt="1"/>
          </p:nvPr>
        </p:nvSpPr>
        <p:spPr>
          <a:xfrm>
            <a:off x="770152" y="1564738"/>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27" name="Text Placeholder 19">
            <a:extLst>
              <a:ext uri="{FF2B5EF4-FFF2-40B4-BE49-F238E27FC236}">
                <a16:creationId xmlns:a16="http://schemas.microsoft.com/office/drawing/2014/main" id="{ABAA0B3D-3061-5511-D9EA-CFE0EEE18719}"/>
              </a:ext>
            </a:extLst>
          </p:cNvPr>
          <p:cNvSpPr>
            <a:spLocks noGrp="1"/>
          </p:cNvSpPr>
          <p:nvPr>
            <p:ph type="body" sz="quarter" idx="152" hasCustomPrompt="1"/>
          </p:nvPr>
        </p:nvSpPr>
        <p:spPr>
          <a:xfrm>
            <a:off x="3401282" y="1564738"/>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28" name="Text Placeholder 20">
            <a:extLst>
              <a:ext uri="{FF2B5EF4-FFF2-40B4-BE49-F238E27FC236}">
                <a16:creationId xmlns:a16="http://schemas.microsoft.com/office/drawing/2014/main" id="{FAEA229E-0FF5-D262-F69B-02EDB9C5B506}"/>
              </a:ext>
            </a:extLst>
          </p:cNvPr>
          <p:cNvSpPr>
            <a:spLocks noGrp="1"/>
          </p:cNvSpPr>
          <p:nvPr>
            <p:ph type="body" sz="quarter" idx="153" hasCustomPrompt="1"/>
          </p:nvPr>
        </p:nvSpPr>
        <p:spPr>
          <a:xfrm>
            <a:off x="6032412" y="1564738"/>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29" name="Text Placeholder 21">
            <a:extLst>
              <a:ext uri="{FF2B5EF4-FFF2-40B4-BE49-F238E27FC236}">
                <a16:creationId xmlns:a16="http://schemas.microsoft.com/office/drawing/2014/main" id="{A785CC87-7400-C745-46EC-54F3CDB785CE}"/>
              </a:ext>
            </a:extLst>
          </p:cNvPr>
          <p:cNvSpPr>
            <a:spLocks noGrp="1"/>
          </p:cNvSpPr>
          <p:nvPr>
            <p:ph type="body" sz="quarter" idx="154" hasCustomPrompt="1"/>
          </p:nvPr>
        </p:nvSpPr>
        <p:spPr>
          <a:xfrm>
            <a:off x="8663542" y="1564738"/>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30" name="Text Placeholder 30">
            <a:extLst>
              <a:ext uri="{FF2B5EF4-FFF2-40B4-BE49-F238E27FC236}">
                <a16:creationId xmlns:a16="http://schemas.microsoft.com/office/drawing/2014/main" id="{B0107F40-D02A-B3AA-DB87-C202552E5DB8}"/>
              </a:ext>
            </a:extLst>
          </p:cNvPr>
          <p:cNvSpPr>
            <a:spLocks noGrp="1"/>
          </p:cNvSpPr>
          <p:nvPr>
            <p:ph type="body" sz="quarter" idx="155" hasCustomPrompt="1"/>
          </p:nvPr>
        </p:nvSpPr>
        <p:spPr>
          <a:xfrm>
            <a:off x="2080081" y="3949626"/>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31" name="Text Placeholder 31">
            <a:extLst>
              <a:ext uri="{FF2B5EF4-FFF2-40B4-BE49-F238E27FC236}">
                <a16:creationId xmlns:a16="http://schemas.microsoft.com/office/drawing/2014/main" id="{690609FD-2E66-CD16-7143-0026AC8AD845}"/>
              </a:ext>
            </a:extLst>
          </p:cNvPr>
          <p:cNvSpPr>
            <a:spLocks noGrp="1"/>
          </p:cNvSpPr>
          <p:nvPr>
            <p:ph type="body" sz="quarter" idx="156" hasCustomPrompt="1"/>
          </p:nvPr>
        </p:nvSpPr>
        <p:spPr>
          <a:xfrm>
            <a:off x="4711243" y="3949626"/>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32" name="Text Placeholder 32">
            <a:extLst>
              <a:ext uri="{FF2B5EF4-FFF2-40B4-BE49-F238E27FC236}">
                <a16:creationId xmlns:a16="http://schemas.microsoft.com/office/drawing/2014/main" id="{8E2E6354-9F15-B4A3-5F66-1F60CD3033F2}"/>
              </a:ext>
            </a:extLst>
          </p:cNvPr>
          <p:cNvSpPr>
            <a:spLocks noGrp="1"/>
          </p:cNvSpPr>
          <p:nvPr>
            <p:ph type="body" sz="quarter" idx="157" hasCustomPrompt="1"/>
          </p:nvPr>
        </p:nvSpPr>
        <p:spPr>
          <a:xfrm>
            <a:off x="7342405" y="3949626"/>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33" name="Text Placeholder 33">
            <a:extLst>
              <a:ext uri="{FF2B5EF4-FFF2-40B4-BE49-F238E27FC236}">
                <a16:creationId xmlns:a16="http://schemas.microsoft.com/office/drawing/2014/main" id="{0BD26180-5F91-D202-A41D-4E2AEA60537C}"/>
              </a:ext>
            </a:extLst>
          </p:cNvPr>
          <p:cNvSpPr>
            <a:spLocks noGrp="1"/>
          </p:cNvSpPr>
          <p:nvPr>
            <p:ph type="body" sz="quarter" idx="158" hasCustomPrompt="1"/>
          </p:nvPr>
        </p:nvSpPr>
        <p:spPr>
          <a:xfrm>
            <a:off x="9973568" y="3949626"/>
            <a:ext cx="9144" cy="201168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alpha val="50199"/>
            </a:schemeClr>
          </a:solidFill>
        </p:spPr>
        <p:txBody>
          <a:bodyPr wrap="square">
            <a:noAutofit/>
          </a:bodyPr>
          <a:lstStyle>
            <a:lvl1pPr algn="l">
              <a:spcBef>
                <a:spcPts val="0"/>
              </a:spcBef>
              <a:defRPr sz="100">
                <a:solidFill>
                  <a:schemeClr val="accent4"/>
                </a:solidFill>
              </a:defRPr>
            </a:lvl1pPr>
            <a:lvl2pPr marL="117475" indent="-111125" algn="l">
              <a:lnSpc>
                <a:spcPct val="90000"/>
              </a:lnSpc>
              <a:spcBef>
                <a:spcPts val="0"/>
              </a:spcBef>
              <a:buFont typeface="Arial" panose="020B0604020202020204" pitchFamily="34" charset="0"/>
              <a:buChar char="•"/>
              <a:tabLst/>
              <a:defRPr sz="1000"/>
            </a:lvl2pPr>
          </a:lstStyle>
          <a:p>
            <a:pPr lvl="0"/>
            <a:r>
              <a:rPr lang="en-US"/>
              <a:t>I</a:t>
            </a:r>
          </a:p>
        </p:txBody>
      </p:sp>
      <p:sp>
        <p:nvSpPr>
          <p:cNvPr id="35" name="Date Placeholder 34">
            <a:extLst>
              <a:ext uri="{FF2B5EF4-FFF2-40B4-BE49-F238E27FC236}">
                <a16:creationId xmlns:a16="http://schemas.microsoft.com/office/drawing/2014/main" id="{A1985C9F-23DB-3080-1769-023F03C0F68C}"/>
              </a:ext>
            </a:extLst>
          </p:cNvPr>
          <p:cNvSpPr>
            <a:spLocks noGrp="1"/>
          </p:cNvSpPr>
          <p:nvPr>
            <p:ph type="dt" sz="half" idx="159"/>
          </p:nvPr>
        </p:nvSpPr>
        <p:spPr/>
        <p:txBody>
          <a:bodyPr/>
          <a:lstStyle/>
          <a:p>
            <a:fld id="{4F0BCE34-9C8B-C046-A2FF-2B3E91AB6C8A}" type="datetime1">
              <a:rPr lang="en-US" smtClean="0"/>
              <a:t>3/19/2026</a:t>
            </a:fld>
            <a:endParaRPr lang="en-US"/>
          </a:p>
        </p:txBody>
      </p:sp>
      <p:sp>
        <p:nvSpPr>
          <p:cNvPr id="36" name="Footer Placeholder 35">
            <a:extLst>
              <a:ext uri="{FF2B5EF4-FFF2-40B4-BE49-F238E27FC236}">
                <a16:creationId xmlns:a16="http://schemas.microsoft.com/office/drawing/2014/main" id="{D1EFEEB6-708B-87CD-E646-414D7A0DF320}"/>
              </a:ext>
            </a:extLst>
          </p:cNvPr>
          <p:cNvSpPr>
            <a:spLocks noGrp="1"/>
          </p:cNvSpPr>
          <p:nvPr>
            <p:ph type="ftr" sz="quarter" idx="160"/>
          </p:nvPr>
        </p:nvSpPr>
        <p:spPr/>
        <p:txBody>
          <a:bodyPr/>
          <a:lstStyle/>
          <a:p>
            <a:endParaRPr lang="en-US"/>
          </a:p>
        </p:txBody>
      </p:sp>
      <p:sp>
        <p:nvSpPr>
          <p:cNvPr id="37" name="Slide Number Placeholder 36">
            <a:extLst>
              <a:ext uri="{FF2B5EF4-FFF2-40B4-BE49-F238E27FC236}">
                <a16:creationId xmlns:a16="http://schemas.microsoft.com/office/drawing/2014/main" id="{FFB37F30-4A06-3178-8262-87E99F4C3BCA}"/>
              </a:ext>
            </a:extLst>
          </p:cNvPr>
          <p:cNvSpPr>
            <a:spLocks noGrp="1"/>
          </p:cNvSpPr>
          <p:nvPr>
            <p:ph type="sldNum" sz="quarter" idx="161"/>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D297DC94-678A-17CF-B252-BA0D2ED6E583}"/>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C24E4E71-900C-9AC8-8F56-F2F43F936C4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EDC7243C-EF4A-75A3-6242-8B1406BC97D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D5765558-8C5E-A091-B971-E56421397E59}"/>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38F734DE-262D-7DDC-36E3-A2E15653C33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F332D116-706A-0341-7385-8FB7DFE57D71}"/>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18E2DA24-FD52-FE25-F538-7B956A6EE64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CA2FE09F-C415-8E25-D062-7EC4AA966551}"/>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BCD0E577-B92A-7A33-26D0-B7A5DD10874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808818A7-0B0B-E10A-169A-EC9EF8C9AB8A}"/>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34" name="Rectangle 33">
            <a:extLst>
              <a:ext uri="{FF2B5EF4-FFF2-40B4-BE49-F238E27FC236}">
                <a16:creationId xmlns:a16="http://schemas.microsoft.com/office/drawing/2014/main" id="{76CEEBFC-C3F2-B041-11DC-A5184DBFCD6E}"/>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82748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 Process Slide White B">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66792" cy="328304"/>
          </a:xfrm>
        </p:spPr>
        <p:txBody>
          <a:bodyPr/>
          <a:lstStyle/>
          <a:p>
            <a:r>
              <a:rPr lang="en-US"/>
              <a:t>Timeline / Process Slide White B</a:t>
            </a:r>
          </a:p>
        </p:txBody>
      </p:sp>
      <p:sp>
        <p:nvSpPr>
          <p:cNvPr id="2" name="Vertical Text Placeholder 31">
            <a:extLst>
              <a:ext uri="{FF2B5EF4-FFF2-40B4-BE49-F238E27FC236}">
                <a16:creationId xmlns:a16="http://schemas.microsoft.com/office/drawing/2014/main" id="{8F0D91E3-EE8F-EFE5-E060-429819E9CB60}"/>
              </a:ext>
            </a:extLst>
          </p:cNvPr>
          <p:cNvSpPr>
            <a:spLocks noGrp="1"/>
          </p:cNvSpPr>
          <p:nvPr>
            <p:ph type="body" orient="vert" sz="quarter" idx="13" hasCustomPrompt="1"/>
          </p:nvPr>
        </p:nvSpPr>
        <p:spPr>
          <a:xfrm>
            <a:off x="428625" y="3205927"/>
            <a:ext cx="1784223" cy="1481137"/>
          </a:xfrm>
          <a:prstGeom prst="rect">
            <a:avLst/>
          </a:prstGeom>
        </p:spPr>
        <p:txBody>
          <a:bodyPr vert="horz"/>
          <a:lstStyle>
            <a:lvl1pPr>
              <a:defRPr sz="1400">
                <a:solidFill>
                  <a:schemeClr val="tx1"/>
                </a:solidFill>
              </a:defRPr>
            </a:lvl1pPr>
            <a:lvl2pPr>
              <a:spcBef>
                <a:spcPts val="600"/>
              </a:spcBef>
              <a:defRPr sz="1400">
                <a:solidFill>
                  <a:schemeClr val="tx1">
                    <a:lumMod val="85000"/>
                    <a:lumOff val="15000"/>
                  </a:schemeClr>
                </a:solidFill>
              </a:defRPr>
            </a:lvl2pPr>
            <a:lvl3pPr>
              <a:defRPr sz="1200">
                <a:solidFill>
                  <a:schemeClr val="tx1">
                    <a:lumMod val="85000"/>
                    <a:lumOff val="15000"/>
                  </a:schemeClr>
                </a:solidFill>
              </a:defRPr>
            </a:lvl3pPr>
            <a:lvl4pPr>
              <a:defRPr sz="1050">
                <a:solidFill>
                  <a:schemeClr val="tx1">
                    <a:lumMod val="85000"/>
                    <a:lumOff val="15000"/>
                  </a:schemeClr>
                </a:solidFill>
              </a:defRPr>
            </a:lvl4pPr>
            <a:lvl5pPr>
              <a:defRPr sz="1050">
                <a:solidFill>
                  <a:schemeClr val="tx1">
                    <a:lumMod val="85000"/>
                    <a:lumOff val="15000"/>
                  </a:schemeClr>
                </a:solidFill>
              </a:defRPr>
            </a:lvl5pPr>
          </a:lstStyle>
          <a:p>
            <a:pPr lvl="0"/>
            <a:r>
              <a:rPr lang="en-US"/>
              <a:t>Click to edit text</a:t>
            </a:r>
          </a:p>
        </p:txBody>
      </p:sp>
      <p:sp>
        <p:nvSpPr>
          <p:cNvPr id="5" name="Text Placeholder 9">
            <a:extLst>
              <a:ext uri="{FF2B5EF4-FFF2-40B4-BE49-F238E27FC236}">
                <a16:creationId xmlns:a16="http://schemas.microsoft.com/office/drawing/2014/main" id="{1AC87F57-EEEA-AF83-6845-C7F5D4B295DC}"/>
              </a:ext>
            </a:extLst>
          </p:cNvPr>
          <p:cNvSpPr>
            <a:spLocks noGrp="1"/>
          </p:cNvSpPr>
          <p:nvPr>
            <p:ph type="body" sz="quarter" idx="36" hasCustomPrompt="1"/>
          </p:nvPr>
        </p:nvSpPr>
        <p:spPr>
          <a:xfrm>
            <a:off x="2106654" y="2496851"/>
            <a:ext cx="2034889"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2E74E5"/>
                </a:gs>
                <a:gs pos="100000">
                  <a:srgbClr val="2587C1"/>
                </a:gs>
              </a:gsLst>
              <a:lin ang="0" scaled="0"/>
            </a:gradFill>
          </a:ln>
        </p:spPr>
        <p:txBody>
          <a:bodyPr wrap="square">
            <a:noAutofit/>
          </a:bodyPr>
          <a:lstStyle>
            <a:lvl1pPr>
              <a:defRPr sz="100">
                <a:solidFill>
                  <a:schemeClr val="tx1">
                    <a:lumMod val="75000"/>
                    <a:lumOff val="25000"/>
                    <a:alpha val="0"/>
                  </a:schemeClr>
                </a:solidFill>
              </a:defRPr>
            </a:lvl1pPr>
            <a:lvl2pPr>
              <a:defRPr sz="100">
                <a:solidFill>
                  <a:schemeClr val="tx1">
                    <a:lumMod val="75000"/>
                    <a:lumOff val="25000"/>
                    <a:alpha val="0"/>
                  </a:schemeClr>
                </a:solidFill>
              </a:defRPr>
            </a:lvl2pPr>
            <a:lvl3pPr>
              <a:defRPr sz="100">
                <a:solidFill>
                  <a:schemeClr val="tx1">
                    <a:lumMod val="75000"/>
                    <a:lumOff val="25000"/>
                    <a:alpha val="0"/>
                  </a:schemeClr>
                </a:solidFill>
              </a:defRPr>
            </a:lvl3pPr>
            <a:lvl4pPr>
              <a:defRPr sz="100">
                <a:solidFill>
                  <a:schemeClr val="tx1">
                    <a:lumMod val="75000"/>
                    <a:lumOff val="25000"/>
                    <a:alpha val="0"/>
                  </a:schemeClr>
                </a:solidFill>
              </a:defRPr>
            </a:lvl4pPr>
            <a:lvl5pPr>
              <a:defRPr sz="100">
                <a:solidFill>
                  <a:schemeClr val="tx1">
                    <a:lumMod val="75000"/>
                    <a:lumOff val="25000"/>
                    <a:alpha val="0"/>
                  </a:schemeClr>
                </a:solidFill>
              </a:defRPr>
            </a:lvl5pPr>
          </a:lstStyle>
          <a:p>
            <a:pPr lvl="0"/>
            <a:r>
              <a:rPr lang="en-US"/>
              <a:t>e</a:t>
            </a:r>
          </a:p>
        </p:txBody>
      </p:sp>
      <p:sp>
        <p:nvSpPr>
          <p:cNvPr id="34" name="Text Placeholder 16">
            <a:extLst>
              <a:ext uri="{FF2B5EF4-FFF2-40B4-BE49-F238E27FC236}">
                <a16:creationId xmlns:a16="http://schemas.microsoft.com/office/drawing/2014/main" id="{14BFD7C5-7611-C020-F0F6-3D9A8B830956}"/>
              </a:ext>
            </a:extLst>
          </p:cNvPr>
          <p:cNvSpPr>
            <a:spLocks noGrp="1"/>
          </p:cNvSpPr>
          <p:nvPr>
            <p:ph type="body" sz="quarter" idx="37"/>
          </p:nvPr>
        </p:nvSpPr>
        <p:spPr>
          <a:xfrm>
            <a:off x="-67234" y="2496851"/>
            <a:ext cx="2271398" cy="457200"/>
          </a:xfrm>
          <a:custGeom>
            <a:avLst/>
            <a:gdLst>
              <a:gd name="connsiteX0" fmla="*/ 0 w 2204163"/>
              <a:gd name="connsiteY0" fmla="*/ 0 h 457200"/>
              <a:gd name="connsiteX1" fmla="*/ 169274 w 2204163"/>
              <a:gd name="connsiteY1" fmla="*/ 0 h 457200"/>
              <a:gd name="connsiteX2" fmla="*/ 1632247 w 2204163"/>
              <a:gd name="connsiteY2" fmla="*/ 0 h 457200"/>
              <a:gd name="connsiteX3" fmla="*/ 1975563 w 2204163"/>
              <a:gd name="connsiteY3" fmla="*/ 0 h 457200"/>
              <a:gd name="connsiteX4" fmla="*/ 2204163 w 2204163"/>
              <a:gd name="connsiteY4" fmla="*/ 228600 h 457200"/>
              <a:gd name="connsiteX5" fmla="*/ 1975563 w 2204163"/>
              <a:gd name="connsiteY5" fmla="*/ 457200 h 457200"/>
              <a:gd name="connsiteX6" fmla="*/ 1632247 w 2204163"/>
              <a:gd name="connsiteY6" fmla="*/ 457200 h 457200"/>
              <a:gd name="connsiteX7" fmla="*/ 169274 w 2204163"/>
              <a:gd name="connsiteY7" fmla="*/ 457200 h 457200"/>
              <a:gd name="connsiteX8" fmla="*/ 0 w 2204163"/>
              <a:gd name="connsiteY8"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4163" h="457200">
                <a:moveTo>
                  <a:pt x="0" y="0"/>
                </a:moveTo>
                <a:lnTo>
                  <a:pt x="169274" y="0"/>
                </a:lnTo>
                <a:lnTo>
                  <a:pt x="1632247" y="0"/>
                </a:lnTo>
                <a:lnTo>
                  <a:pt x="1975563" y="0"/>
                </a:lnTo>
                <a:lnTo>
                  <a:pt x="2204163" y="228600"/>
                </a:lnTo>
                <a:lnTo>
                  <a:pt x="1975563" y="457200"/>
                </a:lnTo>
                <a:lnTo>
                  <a:pt x="1632247" y="457200"/>
                </a:lnTo>
                <a:lnTo>
                  <a:pt x="169274" y="457200"/>
                </a:lnTo>
                <a:lnTo>
                  <a:pt x="0" y="457200"/>
                </a:lnTo>
                <a:close/>
              </a:path>
            </a:pathLst>
          </a:custGeom>
          <a:noFill/>
          <a:ln w="31750">
            <a:solidFill>
              <a:schemeClr val="accent2"/>
            </a:solidFill>
          </a:ln>
        </p:spPr>
        <p:txBody>
          <a:bodyPr wrap="square">
            <a:noAutofit/>
          </a:bodyPr>
          <a:lstStyle>
            <a:lvl1pPr>
              <a:defRPr sz="100">
                <a:solidFill>
                  <a:schemeClr val="tx1">
                    <a:lumMod val="75000"/>
                    <a:lumOff val="25000"/>
                    <a:alpha val="0"/>
                  </a:schemeClr>
                </a:solidFill>
              </a:defRPr>
            </a:lvl1pPr>
            <a:lvl2pPr>
              <a:defRPr sz="100">
                <a:solidFill>
                  <a:schemeClr val="tx1">
                    <a:lumMod val="75000"/>
                    <a:lumOff val="25000"/>
                    <a:alpha val="0"/>
                  </a:schemeClr>
                </a:solidFill>
              </a:defRPr>
            </a:lvl2pPr>
            <a:lvl3pPr>
              <a:defRPr sz="100">
                <a:solidFill>
                  <a:schemeClr val="tx1">
                    <a:lumMod val="75000"/>
                    <a:lumOff val="25000"/>
                    <a:alpha val="0"/>
                  </a:schemeClr>
                </a:solidFill>
              </a:defRPr>
            </a:lvl3pPr>
            <a:lvl4pPr>
              <a:defRPr sz="100">
                <a:solidFill>
                  <a:schemeClr val="tx1">
                    <a:lumMod val="75000"/>
                    <a:lumOff val="25000"/>
                    <a:alpha val="0"/>
                  </a:schemeClr>
                </a:solidFill>
              </a:defRPr>
            </a:lvl4pPr>
            <a:lvl5pPr>
              <a:defRPr sz="100">
                <a:solidFill>
                  <a:schemeClr val="tx1">
                    <a:lumMod val="75000"/>
                    <a:lumOff val="25000"/>
                    <a:alpha val="0"/>
                  </a:schemeClr>
                </a:solidFill>
              </a:defRPr>
            </a:lvl5pPr>
          </a:lstStyle>
          <a:p>
            <a:pPr lvl="0"/>
            <a:r>
              <a:rPr lang="en-US"/>
              <a:t>Click to edit Master text styles</a:t>
            </a:r>
          </a:p>
        </p:txBody>
      </p:sp>
      <p:sp>
        <p:nvSpPr>
          <p:cNvPr id="35" name="Text Placeholder 10">
            <a:extLst>
              <a:ext uri="{FF2B5EF4-FFF2-40B4-BE49-F238E27FC236}">
                <a16:creationId xmlns:a16="http://schemas.microsoft.com/office/drawing/2014/main" id="{7B634732-9853-64B3-B14E-9AD9EF54BD01}"/>
              </a:ext>
            </a:extLst>
          </p:cNvPr>
          <p:cNvSpPr>
            <a:spLocks noGrp="1"/>
          </p:cNvSpPr>
          <p:nvPr>
            <p:ph type="body" sz="quarter" idx="38"/>
          </p:nvPr>
        </p:nvSpPr>
        <p:spPr>
          <a:xfrm>
            <a:off x="4044034" y="2496851"/>
            <a:ext cx="2034889"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2587C1"/>
                </a:gs>
                <a:gs pos="100000">
                  <a:srgbClr val="1D999E"/>
                </a:gs>
              </a:gsLst>
              <a:lin ang="0" scaled="0"/>
            </a:gradFill>
          </a:ln>
        </p:spPr>
        <p:txBody>
          <a:bodyPr vert="horz" wrap="square" lIns="0" tIns="0" rIns="0" bIns="0" rtlCol="0">
            <a:noAutofit/>
          </a:bodyPr>
          <a:lstStyle>
            <a:lvl1pPr>
              <a:defRPr lang="en-US" sz="100" dirty="0">
                <a:solidFill>
                  <a:schemeClr val="tx1">
                    <a:lumMod val="75000"/>
                    <a:lumOff val="25000"/>
                    <a:alpha val="0"/>
                  </a:schemeClr>
                </a:solidFill>
              </a:defRPr>
            </a:lvl1pPr>
          </a:lstStyle>
          <a:p>
            <a:pPr lvl="0"/>
            <a:r>
              <a:rPr lang="en-US"/>
              <a:t>Click to edit Master text styles</a:t>
            </a:r>
          </a:p>
        </p:txBody>
      </p:sp>
      <p:sp>
        <p:nvSpPr>
          <p:cNvPr id="36" name="Text Placeholder 11">
            <a:extLst>
              <a:ext uri="{FF2B5EF4-FFF2-40B4-BE49-F238E27FC236}">
                <a16:creationId xmlns:a16="http://schemas.microsoft.com/office/drawing/2014/main" id="{9FFE836F-D461-0D71-3C57-A3791F4BA9DA}"/>
              </a:ext>
            </a:extLst>
          </p:cNvPr>
          <p:cNvSpPr>
            <a:spLocks noGrp="1"/>
          </p:cNvSpPr>
          <p:nvPr>
            <p:ph type="body" sz="quarter" idx="39"/>
          </p:nvPr>
        </p:nvSpPr>
        <p:spPr>
          <a:xfrm>
            <a:off x="5981414" y="2496851"/>
            <a:ext cx="2034889"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1D999E"/>
                </a:gs>
                <a:gs pos="100000">
                  <a:srgbClr val="13AE78"/>
                </a:gs>
              </a:gsLst>
              <a:lin ang="0" scaled="0"/>
            </a:gradFill>
          </a:ln>
        </p:spPr>
        <p:txBody>
          <a:bodyPr wrap="square">
            <a:noAutofit/>
          </a:bodyPr>
          <a:lstStyle>
            <a:lvl1pPr>
              <a:defRPr sz="100">
                <a:solidFill>
                  <a:schemeClr val="accent2">
                    <a:alpha val="0"/>
                  </a:schemeClr>
                </a:solidFill>
              </a:defRPr>
            </a:lvl1pPr>
            <a:lvl2pPr>
              <a:defRPr sz="100">
                <a:solidFill>
                  <a:schemeClr val="tx1">
                    <a:lumMod val="75000"/>
                    <a:lumOff val="25000"/>
                    <a:alpha val="0"/>
                  </a:schemeClr>
                </a:solidFill>
              </a:defRPr>
            </a:lvl2pPr>
            <a:lvl3pPr>
              <a:defRPr sz="100">
                <a:solidFill>
                  <a:schemeClr val="tx1">
                    <a:lumMod val="75000"/>
                    <a:lumOff val="25000"/>
                    <a:alpha val="0"/>
                  </a:schemeClr>
                </a:solidFill>
              </a:defRPr>
            </a:lvl3pPr>
            <a:lvl4pPr>
              <a:defRPr sz="100">
                <a:solidFill>
                  <a:schemeClr val="tx1">
                    <a:lumMod val="75000"/>
                    <a:lumOff val="25000"/>
                    <a:alpha val="0"/>
                  </a:schemeClr>
                </a:solidFill>
              </a:defRPr>
            </a:lvl4pPr>
            <a:lvl5pPr>
              <a:defRPr sz="100">
                <a:solidFill>
                  <a:schemeClr val="tx1">
                    <a:lumMod val="75000"/>
                    <a:lumOff val="25000"/>
                    <a:alpha val="0"/>
                  </a:schemeClr>
                </a:solidFill>
              </a:defRPr>
            </a:lvl5pPr>
          </a:lstStyle>
          <a:p>
            <a:pPr lvl="0"/>
            <a:r>
              <a:rPr lang="en-US"/>
              <a:t>Click to edit Master text styles</a:t>
            </a:r>
          </a:p>
        </p:txBody>
      </p:sp>
      <p:sp>
        <p:nvSpPr>
          <p:cNvPr id="37" name="Text Placeholder 12">
            <a:extLst>
              <a:ext uri="{FF2B5EF4-FFF2-40B4-BE49-F238E27FC236}">
                <a16:creationId xmlns:a16="http://schemas.microsoft.com/office/drawing/2014/main" id="{76126A6C-4E87-127B-E513-8D28D22F53F5}"/>
              </a:ext>
            </a:extLst>
          </p:cNvPr>
          <p:cNvSpPr>
            <a:spLocks noGrp="1"/>
          </p:cNvSpPr>
          <p:nvPr>
            <p:ph type="body" sz="quarter" idx="40"/>
          </p:nvPr>
        </p:nvSpPr>
        <p:spPr>
          <a:xfrm>
            <a:off x="7918794" y="2496851"/>
            <a:ext cx="2034889"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13AE78"/>
                </a:gs>
                <a:gs pos="99000">
                  <a:schemeClr val="accent3"/>
                </a:gs>
              </a:gsLst>
              <a:lin ang="0" scaled="0"/>
            </a:gradFill>
          </a:ln>
        </p:spPr>
        <p:txBody>
          <a:bodyPr wrap="square">
            <a:noAutofit/>
          </a:bodyPr>
          <a:lstStyle>
            <a:lvl1pPr>
              <a:defRPr sz="100">
                <a:solidFill>
                  <a:schemeClr val="tx1">
                    <a:lumMod val="75000"/>
                    <a:lumOff val="25000"/>
                    <a:alpha val="0"/>
                  </a:schemeClr>
                </a:solidFill>
              </a:defRPr>
            </a:lvl1pPr>
            <a:lvl2pPr>
              <a:defRPr sz="100">
                <a:solidFill>
                  <a:schemeClr val="tx1">
                    <a:lumMod val="75000"/>
                    <a:lumOff val="25000"/>
                    <a:alpha val="0"/>
                  </a:schemeClr>
                </a:solidFill>
              </a:defRPr>
            </a:lvl2pPr>
            <a:lvl3pPr>
              <a:defRPr sz="100">
                <a:solidFill>
                  <a:schemeClr val="tx1">
                    <a:lumMod val="75000"/>
                    <a:lumOff val="25000"/>
                    <a:alpha val="0"/>
                  </a:schemeClr>
                </a:solidFill>
              </a:defRPr>
            </a:lvl3pPr>
            <a:lvl4pPr>
              <a:defRPr sz="100">
                <a:solidFill>
                  <a:schemeClr val="tx1">
                    <a:lumMod val="75000"/>
                    <a:lumOff val="25000"/>
                    <a:alpha val="0"/>
                  </a:schemeClr>
                </a:solidFill>
              </a:defRPr>
            </a:lvl4pPr>
            <a:lvl5pPr>
              <a:defRPr sz="100">
                <a:solidFill>
                  <a:schemeClr val="tx1">
                    <a:lumMod val="75000"/>
                    <a:lumOff val="25000"/>
                    <a:alpha val="0"/>
                  </a:schemeClr>
                </a:solidFill>
              </a:defRPr>
            </a:lvl5pPr>
          </a:lstStyle>
          <a:p>
            <a:pPr lvl="0"/>
            <a:r>
              <a:rPr lang="en-US"/>
              <a:t>Click to edit Master text styles</a:t>
            </a:r>
          </a:p>
        </p:txBody>
      </p:sp>
      <p:sp>
        <p:nvSpPr>
          <p:cNvPr id="38" name="Text Placeholder 13">
            <a:extLst>
              <a:ext uri="{FF2B5EF4-FFF2-40B4-BE49-F238E27FC236}">
                <a16:creationId xmlns:a16="http://schemas.microsoft.com/office/drawing/2014/main" id="{5BE9B619-8A3D-5307-77B1-F19BE928897F}"/>
              </a:ext>
            </a:extLst>
          </p:cNvPr>
          <p:cNvSpPr>
            <a:spLocks noGrp="1"/>
          </p:cNvSpPr>
          <p:nvPr>
            <p:ph type="body" sz="quarter" idx="41"/>
          </p:nvPr>
        </p:nvSpPr>
        <p:spPr>
          <a:xfrm>
            <a:off x="9856172" y="2496851"/>
            <a:ext cx="2034889"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solidFill>
              <a:schemeClr val="accent3"/>
            </a:solidFill>
          </a:ln>
        </p:spPr>
        <p:txBody>
          <a:bodyPr wrap="square">
            <a:noAutofit/>
          </a:bodyPr>
          <a:lstStyle>
            <a:lvl1pPr>
              <a:defRPr sz="100">
                <a:solidFill>
                  <a:srgbClr val="330000"/>
                </a:solidFill>
              </a:defRPr>
            </a:lvl1pPr>
            <a:lvl2pPr>
              <a:defRPr sz="100">
                <a:solidFill>
                  <a:schemeClr val="tx1">
                    <a:lumMod val="75000"/>
                    <a:lumOff val="25000"/>
                    <a:alpha val="0"/>
                  </a:schemeClr>
                </a:solidFill>
              </a:defRPr>
            </a:lvl2pPr>
            <a:lvl3pPr>
              <a:defRPr sz="100">
                <a:solidFill>
                  <a:schemeClr val="tx1">
                    <a:lumMod val="75000"/>
                    <a:lumOff val="25000"/>
                    <a:alpha val="0"/>
                  </a:schemeClr>
                </a:solidFill>
              </a:defRPr>
            </a:lvl3pPr>
            <a:lvl4pPr>
              <a:defRPr sz="100">
                <a:solidFill>
                  <a:schemeClr val="tx1">
                    <a:lumMod val="75000"/>
                    <a:lumOff val="25000"/>
                    <a:alpha val="0"/>
                  </a:schemeClr>
                </a:solidFill>
              </a:defRPr>
            </a:lvl4pPr>
            <a:lvl5pPr>
              <a:defRPr sz="100">
                <a:solidFill>
                  <a:schemeClr val="tx1">
                    <a:lumMod val="75000"/>
                    <a:lumOff val="25000"/>
                    <a:alpha val="0"/>
                  </a:schemeClr>
                </a:solidFill>
              </a:defRPr>
            </a:lvl5pPr>
          </a:lstStyle>
          <a:p>
            <a:pPr lvl="0"/>
            <a:r>
              <a:rPr lang="en-US"/>
              <a:t>Click to edit Master text styles</a:t>
            </a:r>
          </a:p>
        </p:txBody>
      </p:sp>
      <p:sp>
        <p:nvSpPr>
          <p:cNvPr id="39" name="Text Placeholder 19">
            <a:extLst>
              <a:ext uri="{FF2B5EF4-FFF2-40B4-BE49-F238E27FC236}">
                <a16:creationId xmlns:a16="http://schemas.microsoft.com/office/drawing/2014/main" id="{D10A43AA-1E6F-08C4-6687-750A2F7FB34F}"/>
              </a:ext>
            </a:extLst>
          </p:cNvPr>
          <p:cNvSpPr>
            <a:spLocks noGrp="1"/>
          </p:cNvSpPr>
          <p:nvPr>
            <p:ph type="body" sz="quarter" idx="42" hasCustomPrompt="1"/>
          </p:nvPr>
        </p:nvSpPr>
        <p:spPr>
          <a:xfrm>
            <a:off x="428625" y="1701132"/>
            <a:ext cx="1144342" cy="619877"/>
          </a:xfrm>
          <a:prstGeom prst="rect">
            <a:avLst/>
          </a:prstGeom>
        </p:spPr>
        <p:txBody>
          <a:bodyPr/>
          <a:lstStyle>
            <a:lvl1pPr>
              <a:defRPr lang="en-US" sz="5400" b="1" dirty="0">
                <a:solidFill>
                  <a:schemeClr val="accent2"/>
                </a:solidFill>
              </a:defRPr>
            </a:lvl1pPr>
          </a:lstStyle>
          <a:p>
            <a:pPr lvl="0"/>
            <a:r>
              <a:rPr lang="en-US"/>
              <a:t>01</a:t>
            </a:r>
          </a:p>
        </p:txBody>
      </p:sp>
      <p:sp>
        <p:nvSpPr>
          <p:cNvPr id="40" name="Text Placeholder 19">
            <a:extLst>
              <a:ext uri="{FF2B5EF4-FFF2-40B4-BE49-F238E27FC236}">
                <a16:creationId xmlns:a16="http://schemas.microsoft.com/office/drawing/2014/main" id="{C5C52B50-8714-6BB2-291B-5B6F0B35A975}"/>
              </a:ext>
            </a:extLst>
          </p:cNvPr>
          <p:cNvSpPr>
            <a:spLocks noGrp="1"/>
          </p:cNvSpPr>
          <p:nvPr>
            <p:ph type="body" sz="quarter" idx="43" hasCustomPrompt="1"/>
          </p:nvPr>
        </p:nvSpPr>
        <p:spPr>
          <a:xfrm>
            <a:off x="2326873" y="1701132"/>
            <a:ext cx="1144342" cy="619877"/>
          </a:xfrm>
          <a:prstGeom prst="rect">
            <a:avLst/>
          </a:prstGeom>
        </p:spPr>
        <p:txBody>
          <a:bodyPr/>
          <a:lstStyle>
            <a:lvl1pPr>
              <a:defRPr lang="en-US" sz="5400" b="1" dirty="0">
                <a:solidFill>
                  <a:srgbClr val="2E74E5"/>
                </a:solidFill>
              </a:defRPr>
            </a:lvl1pPr>
          </a:lstStyle>
          <a:p>
            <a:pPr lvl="0"/>
            <a:r>
              <a:rPr lang="en-US"/>
              <a:t>02</a:t>
            </a:r>
          </a:p>
        </p:txBody>
      </p:sp>
      <p:sp>
        <p:nvSpPr>
          <p:cNvPr id="41" name="Text Placeholder 19">
            <a:extLst>
              <a:ext uri="{FF2B5EF4-FFF2-40B4-BE49-F238E27FC236}">
                <a16:creationId xmlns:a16="http://schemas.microsoft.com/office/drawing/2014/main" id="{6D500861-9C80-DEB4-8BC8-6153BBCC72EB}"/>
              </a:ext>
            </a:extLst>
          </p:cNvPr>
          <p:cNvSpPr>
            <a:spLocks noGrp="1"/>
          </p:cNvSpPr>
          <p:nvPr>
            <p:ph type="body" sz="quarter" idx="44" hasCustomPrompt="1"/>
          </p:nvPr>
        </p:nvSpPr>
        <p:spPr>
          <a:xfrm>
            <a:off x="4225122" y="1701132"/>
            <a:ext cx="1144342" cy="619877"/>
          </a:xfrm>
          <a:prstGeom prst="rect">
            <a:avLst/>
          </a:prstGeom>
        </p:spPr>
        <p:txBody>
          <a:bodyPr/>
          <a:lstStyle>
            <a:lvl1pPr>
              <a:defRPr lang="en-US" sz="5400" b="1" dirty="0">
                <a:solidFill>
                  <a:srgbClr val="2587C1"/>
                </a:solidFill>
              </a:defRPr>
            </a:lvl1pPr>
          </a:lstStyle>
          <a:p>
            <a:pPr lvl="0"/>
            <a:r>
              <a:rPr lang="en-US"/>
              <a:t>03</a:t>
            </a:r>
          </a:p>
        </p:txBody>
      </p:sp>
      <p:sp>
        <p:nvSpPr>
          <p:cNvPr id="42" name="Text Placeholder 19">
            <a:extLst>
              <a:ext uri="{FF2B5EF4-FFF2-40B4-BE49-F238E27FC236}">
                <a16:creationId xmlns:a16="http://schemas.microsoft.com/office/drawing/2014/main" id="{AE61CCEB-5133-A251-EA3C-AED3CB8B5990}"/>
              </a:ext>
            </a:extLst>
          </p:cNvPr>
          <p:cNvSpPr>
            <a:spLocks noGrp="1"/>
          </p:cNvSpPr>
          <p:nvPr>
            <p:ph type="body" sz="quarter" idx="45" hasCustomPrompt="1"/>
          </p:nvPr>
        </p:nvSpPr>
        <p:spPr>
          <a:xfrm>
            <a:off x="6126665" y="1701132"/>
            <a:ext cx="1144342" cy="619877"/>
          </a:xfrm>
          <a:prstGeom prst="rect">
            <a:avLst/>
          </a:prstGeom>
        </p:spPr>
        <p:txBody>
          <a:bodyPr/>
          <a:lstStyle>
            <a:lvl1pPr>
              <a:defRPr lang="en-US" sz="5400" b="1" dirty="0">
                <a:solidFill>
                  <a:srgbClr val="1D999E"/>
                </a:solidFill>
              </a:defRPr>
            </a:lvl1pPr>
          </a:lstStyle>
          <a:p>
            <a:pPr lvl="0"/>
            <a:r>
              <a:rPr lang="en-US"/>
              <a:t>04</a:t>
            </a:r>
          </a:p>
        </p:txBody>
      </p:sp>
      <p:sp>
        <p:nvSpPr>
          <p:cNvPr id="43" name="Text Placeholder 19">
            <a:extLst>
              <a:ext uri="{FF2B5EF4-FFF2-40B4-BE49-F238E27FC236}">
                <a16:creationId xmlns:a16="http://schemas.microsoft.com/office/drawing/2014/main" id="{7F1035F6-3F46-5AD6-3A03-DBC019974526}"/>
              </a:ext>
            </a:extLst>
          </p:cNvPr>
          <p:cNvSpPr>
            <a:spLocks noGrp="1"/>
          </p:cNvSpPr>
          <p:nvPr>
            <p:ph type="body" sz="quarter" idx="46" hasCustomPrompt="1"/>
          </p:nvPr>
        </p:nvSpPr>
        <p:spPr>
          <a:xfrm>
            <a:off x="8027442" y="1701132"/>
            <a:ext cx="1144342" cy="619877"/>
          </a:xfrm>
          <a:prstGeom prst="rect">
            <a:avLst/>
          </a:prstGeom>
        </p:spPr>
        <p:txBody>
          <a:bodyPr/>
          <a:lstStyle>
            <a:lvl1pPr>
              <a:defRPr lang="en-US" sz="5400" b="1" dirty="0">
                <a:solidFill>
                  <a:srgbClr val="13AE78"/>
                </a:solidFill>
              </a:defRPr>
            </a:lvl1pPr>
          </a:lstStyle>
          <a:p>
            <a:pPr lvl="0"/>
            <a:r>
              <a:rPr lang="en-US"/>
              <a:t>05</a:t>
            </a:r>
          </a:p>
        </p:txBody>
      </p:sp>
      <p:sp>
        <p:nvSpPr>
          <p:cNvPr id="44" name="Text Placeholder 19">
            <a:extLst>
              <a:ext uri="{FF2B5EF4-FFF2-40B4-BE49-F238E27FC236}">
                <a16:creationId xmlns:a16="http://schemas.microsoft.com/office/drawing/2014/main" id="{123690CA-59B6-EB2E-1ADE-00438E1BD817}"/>
              </a:ext>
            </a:extLst>
          </p:cNvPr>
          <p:cNvSpPr>
            <a:spLocks noGrp="1"/>
          </p:cNvSpPr>
          <p:nvPr>
            <p:ph type="body" sz="quarter" idx="47" hasCustomPrompt="1"/>
          </p:nvPr>
        </p:nvSpPr>
        <p:spPr>
          <a:xfrm>
            <a:off x="9942758" y="1701132"/>
            <a:ext cx="1144342" cy="619877"/>
          </a:xfrm>
          <a:prstGeom prst="rect">
            <a:avLst/>
          </a:prstGeom>
        </p:spPr>
        <p:txBody>
          <a:bodyPr/>
          <a:lstStyle>
            <a:lvl1pPr>
              <a:defRPr lang="en-US" sz="5400" b="1" dirty="0">
                <a:solidFill>
                  <a:schemeClr val="accent3"/>
                </a:solidFill>
              </a:defRPr>
            </a:lvl1pPr>
          </a:lstStyle>
          <a:p>
            <a:pPr lvl="0"/>
            <a:r>
              <a:rPr lang="en-US"/>
              <a:t>06</a:t>
            </a:r>
          </a:p>
        </p:txBody>
      </p:sp>
      <p:sp>
        <p:nvSpPr>
          <p:cNvPr id="45" name="Vertical Text Placeholder 31">
            <a:extLst>
              <a:ext uri="{FF2B5EF4-FFF2-40B4-BE49-F238E27FC236}">
                <a16:creationId xmlns:a16="http://schemas.microsoft.com/office/drawing/2014/main" id="{E3F57865-2A21-0310-1C8C-0A605C89D88B}"/>
              </a:ext>
            </a:extLst>
          </p:cNvPr>
          <p:cNvSpPr>
            <a:spLocks noGrp="1"/>
          </p:cNvSpPr>
          <p:nvPr>
            <p:ph type="body" orient="vert" sz="quarter" idx="48" hasCustomPrompt="1"/>
          </p:nvPr>
        </p:nvSpPr>
        <p:spPr>
          <a:xfrm>
            <a:off x="2327972" y="3205927"/>
            <a:ext cx="1784223" cy="1481137"/>
          </a:xfrm>
          <a:prstGeom prst="rect">
            <a:avLst/>
          </a:prstGeom>
        </p:spPr>
        <p:txBody>
          <a:bodyPr vert="horz"/>
          <a:lstStyle>
            <a:lvl1pPr>
              <a:defRPr sz="1400">
                <a:solidFill>
                  <a:schemeClr val="tx1"/>
                </a:solidFill>
              </a:defRPr>
            </a:lvl1pPr>
            <a:lvl2pPr>
              <a:spcBef>
                <a:spcPts val="600"/>
              </a:spcBef>
              <a:defRPr sz="1400">
                <a:solidFill>
                  <a:schemeClr val="tx1">
                    <a:lumMod val="85000"/>
                    <a:lumOff val="15000"/>
                  </a:schemeClr>
                </a:solidFill>
              </a:defRPr>
            </a:lvl2pPr>
            <a:lvl3pPr>
              <a:defRPr sz="1200">
                <a:solidFill>
                  <a:schemeClr val="tx1">
                    <a:lumMod val="85000"/>
                    <a:lumOff val="15000"/>
                  </a:schemeClr>
                </a:solidFill>
              </a:defRPr>
            </a:lvl3pPr>
            <a:lvl4pPr>
              <a:defRPr sz="1050">
                <a:solidFill>
                  <a:schemeClr val="tx1">
                    <a:lumMod val="85000"/>
                    <a:lumOff val="15000"/>
                  </a:schemeClr>
                </a:solidFill>
              </a:defRPr>
            </a:lvl4pPr>
            <a:lvl5pPr>
              <a:defRPr sz="1050">
                <a:solidFill>
                  <a:schemeClr val="tx1">
                    <a:lumMod val="85000"/>
                    <a:lumOff val="15000"/>
                  </a:schemeClr>
                </a:solidFill>
              </a:defRPr>
            </a:lvl5pPr>
          </a:lstStyle>
          <a:p>
            <a:pPr lvl="0"/>
            <a:r>
              <a:rPr lang="en-US"/>
              <a:t>Click to edit text</a:t>
            </a:r>
          </a:p>
        </p:txBody>
      </p:sp>
      <p:sp>
        <p:nvSpPr>
          <p:cNvPr id="46" name="Vertical Text Placeholder 31">
            <a:extLst>
              <a:ext uri="{FF2B5EF4-FFF2-40B4-BE49-F238E27FC236}">
                <a16:creationId xmlns:a16="http://schemas.microsoft.com/office/drawing/2014/main" id="{B3967264-829E-E592-C1CF-890C0C5AFEDA}"/>
              </a:ext>
            </a:extLst>
          </p:cNvPr>
          <p:cNvSpPr>
            <a:spLocks noGrp="1"/>
          </p:cNvSpPr>
          <p:nvPr>
            <p:ph type="body" orient="vert" sz="quarter" idx="49" hasCustomPrompt="1"/>
          </p:nvPr>
        </p:nvSpPr>
        <p:spPr>
          <a:xfrm>
            <a:off x="4227319" y="3205927"/>
            <a:ext cx="1784223" cy="1481137"/>
          </a:xfrm>
          <a:prstGeom prst="rect">
            <a:avLst/>
          </a:prstGeom>
        </p:spPr>
        <p:txBody>
          <a:bodyPr vert="horz"/>
          <a:lstStyle>
            <a:lvl1pPr>
              <a:defRPr sz="1400">
                <a:solidFill>
                  <a:schemeClr val="tx1"/>
                </a:solidFill>
              </a:defRPr>
            </a:lvl1pPr>
            <a:lvl2pPr>
              <a:spcBef>
                <a:spcPts val="600"/>
              </a:spcBef>
              <a:defRPr sz="1400">
                <a:solidFill>
                  <a:schemeClr val="tx1">
                    <a:lumMod val="85000"/>
                    <a:lumOff val="15000"/>
                  </a:schemeClr>
                </a:solidFill>
              </a:defRPr>
            </a:lvl2pPr>
            <a:lvl3pPr>
              <a:defRPr sz="1200">
                <a:solidFill>
                  <a:schemeClr val="tx1">
                    <a:lumMod val="85000"/>
                    <a:lumOff val="15000"/>
                  </a:schemeClr>
                </a:solidFill>
              </a:defRPr>
            </a:lvl3pPr>
            <a:lvl4pPr>
              <a:defRPr sz="1050">
                <a:solidFill>
                  <a:schemeClr val="tx1">
                    <a:lumMod val="85000"/>
                    <a:lumOff val="15000"/>
                  </a:schemeClr>
                </a:solidFill>
              </a:defRPr>
            </a:lvl4pPr>
            <a:lvl5pPr>
              <a:defRPr sz="1050">
                <a:solidFill>
                  <a:schemeClr val="tx1">
                    <a:lumMod val="85000"/>
                    <a:lumOff val="15000"/>
                  </a:schemeClr>
                </a:solidFill>
              </a:defRPr>
            </a:lvl5pPr>
          </a:lstStyle>
          <a:p>
            <a:pPr lvl="0"/>
            <a:r>
              <a:rPr lang="en-US"/>
              <a:t>Click to edit text</a:t>
            </a:r>
          </a:p>
        </p:txBody>
      </p:sp>
      <p:sp>
        <p:nvSpPr>
          <p:cNvPr id="47" name="Vertical Text Placeholder 31">
            <a:extLst>
              <a:ext uri="{FF2B5EF4-FFF2-40B4-BE49-F238E27FC236}">
                <a16:creationId xmlns:a16="http://schemas.microsoft.com/office/drawing/2014/main" id="{FB58F65B-B7D6-1D55-F2C8-9A757A0E6809}"/>
              </a:ext>
            </a:extLst>
          </p:cNvPr>
          <p:cNvSpPr>
            <a:spLocks noGrp="1"/>
          </p:cNvSpPr>
          <p:nvPr>
            <p:ph type="body" orient="vert" sz="quarter" idx="50" hasCustomPrompt="1"/>
          </p:nvPr>
        </p:nvSpPr>
        <p:spPr>
          <a:xfrm>
            <a:off x="6126666" y="3205927"/>
            <a:ext cx="1784223" cy="1481137"/>
          </a:xfrm>
          <a:prstGeom prst="rect">
            <a:avLst/>
          </a:prstGeom>
        </p:spPr>
        <p:txBody>
          <a:bodyPr vert="horz"/>
          <a:lstStyle>
            <a:lvl1pPr>
              <a:defRPr sz="1400">
                <a:solidFill>
                  <a:schemeClr val="tx1"/>
                </a:solidFill>
              </a:defRPr>
            </a:lvl1pPr>
            <a:lvl2pPr>
              <a:spcBef>
                <a:spcPts val="600"/>
              </a:spcBef>
              <a:defRPr sz="1400">
                <a:solidFill>
                  <a:schemeClr val="tx1">
                    <a:lumMod val="85000"/>
                    <a:lumOff val="15000"/>
                  </a:schemeClr>
                </a:solidFill>
              </a:defRPr>
            </a:lvl2pPr>
            <a:lvl3pPr>
              <a:defRPr sz="1200">
                <a:solidFill>
                  <a:schemeClr val="tx1">
                    <a:lumMod val="85000"/>
                    <a:lumOff val="15000"/>
                  </a:schemeClr>
                </a:solidFill>
              </a:defRPr>
            </a:lvl3pPr>
            <a:lvl4pPr>
              <a:defRPr sz="1050">
                <a:solidFill>
                  <a:schemeClr val="tx1">
                    <a:lumMod val="85000"/>
                    <a:lumOff val="15000"/>
                  </a:schemeClr>
                </a:solidFill>
              </a:defRPr>
            </a:lvl4pPr>
            <a:lvl5pPr>
              <a:defRPr sz="1050">
                <a:solidFill>
                  <a:schemeClr val="tx1">
                    <a:lumMod val="85000"/>
                    <a:lumOff val="15000"/>
                  </a:schemeClr>
                </a:solidFill>
              </a:defRPr>
            </a:lvl5pPr>
          </a:lstStyle>
          <a:p>
            <a:pPr lvl="0"/>
            <a:r>
              <a:rPr lang="en-US"/>
              <a:t>Click to edit text</a:t>
            </a:r>
          </a:p>
        </p:txBody>
      </p:sp>
      <p:sp>
        <p:nvSpPr>
          <p:cNvPr id="48" name="Vertical Text Placeholder 31">
            <a:extLst>
              <a:ext uri="{FF2B5EF4-FFF2-40B4-BE49-F238E27FC236}">
                <a16:creationId xmlns:a16="http://schemas.microsoft.com/office/drawing/2014/main" id="{0D7A3B54-B15A-092E-20AE-701B746E6389}"/>
              </a:ext>
            </a:extLst>
          </p:cNvPr>
          <p:cNvSpPr>
            <a:spLocks noGrp="1"/>
          </p:cNvSpPr>
          <p:nvPr>
            <p:ph type="body" orient="vert" sz="quarter" idx="51" hasCustomPrompt="1"/>
          </p:nvPr>
        </p:nvSpPr>
        <p:spPr>
          <a:xfrm>
            <a:off x="8026013" y="3205927"/>
            <a:ext cx="1784223" cy="1481137"/>
          </a:xfrm>
          <a:prstGeom prst="rect">
            <a:avLst/>
          </a:prstGeom>
        </p:spPr>
        <p:txBody>
          <a:bodyPr vert="horz"/>
          <a:lstStyle>
            <a:lvl1pPr>
              <a:defRPr sz="1400">
                <a:solidFill>
                  <a:schemeClr val="tx1"/>
                </a:solidFill>
              </a:defRPr>
            </a:lvl1pPr>
            <a:lvl2pPr>
              <a:spcBef>
                <a:spcPts val="600"/>
              </a:spcBef>
              <a:defRPr sz="1400">
                <a:solidFill>
                  <a:schemeClr val="tx1">
                    <a:lumMod val="85000"/>
                    <a:lumOff val="15000"/>
                  </a:schemeClr>
                </a:solidFill>
              </a:defRPr>
            </a:lvl2pPr>
            <a:lvl3pPr>
              <a:defRPr sz="1200">
                <a:solidFill>
                  <a:schemeClr val="tx1">
                    <a:lumMod val="85000"/>
                    <a:lumOff val="15000"/>
                  </a:schemeClr>
                </a:solidFill>
              </a:defRPr>
            </a:lvl3pPr>
            <a:lvl4pPr>
              <a:defRPr sz="1050">
                <a:solidFill>
                  <a:schemeClr val="tx1">
                    <a:lumMod val="85000"/>
                    <a:lumOff val="15000"/>
                  </a:schemeClr>
                </a:solidFill>
              </a:defRPr>
            </a:lvl4pPr>
            <a:lvl5pPr>
              <a:defRPr sz="1050">
                <a:solidFill>
                  <a:schemeClr val="tx1">
                    <a:lumMod val="85000"/>
                    <a:lumOff val="15000"/>
                  </a:schemeClr>
                </a:solidFill>
              </a:defRPr>
            </a:lvl5pPr>
          </a:lstStyle>
          <a:p>
            <a:pPr lvl="0"/>
            <a:r>
              <a:rPr lang="en-US"/>
              <a:t>Click to edit text</a:t>
            </a:r>
          </a:p>
        </p:txBody>
      </p:sp>
      <p:sp>
        <p:nvSpPr>
          <p:cNvPr id="49" name="Vertical Text Placeholder 31">
            <a:extLst>
              <a:ext uri="{FF2B5EF4-FFF2-40B4-BE49-F238E27FC236}">
                <a16:creationId xmlns:a16="http://schemas.microsoft.com/office/drawing/2014/main" id="{E34938CF-1CCB-E421-3BDD-31D09BD34D4E}"/>
              </a:ext>
            </a:extLst>
          </p:cNvPr>
          <p:cNvSpPr>
            <a:spLocks noGrp="1"/>
          </p:cNvSpPr>
          <p:nvPr>
            <p:ph type="body" orient="vert" sz="quarter" idx="52" hasCustomPrompt="1"/>
          </p:nvPr>
        </p:nvSpPr>
        <p:spPr>
          <a:xfrm>
            <a:off x="9925359" y="3205927"/>
            <a:ext cx="1784223" cy="1481137"/>
          </a:xfrm>
          <a:prstGeom prst="rect">
            <a:avLst/>
          </a:prstGeom>
        </p:spPr>
        <p:txBody>
          <a:bodyPr vert="horz"/>
          <a:lstStyle>
            <a:lvl1pPr>
              <a:defRPr sz="1400">
                <a:solidFill>
                  <a:schemeClr val="tx1"/>
                </a:solidFill>
              </a:defRPr>
            </a:lvl1pPr>
            <a:lvl2pPr>
              <a:spcBef>
                <a:spcPts val="600"/>
              </a:spcBef>
              <a:defRPr sz="1400">
                <a:solidFill>
                  <a:schemeClr val="tx1">
                    <a:lumMod val="85000"/>
                    <a:lumOff val="15000"/>
                  </a:schemeClr>
                </a:solidFill>
              </a:defRPr>
            </a:lvl2pPr>
            <a:lvl3pPr>
              <a:defRPr sz="1200">
                <a:solidFill>
                  <a:schemeClr val="tx1">
                    <a:lumMod val="85000"/>
                    <a:lumOff val="15000"/>
                  </a:schemeClr>
                </a:solidFill>
              </a:defRPr>
            </a:lvl3pPr>
            <a:lvl4pPr>
              <a:defRPr sz="1050">
                <a:solidFill>
                  <a:schemeClr val="tx1">
                    <a:lumMod val="85000"/>
                    <a:lumOff val="15000"/>
                  </a:schemeClr>
                </a:solidFill>
              </a:defRPr>
            </a:lvl4pPr>
            <a:lvl5pPr>
              <a:defRPr sz="1050">
                <a:solidFill>
                  <a:schemeClr val="tx1">
                    <a:lumMod val="85000"/>
                    <a:lumOff val="15000"/>
                  </a:schemeClr>
                </a:solidFill>
              </a:defRPr>
            </a:lvl5pPr>
          </a:lstStyle>
          <a:p>
            <a:pPr lvl="0"/>
            <a:r>
              <a:rPr lang="en-US"/>
              <a:t>Click to edit text</a:t>
            </a:r>
          </a:p>
        </p:txBody>
      </p:sp>
      <p:sp>
        <p:nvSpPr>
          <p:cNvPr id="12" name="Date Placeholder 11">
            <a:extLst>
              <a:ext uri="{FF2B5EF4-FFF2-40B4-BE49-F238E27FC236}">
                <a16:creationId xmlns:a16="http://schemas.microsoft.com/office/drawing/2014/main" id="{F52B331F-24E1-39BD-5FDC-DC8AB50DBE01}"/>
              </a:ext>
            </a:extLst>
          </p:cNvPr>
          <p:cNvSpPr>
            <a:spLocks noGrp="1"/>
          </p:cNvSpPr>
          <p:nvPr>
            <p:ph type="dt" sz="half" idx="53"/>
          </p:nvPr>
        </p:nvSpPr>
        <p:spPr/>
        <p:txBody>
          <a:bodyPr/>
          <a:lstStyle/>
          <a:p>
            <a:fld id="{35ED8F95-15DF-9047-AF05-DD5A94699591}" type="datetime1">
              <a:rPr lang="en-US" smtClean="0"/>
              <a:t>3/19/2026</a:t>
            </a:fld>
            <a:endParaRPr lang="en-US"/>
          </a:p>
        </p:txBody>
      </p:sp>
      <p:sp>
        <p:nvSpPr>
          <p:cNvPr id="13" name="Footer Placeholder 12">
            <a:extLst>
              <a:ext uri="{FF2B5EF4-FFF2-40B4-BE49-F238E27FC236}">
                <a16:creationId xmlns:a16="http://schemas.microsoft.com/office/drawing/2014/main" id="{2541AF44-0282-B21A-FD50-8C97ECFF9948}"/>
              </a:ext>
            </a:extLst>
          </p:cNvPr>
          <p:cNvSpPr>
            <a:spLocks noGrp="1"/>
          </p:cNvSpPr>
          <p:nvPr>
            <p:ph type="ftr" sz="quarter" idx="54"/>
          </p:nvPr>
        </p:nvSpPr>
        <p:spPr/>
        <p:txBody>
          <a:bodyPr/>
          <a:lstStyle/>
          <a:p>
            <a:endParaRPr lang="en-US"/>
          </a:p>
        </p:txBody>
      </p:sp>
      <p:sp>
        <p:nvSpPr>
          <p:cNvPr id="14" name="Slide Number Placeholder 13">
            <a:extLst>
              <a:ext uri="{FF2B5EF4-FFF2-40B4-BE49-F238E27FC236}">
                <a16:creationId xmlns:a16="http://schemas.microsoft.com/office/drawing/2014/main" id="{5338FDF6-57CD-5F04-50EF-EB8F0DE811C7}"/>
              </a:ext>
            </a:extLst>
          </p:cNvPr>
          <p:cNvSpPr>
            <a:spLocks noGrp="1"/>
          </p:cNvSpPr>
          <p:nvPr>
            <p:ph type="sldNum" sz="quarter" idx="55"/>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0B385C07-E085-A087-2D33-331B5CD626C8}"/>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1E955B93-8B0D-3C7E-4CB5-6F77B77277B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D098E4C3-FFC4-408E-6AC0-10F0A5EEC45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1AD5103-387F-BE2B-D07C-09C8A72157D0}"/>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A5F98AA0-C1FA-1C5D-3899-81E296DEDAE9}"/>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33F927FA-29CE-A69C-A59F-7086B25D756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70227DD-4538-ADE4-409D-D7B184CBAA79}"/>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B9F32F8C-5384-7BEA-BE85-0B89D2368B81}"/>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AD8EE90-F129-CC4D-3103-8FB2921BE6E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0839186-07ED-75D0-E97D-029968D80DAE}"/>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FA76EE63-75AD-83D8-026D-AA033871EB78}"/>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23267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meline / Process White B">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76952" cy="328304"/>
          </a:xfrm>
        </p:spPr>
        <p:txBody>
          <a:bodyPr/>
          <a:lstStyle/>
          <a:p>
            <a:r>
              <a:rPr lang="en-US"/>
              <a:t>Timeline / Process Light</a:t>
            </a:r>
          </a:p>
        </p:txBody>
      </p:sp>
      <p:sp>
        <p:nvSpPr>
          <p:cNvPr id="3" name="Text Placeholder 13">
            <a:extLst>
              <a:ext uri="{FF2B5EF4-FFF2-40B4-BE49-F238E27FC236}">
                <a16:creationId xmlns:a16="http://schemas.microsoft.com/office/drawing/2014/main" id="{161F1124-97FD-C554-976B-AC97399C3620}"/>
              </a:ext>
            </a:extLst>
          </p:cNvPr>
          <p:cNvSpPr>
            <a:spLocks noGrp="1"/>
          </p:cNvSpPr>
          <p:nvPr>
            <p:ph type="body" sz="quarter" idx="145"/>
          </p:nvPr>
        </p:nvSpPr>
        <p:spPr>
          <a:xfrm>
            <a:off x="218339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6" name="Text Placeholder 13">
            <a:extLst>
              <a:ext uri="{FF2B5EF4-FFF2-40B4-BE49-F238E27FC236}">
                <a16:creationId xmlns:a16="http://schemas.microsoft.com/office/drawing/2014/main" id="{2ED971A0-73D9-9537-F579-CF870F9B63DC}"/>
              </a:ext>
            </a:extLst>
          </p:cNvPr>
          <p:cNvSpPr>
            <a:spLocks noGrp="1"/>
          </p:cNvSpPr>
          <p:nvPr>
            <p:ph type="body" sz="quarter" idx="146"/>
          </p:nvPr>
        </p:nvSpPr>
        <p:spPr>
          <a:xfrm>
            <a:off x="305134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1" name="Text Placeholder 13">
            <a:extLst>
              <a:ext uri="{FF2B5EF4-FFF2-40B4-BE49-F238E27FC236}">
                <a16:creationId xmlns:a16="http://schemas.microsoft.com/office/drawing/2014/main" id="{96F79418-D84A-570A-F1B8-B12DDFC08615}"/>
              </a:ext>
            </a:extLst>
          </p:cNvPr>
          <p:cNvSpPr>
            <a:spLocks noGrp="1"/>
          </p:cNvSpPr>
          <p:nvPr>
            <p:ph type="body" sz="quarter" idx="147"/>
          </p:nvPr>
        </p:nvSpPr>
        <p:spPr>
          <a:xfrm>
            <a:off x="391929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2" name="Text Placeholder 13">
            <a:extLst>
              <a:ext uri="{FF2B5EF4-FFF2-40B4-BE49-F238E27FC236}">
                <a16:creationId xmlns:a16="http://schemas.microsoft.com/office/drawing/2014/main" id="{43136CB0-880E-8944-E6D6-BC4C9C3A5650}"/>
              </a:ext>
            </a:extLst>
          </p:cNvPr>
          <p:cNvSpPr>
            <a:spLocks noGrp="1"/>
          </p:cNvSpPr>
          <p:nvPr>
            <p:ph type="body" sz="quarter" idx="148"/>
          </p:nvPr>
        </p:nvSpPr>
        <p:spPr>
          <a:xfrm>
            <a:off x="478724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3" name="Text Placeholder 13">
            <a:extLst>
              <a:ext uri="{FF2B5EF4-FFF2-40B4-BE49-F238E27FC236}">
                <a16:creationId xmlns:a16="http://schemas.microsoft.com/office/drawing/2014/main" id="{225143C9-C493-1A07-A8EB-C5128DEE950D}"/>
              </a:ext>
            </a:extLst>
          </p:cNvPr>
          <p:cNvSpPr>
            <a:spLocks noGrp="1"/>
          </p:cNvSpPr>
          <p:nvPr>
            <p:ph type="body" sz="quarter" idx="149"/>
          </p:nvPr>
        </p:nvSpPr>
        <p:spPr>
          <a:xfrm>
            <a:off x="652314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4" name="Text Placeholder 13">
            <a:extLst>
              <a:ext uri="{FF2B5EF4-FFF2-40B4-BE49-F238E27FC236}">
                <a16:creationId xmlns:a16="http://schemas.microsoft.com/office/drawing/2014/main" id="{2E43C1EC-C1F2-2F25-A1E2-3568D367284E}"/>
              </a:ext>
            </a:extLst>
          </p:cNvPr>
          <p:cNvSpPr>
            <a:spLocks noGrp="1"/>
          </p:cNvSpPr>
          <p:nvPr>
            <p:ph type="body" sz="quarter" idx="150"/>
          </p:nvPr>
        </p:nvSpPr>
        <p:spPr>
          <a:xfrm>
            <a:off x="739109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5" name="Text Placeholder 13">
            <a:extLst>
              <a:ext uri="{FF2B5EF4-FFF2-40B4-BE49-F238E27FC236}">
                <a16:creationId xmlns:a16="http://schemas.microsoft.com/office/drawing/2014/main" id="{8803B1FB-70E8-BB6F-E228-8CCA65B26E42}"/>
              </a:ext>
            </a:extLst>
          </p:cNvPr>
          <p:cNvSpPr>
            <a:spLocks noGrp="1"/>
          </p:cNvSpPr>
          <p:nvPr>
            <p:ph type="body" sz="quarter" idx="151"/>
          </p:nvPr>
        </p:nvSpPr>
        <p:spPr>
          <a:xfrm>
            <a:off x="565519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6" name="Text Placeholder 13">
            <a:extLst>
              <a:ext uri="{FF2B5EF4-FFF2-40B4-BE49-F238E27FC236}">
                <a16:creationId xmlns:a16="http://schemas.microsoft.com/office/drawing/2014/main" id="{FB8F7153-E470-9A0E-0BFD-4ABDD1911931}"/>
              </a:ext>
            </a:extLst>
          </p:cNvPr>
          <p:cNvSpPr>
            <a:spLocks noGrp="1"/>
          </p:cNvSpPr>
          <p:nvPr>
            <p:ph type="body" sz="quarter" idx="152"/>
          </p:nvPr>
        </p:nvSpPr>
        <p:spPr>
          <a:xfrm>
            <a:off x="912699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7" name="Text Placeholder 13">
            <a:extLst>
              <a:ext uri="{FF2B5EF4-FFF2-40B4-BE49-F238E27FC236}">
                <a16:creationId xmlns:a16="http://schemas.microsoft.com/office/drawing/2014/main" id="{0296E7A6-1BDB-2FA8-6673-3AC8860417BB}"/>
              </a:ext>
            </a:extLst>
          </p:cNvPr>
          <p:cNvSpPr>
            <a:spLocks noGrp="1"/>
          </p:cNvSpPr>
          <p:nvPr>
            <p:ph type="body" sz="quarter" idx="153"/>
          </p:nvPr>
        </p:nvSpPr>
        <p:spPr>
          <a:xfrm>
            <a:off x="999494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8" name="Text Placeholder 13">
            <a:extLst>
              <a:ext uri="{FF2B5EF4-FFF2-40B4-BE49-F238E27FC236}">
                <a16:creationId xmlns:a16="http://schemas.microsoft.com/office/drawing/2014/main" id="{14A2F111-B4A6-F1EC-B97D-DE1E32B4E8A5}"/>
              </a:ext>
            </a:extLst>
          </p:cNvPr>
          <p:cNvSpPr>
            <a:spLocks noGrp="1"/>
          </p:cNvSpPr>
          <p:nvPr>
            <p:ph type="body" sz="quarter" idx="154"/>
          </p:nvPr>
        </p:nvSpPr>
        <p:spPr>
          <a:xfrm>
            <a:off x="825904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9" name="Text Placeholder 13">
            <a:extLst>
              <a:ext uri="{FF2B5EF4-FFF2-40B4-BE49-F238E27FC236}">
                <a16:creationId xmlns:a16="http://schemas.microsoft.com/office/drawing/2014/main" id="{FB80DC9F-288F-D297-978F-6EF2C16D0C68}"/>
              </a:ext>
            </a:extLst>
          </p:cNvPr>
          <p:cNvSpPr>
            <a:spLocks noGrp="1"/>
          </p:cNvSpPr>
          <p:nvPr>
            <p:ph type="body" sz="quarter" idx="155"/>
          </p:nvPr>
        </p:nvSpPr>
        <p:spPr>
          <a:xfrm>
            <a:off x="1086289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20" name="Text Placeholder 13">
            <a:extLst>
              <a:ext uri="{FF2B5EF4-FFF2-40B4-BE49-F238E27FC236}">
                <a16:creationId xmlns:a16="http://schemas.microsoft.com/office/drawing/2014/main" id="{4EFD44E6-1A19-BEE7-804D-256CE05EAD28}"/>
              </a:ext>
            </a:extLst>
          </p:cNvPr>
          <p:cNvSpPr>
            <a:spLocks noGrp="1"/>
          </p:cNvSpPr>
          <p:nvPr>
            <p:ph type="body" sz="quarter" idx="156"/>
          </p:nvPr>
        </p:nvSpPr>
        <p:spPr>
          <a:xfrm>
            <a:off x="1315445" y="1101458"/>
            <a:ext cx="9144"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21" name="Text Placeholder 2">
            <a:extLst>
              <a:ext uri="{FF2B5EF4-FFF2-40B4-BE49-F238E27FC236}">
                <a16:creationId xmlns:a16="http://schemas.microsoft.com/office/drawing/2014/main" id="{878A1315-EBE2-11F7-0F58-ACBCAEB0154D}"/>
              </a:ext>
            </a:extLst>
          </p:cNvPr>
          <p:cNvSpPr>
            <a:spLocks noGrp="1"/>
          </p:cNvSpPr>
          <p:nvPr>
            <p:ph type="body" sz="quarter" idx="17" hasCustomPrompt="1"/>
          </p:nvPr>
        </p:nvSpPr>
        <p:spPr>
          <a:xfrm>
            <a:off x="1355271" y="1132676"/>
            <a:ext cx="730539" cy="124474"/>
          </a:xfrm>
          <a:prstGeom prst="rect">
            <a:avLst/>
          </a:prstGeom>
        </p:spPr>
        <p:txBody>
          <a:bodyPr anchor="ctr" anchorCtr="0"/>
          <a:lstStyle>
            <a:lvl1pPr algn="ctr">
              <a:defRPr sz="1400">
                <a:solidFill>
                  <a:schemeClr val="tx1"/>
                </a:solidFill>
              </a:defRPr>
            </a:lvl1pPr>
          </a:lstStyle>
          <a:p>
            <a:pPr lvl="0"/>
            <a:r>
              <a:rPr lang="en-US"/>
              <a:t>JAN</a:t>
            </a:r>
          </a:p>
        </p:txBody>
      </p:sp>
      <p:sp>
        <p:nvSpPr>
          <p:cNvPr id="22" name="Text Placeholder 2">
            <a:extLst>
              <a:ext uri="{FF2B5EF4-FFF2-40B4-BE49-F238E27FC236}">
                <a16:creationId xmlns:a16="http://schemas.microsoft.com/office/drawing/2014/main" id="{0C8094A4-2626-034D-C121-D80DB4E468B2}"/>
              </a:ext>
            </a:extLst>
          </p:cNvPr>
          <p:cNvSpPr>
            <a:spLocks noGrp="1"/>
          </p:cNvSpPr>
          <p:nvPr>
            <p:ph type="body" sz="quarter" idx="18" hasCustomPrompt="1"/>
          </p:nvPr>
        </p:nvSpPr>
        <p:spPr>
          <a:xfrm>
            <a:off x="2226658" y="1132676"/>
            <a:ext cx="730539" cy="124474"/>
          </a:xfrm>
          <a:prstGeom prst="rect">
            <a:avLst/>
          </a:prstGeom>
        </p:spPr>
        <p:txBody>
          <a:bodyPr anchor="ctr" anchorCtr="0"/>
          <a:lstStyle>
            <a:lvl1pPr algn="ctr">
              <a:defRPr sz="1400">
                <a:solidFill>
                  <a:schemeClr val="tx1"/>
                </a:solidFill>
              </a:defRPr>
            </a:lvl1pPr>
          </a:lstStyle>
          <a:p>
            <a:pPr lvl="0"/>
            <a:r>
              <a:rPr lang="en-US"/>
              <a:t>FEB</a:t>
            </a:r>
          </a:p>
        </p:txBody>
      </p:sp>
      <p:sp>
        <p:nvSpPr>
          <p:cNvPr id="23" name="Text Placeholder 2">
            <a:extLst>
              <a:ext uri="{FF2B5EF4-FFF2-40B4-BE49-F238E27FC236}">
                <a16:creationId xmlns:a16="http://schemas.microsoft.com/office/drawing/2014/main" id="{69FF0762-64A2-0139-7517-B9F771207022}"/>
              </a:ext>
            </a:extLst>
          </p:cNvPr>
          <p:cNvSpPr>
            <a:spLocks noGrp="1"/>
          </p:cNvSpPr>
          <p:nvPr>
            <p:ph type="body" sz="quarter" idx="19" hasCustomPrompt="1"/>
          </p:nvPr>
        </p:nvSpPr>
        <p:spPr>
          <a:xfrm>
            <a:off x="3098045" y="1132676"/>
            <a:ext cx="730539" cy="124474"/>
          </a:xfrm>
          <a:prstGeom prst="rect">
            <a:avLst/>
          </a:prstGeom>
        </p:spPr>
        <p:txBody>
          <a:bodyPr anchor="ctr" anchorCtr="0"/>
          <a:lstStyle>
            <a:lvl1pPr algn="ctr">
              <a:defRPr sz="1400">
                <a:solidFill>
                  <a:schemeClr val="tx1"/>
                </a:solidFill>
              </a:defRPr>
            </a:lvl1pPr>
          </a:lstStyle>
          <a:p>
            <a:pPr lvl="0"/>
            <a:r>
              <a:rPr lang="en-US"/>
              <a:t>MAR</a:t>
            </a:r>
          </a:p>
        </p:txBody>
      </p:sp>
      <p:sp>
        <p:nvSpPr>
          <p:cNvPr id="24" name="Text Placeholder 2">
            <a:extLst>
              <a:ext uri="{FF2B5EF4-FFF2-40B4-BE49-F238E27FC236}">
                <a16:creationId xmlns:a16="http://schemas.microsoft.com/office/drawing/2014/main" id="{EDAE22CA-47FE-A006-33EE-3A30568CAD45}"/>
              </a:ext>
            </a:extLst>
          </p:cNvPr>
          <p:cNvSpPr>
            <a:spLocks noGrp="1"/>
          </p:cNvSpPr>
          <p:nvPr>
            <p:ph type="body" sz="quarter" idx="20" hasCustomPrompt="1"/>
          </p:nvPr>
        </p:nvSpPr>
        <p:spPr>
          <a:xfrm>
            <a:off x="3969432" y="1132676"/>
            <a:ext cx="730539" cy="124474"/>
          </a:xfrm>
          <a:prstGeom prst="rect">
            <a:avLst/>
          </a:prstGeom>
        </p:spPr>
        <p:txBody>
          <a:bodyPr anchor="ctr" anchorCtr="0"/>
          <a:lstStyle>
            <a:lvl1pPr algn="ctr">
              <a:defRPr sz="1400">
                <a:solidFill>
                  <a:schemeClr val="tx1"/>
                </a:solidFill>
              </a:defRPr>
            </a:lvl1pPr>
          </a:lstStyle>
          <a:p>
            <a:pPr lvl="0"/>
            <a:r>
              <a:rPr lang="en-US"/>
              <a:t>APR</a:t>
            </a:r>
          </a:p>
        </p:txBody>
      </p:sp>
      <p:sp>
        <p:nvSpPr>
          <p:cNvPr id="25" name="Text Placeholder 2">
            <a:extLst>
              <a:ext uri="{FF2B5EF4-FFF2-40B4-BE49-F238E27FC236}">
                <a16:creationId xmlns:a16="http://schemas.microsoft.com/office/drawing/2014/main" id="{68695A2C-3300-133E-42B5-1B6C47955289}"/>
              </a:ext>
            </a:extLst>
          </p:cNvPr>
          <p:cNvSpPr>
            <a:spLocks noGrp="1"/>
          </p:cNvSpPr>
          <p:nvPr>
            <p:ph type="body" sz="quarter" idx="21" hasCustomPrompt="1"/>
          </p:nvPr>
        </p:nvSpPr>
        <p:spPr>
          <a:xfrm>
            <a:off x="4840819" y="1132676"/>
            <a:ext cx="730539" cy="124474"/>
          </a:xfrm>
          <a:prstGeom prst="rect">
            <a:avLst/>
          </a:prstGeom>
        </p:spPr>
        <p:txBody>
          <a:bodyPr anchor="ctr" anchorCtr="0"/>
          <a:lstStyle>
            <a:lvl1pPr algn="ctr">
              <a:defRPr sz="1400">
                <a:solidFill>
                  <a:schemeClr val="tx1"/>
                </a:solidFill>
              </a:defRPr>
            </a:lvl1pPr>
          </a:lstStyle>
          <a:p>
            <a:pPr lvl="0"/>
            <a:r>
              <a:rPr lang="en-US"/>
              <a:t>MAY</a:t>
            </a:r>
          </a:p>
        </p:txBody>
      </p:sp>
      <p:sp>
        <p:nvSpPr>
          <p:cNvPr id="26" name="Text Placeholder 2">
            <a:extLst>
              <a:ext uri="{FF2B5EF4-FFF2-40B4-BE49-F238E27FC236}">
                <a16:creationId xmlns:a16="http://schemas.microsoft.com/office/drawing/2014/main" id="{4C5F1026-E9A7-B7EF-82E1-022813804C78}"/>
              </a:ext>
            </a:extLst>
          </p:cNvPr>
          <p:cNvSpPr>
            <a:spLocks noGrp="1"/>
          </p:cNvSpPr>
          <p:nvPr>
            <p:ph type="body" sz="quarter" idx="22" hasCustomPrompt="1"/>
          </p:nvPr>
        </p:nvSpPr>
        <p:spPr>
          <a:xfrm>
            <a:off x="5712206" y="1132676"/>
            <a:ext cx="730539" cy="124474"/>
          </a:xfrm>
          <a:prstGeom prst="rect">
            <a:avLst/>
          </a:prstGeom>
        </p:spPr>
        <p:txBody>
          <a:bodyPr anchor="ctr" anchorCtr="0"/>
          <a:lstStyle>
            <a:lvl1pPr algn="ctr">
              <a:defRPr sz="1400">
                <a:solidFill>
                  <a:schemeClr val="tx1"/>
                </a:solidFill>
              </a:defRPr>
            </a:lvl1pPr>
          </a:lstStyle>
          <a:p>
            <a:pPr lvl="0"/>
            <a:r>
              <a:rPr lang="en-US"/>
              <a:t>JUN</a:t>
            </a:r>
          </a:p>
        </p:txBody>
      </p:sp>
      <p:sp>
        <p:nvSpPr>
          <p:cNvPr id="27" name="Text Placeholder 2">
            <a:extLst>
              <a:ext uri="{FF2B5EF4-FFF2-40B4-BE49-F238E27FC236}">
                <a16:creationId xmlns:a16="http://schemas.microsoft.com/office/drawing/2014/main" id="{D4D9B6E7-E598-C8C5-739B-0C6770CAB520}"/>
              </a:ext>
            </a:extLst>
          </p:cNvPr>
          <p:cNvSpPr>
            <a:spLocks noGrp="1"/>
          </p:cNvSpPr>
          <p:nvPr>
            <p:ph type="body" sz="quarter" idx="23" hasCustomPrompt="1"/>
          </p:nvPr>
        </p:nvSpPr>
        <p:spPr>
          <a:xfrm>
            <a:off x="6583593" y="1132676"/>
            <a:ext cx="730539" cy="124474"/>
          </a:xfrm>
          <a:prstGeom prst="rect">
            <a:avLst/>
          </a:prstGeom>
        </p:spPr>
        <p:txBody>
          <a:bodyPr anchor="ctr" anchorCtr="0"/>
          <a:lstStyle>
            <a:lvl1pPr algn="ctr">
              <a:defRPr sz="1400">
                <a:solidFill>
                  <a:schemeClr val="tx1"/>
                </a:solidFill>
              </a:defRPr>
            </a:lvl1pPr>
          </a:lstStyle>
          <a:p>
            <a:pPr lvl="0"/>
            <a:r>
              <a:rPr lang="en-US"/>
              <a:t>JUL</a:t>
            </a:r>
          </a:p>
        </p:txBody>
      </p:sp>
      <p:sp>
        <p:nvSpPr>
          <p:cNvPr id="28" name="Text Placeholder 2">
            <a:extLst>
              <a:ext uri="{FF2B5EF4-FFF2-40B4-BE49-F238E27FC236}">
                <a16:creationId xmlns:a16="http://schemas.microsoft.com/office/drawing/2014/main" id="{A8353B3D-D2AA-712A-FB39-89A99DB82AFD}"/>
              </a:ext>
            </a:extLst>
          </p:cNvPr>
          <p:cNvSpPr>
            <a:spLocks noGrp="1"/>
          </p:cNvSpPr>
          <p:nvPr>
            <p:ph type="body" sz="quarter" idx="24" hasCustomPrompt="1"/>
          </p:nvPr>
        </p:nvSpPr>
        <p:spPr>
          <a:xfrm>
            <a:off x="7454980" y="1132676"/>
            <a:ext cx="730539" cy="124474"/>
          </a:xfrm>
          <a:prstGeom prst="rect">
            <a:avLst/>
          </a:prstGeom>
        </p:spPr>
        <p:txBody>
          <a:bodyPr anchor="ctr" anchorCtr="0"/>
          <a:lstStyle>
            <a:lvl1pPr algn="ctr">
              <a:defRPr sz="1400">
                <a:solidFill>
                  <a:schemeClr val="tx1"/>
                </a:solidFill>
              </a:defRPr>
            </a:lvl1pPr>
          </a:lstStyle>
          <a:p>
            <a:pPr lvl="0"/>
            <a:r>
              <a:rPr lang="en-US"/>
              <a:t>AUG</a:t>
            </a:r>
          </a:p>
        </p:txBody>
      </p:sp>
      <p:sp>
        <p:nvSpPr>
          <p:cNvPr id="29" name="Text Placeholder 2">
            <a:extLst>
              <a:ext uri="{FF2B5EF4-FFF2-40B4-BE49-F238E27FC236}">
                <a16:creationId xmlns:a16="http://schemas.microsoft.com/office/drawing/2014/main" id="{BBD69F73-4AA9-46D4-5F78-CBDB9AB7865C}"/>
              </a:ext>
            </a:extLst>
          </p:cNvPr>
          <p:cNvSpPr>
            <a:spLocks noGrp="1"/>
          </p:cNvSpPr>
          <p:nvPr>
            <p:ph type="body" sz="quarter" idx="25" hasCustomPrompt="1"/>
          </p:nvPr>
        </p:nvSpPr>
        <p:spPr>
          <a:xfrm>
            <a:off x="8326367" y="1132676"/>
            <a:ext cx="730539" cy="124474"/>
          </a:xfrm>
          <a:prstGeom prst="rect">
            <a:avLst/>
          </a:prstGeom>
        </p:spPr>
        <p:txBody>
          <a:bodyPr anchor="ctr" anchorCtr="0"/>
          <a:lstStyle>
            <a:lvl1pPr algn="ctr">
              <a:defRPr sz="1400">
                <a:solidFill>
                  <a:schemeClr val="tx1"/>
                </a:solidFill>
              </a:defRPr>
            </a:lvl1pPr>
          </a:lstStyle>
          <a:p>
            <a:pPr lvl="0"/>
            <a:r>
              <a:rPr lang="en-US"/>
              <a:t>SEP</a:t>
            </a:r>
          </a:p>
        </p:txBody>
      </p:sp>
      <p:sp>
        <p:nvSpPr>
          <p:cNvPr id="30" name="Text Placeholder 2">
            <a:extLst>
              <a:ext uri="{FF2B5EF4-FFF2-40B4-BE49-F238E27FC236}">
                <a16:creationId xmlns:a16="http://schemas.microsoft.com/office/drawing/2014/main" id="{3E1AB2FC-3A85-15A3-5B0C-EC17431F02B8}"/>
              </a:ext>
            </a:extLst>
          </p:cNvPr>
          <p:cNvSpPr>
            <a:spLocks noGrp="1"/>
          </p:cNvSpPr>
          <p:nvPr>
            <p:ph type="body" sz="quarter" idx="26" hasCustomPrompt="1"/>
          </p:nvPr>
        </p:nvSpPr>
        <p:spPr>
          <a:xfrm>
            <a:off x="9197754" y="1132676"/>
            <a:ext cx="730539" cy="124474"/>
          </a:xfrm>
          <a:prstGeom prst="rect">
            <a:avLst/>
          </a:prstGeom>
        </p:spPr>
        <p:txBody>
          <a:bodyPr anchor="ctr" anchorCtr="0"/>
          <a:lstStyle>
            <a:lvl1pPr algn="ctr">
              <a:defRPr sz="1400">
                <a:solidFill>
                  <a:schemeClr val="tx1"/>
                </a:solidFill>
              </a:defRPr>
            </a:lvl1pPr>
          </a:lstStyle>
          <a:p>
            <a:pPr lvl="0"/>
            <a:r>
              <a:rPr lang="en-US"/>
              <a:t>OCT</a:t>
            </a:r>
          </a:p>
        </p:txBody>
      </p:sp>
      <p:sp>
        <p:nvSpPr>
          <p:cNvPr id="31" name="Text Placeholder 2">
            <a:extLst>
              <a:ext uri="{FF2B5EF4-FFF2-40B4-BE49-F238E27FC236}">
                <a16:creationId xmlns:a16="http://schemas.microsoft.com/office/drawing/2014/main" id="{81F68F81-79C2-891D-658B-E82D12A63BCE}"/>
              </a:ext>
            </a:extLst>
          </p:cNvPr>
          <p:cNvSpPr>
            <a:spLocks noGrp="1"/>
          </p:cNvSpPr>
          <p:nvPr>
            <p:ph type="body" sz="quarter" idx="27" hasCustomPrompt="1"/>
          </p:nvPr>
        </p:nvSpPr>
        <p:spPr>
          <a:xfrm>
            <a:off x="10069141" y="1132676"/>
            <a:ext cx="730539" cy="124474"/>
          </a:xfrm>
          <a:prstGeom prst="rect">
            <a:avLst/>
          </a:prstGeom>
        </p:spPr>
        <p:txBody>
          <a:bodyPr anchor="ctr" anchorCtr="0"/>
          <a:lstStyle>
            <a:lvl1pPr algn="ctr">
              <a:defRPr sz="1400">
                <a:solidFill>
                  <a:schemeClr val="tx1"/>
                </a:solidFill>
              </a:defRPr>
            </a:lvl1pPr>
          </a:lstStyle>
          <a:p>
            <a:pPr lvl="0"/>
            <a:r>
              <a:rPr lang="en-US"/>
              <a:t>NOV</a:t>
            </a:r>
          </a:p>
        </p:txBody>
      </p:sp>
      <p:sp>
        <p:nvSpPr>
          <p:cNvPr id="32" name="Text Placeholder 2">
            <a:extLst>
              <a:ext uri="{FF2B5EF4-FFF2-40B4-BE49-F238E27FC236}">
                <a16:creationId xmlns:a16="http://schemas.microsoft.com/office/drawing/2014/main" id="{2618343B-382A-DFE7-217A-1D615BDC5527}"/>
              </a:ext>
            </a:extLst>
          </p:cNvPr>
          <p:cNvSpPr>
            <a:spLocks noGrp="1"/>
          </p:cNvSpPr>
          <p:nvPr>
            <p:ph type="body" sz="quarter" idx="28" hasCustomPrompt="1"/>
          </p:nvPr>
        </p:nvSpPr>
        <p:spPr>
          <a:xfrm>
            <a:off x="10940527" y="1132676"/>
            <a:ext cx="730539" cy="124474"/>
          </a:xfrm>
          <a:prstGeom prst="rect">
            <a:avLst/>
          </a:prstGeom>
        </p:spPr>
        <p:txBody>
          <a:bodyPr anchor="ctr" anchorCtr="0"/>
          <a:lstStyle>
            <a:lvl1pPr algn="ctr">
              <a:defRPr sz="1400">
                <a:solidFill>
                  <a:schemeClr val="tx1"/>
                </a:solidFill>
              </a:defRPr>
            </a:lvl1pPr>
          </a:lstStyle>
          <a:p>
            <a:pPr lvl="0"/>
            <a:r>
              <a:rPr lang="en-US"/>
              <a:t>DEC</a:t>
            </a:r>
          </a:p>
        </p:txBody>
      </p:sp>
      <p:sp>
        <p:nvSpPr>
          <p:cNvPr id="33" name="Text Placeholder 2">
            <a:extLst>
              <a:ext uri="{FF2B5EF4-FFF2-40B4-BE49-F238E27FC236}">
                <a16:creationId xmlns:a16="http://schemas.microsoft.com/office/drawing/2014/main" id="{FDA1282F-E642-B4E1-A076-BF9FCEEFAA5C}"/>
              </a:ext>
            </a:extLst>
          </p:cNvPr>
          <p:cNvSpPr>
            <a:spLocks noGrp="1"/>
          </p:cNvSpPr>
          <p:nvPr>
            <p:ph type="body" sz="quarter" idx="29" hasCustomPrompt="1"/>
          </p:nvPr>
        </p:nvSpPr>
        <p:spPr>
          <a:xfrm>
            <a:off x="492435" y="1641659"/>
            <a:ext cx="737251" cy="423117"/>
          </a:xfrm>
          <a:prstGeom prst="rect">
            <a:avLst/>
          </a:prstGeom>
        </p:spPr>
        <p:txBody>
          <a:bodyPr anchor="t" anchorCtr="0"/>
          <a:lstStyle>
            <a:lvl1pPr algn="l">
              <a:defRPr sz="1400" b="0">
                <a:solidFill>
                  <a:schemeClr val="accent1"/>
                </a:solidFill>
              </a:defRPr>
            </a:lvl1pPr>
          </a:lstStyle>
          <a:p>
            <a:pPr lvl="0"/>
            <a:r>
              <a:rPr lang="en-US"/>
              <a:t>Track 1</a:t>
            </a:r>
          </a:p>
        </p:txBody>
      </p:sp>
      <p:sp>
        <p:nvSpPr>
          <p:cNvPr id="50" name="Text Placeholder 2">
            <a:extLst>
              <a:ext uri="{FF2B5EF4-FFF2-40B4-BE49-F238E27FC236}">
                <a16:creationId xmlns:a16="http://schemas.microsoft.com/office/drawing/2014/main" id="{873DA729-5C04-060B-89F3-CD08703D3BA9}"/>
              </a:ext>
            </a:extLst>
          </p:cNvPr>
          <p:cNvSpPr>
            <a:spLocks noGrp="1"/>
          </p:cNvSpPr>
          <p:nvPr>
            <p:ph type="body" sz="quarter" idx="30" hasCustomPrompt="1"/>
          </p:nvPr>
        </p:nvSpPr>
        <p:spPr>
          <a:xfrm>
            <a:off x="492435" y="2921335"/>
            <a:ext cx="737251" cy="423117"/>
          </a:xfrm>
          <a:prstGeom prst="rect">
            <a:avLst/>
          </a:prstGeom>
        </p:spPr>
        <p:txBody>
          <a:bodyPr anchor="t" anchorCtr="0"/>
          <a:lstStyle>
            <a:lvl1pPr algn="l">
              <a:defRPr sz="1400" b="0">
                <a:solidFill>
                  <a:schemeClr val="accent2"/>
                </a:solidFill>
              </a:defRPr>
            </a:lvl1pPr>
          </a:lstStyle>
          <a:p>
            <a:pPr lvl="0"/>
            <a:r>
              <a:rPr lang="en-US"/>
              <a:t>Track 2</a:t>
            </a:r>
          </a:p>
        </p:txBody>
      </p:sp>
      <p:sp>
        <p:nvSpPr>
          <p:cNvPr id="51" name="Text Placeholder 2">
            <a:extLst>
              <a:ext uri="{FF2B5EF4-FFF2-40B4-BE49-F238E27FC236}">
                <a16:creationId xmlns:a16="http://schemas.microsoft.com/office/drawing/2014/main" id="{6ED63066-D1D8-2BAE-4EF1-75C227EA9A03}"/>
              </a:ext>
            </a:extLst>
          </p:cNvPr>
          <p:cNvSpPr>
            <a:spLocks noGrp="1"/>
          </p:cNvSpPr>
          <p:nvPr>
            <p:ph type="body" sz="quarter" idx="31" hasCustomPrompt="1"/>
          </p:nvPr>
        </p:nvSpPr>
        <p:spPr>
          <a:xfrm>
            <a:off x="492435" y="4171632"/>
            <a:ext cx="737251" cy="423117"/>
          </a:xfrm>
          <a:prstGeom prst="rect">
            <a:avLst/>
          </a:prstGeom>
        </p:spPr>
        <p:txBody>
          <a:bodyPr anchor="t" anchorCtr="0"/>
          <a:lstStyle>
            <a:lvl1pPr algn="l">
              <a:defRPr sz="1400" b="0">
                <a:solidFill>
                  <a:schemeClr val="accent4"/>
                </a:solidFill>
              </a:defRPr>
            </a:lvl1pPr>
          </a:lstStyle>
          <a:p>
            <a:pPr lvl="0"/>
            <a:r>
              <a:rPr lang="en-US"/>
              <a:t>Track 3</a:t>
            </a:r>
          </a:p>
        </p:txBody>
      </p:sp>
      <p:sp>
        <p:nvSpPr>
          <p:cNvPr id="52" name="Text Placeholder 2">
            <a:extLst>
              <a:ext uri="{FF2B5EF4-FFF2-40B4-BE49-F238E27FC236}">
                <a16:creationId xmlns:a16="http://schemas.microsoft.com/office/drawing/2014/main" id="{14771141-5394-9535-AB48-DB525EB5BCC6}"/>
              </a:ext>
            </a:extLst>
          </p:cNvPr>
          <p:cNvSpPr>
            <a:spLocks noGrp="1"/>
          </p:cNvSpPr>
          <p:nvPr>
            <p:ph type="body" sz="quarter" idx="32" hasCustomPrompt="1"/>
          </p:nvPr>
        </p:nvSpPr>
        <p:spPr>
          <a:xfrm>
            <a:off x="492434" y="5129863"/>
            <a:ext cx="737251" cy="423117"/>
          </a:xfrm>
          <a:prstGeom prst="rect">
            <a:avLst/>
          </a:prstGeom>
        </p:spPr>
        <p:txBody>
          <a:bodyPr anchor="t" anchorCtr="0"/>
          <a:lstStyle>
            <a:lvl1pPr algn="l">
              <a:defRPr sz="1400" b="0">
                <a:solidFill>
                  <a:schemeClr val="accent3"/>
                </a:solidFill>
              </a:defRPr>
            </a:lvl1pPr>
          </a:lstStyle>
          <a:p>
            <a:pPr lvl="0"/>
            <a:r>
              <a:rPr lang="en-US"/>
              <a:t>Track 4</a:t>
            </a:r>
          </a:p>
        </p:txBody>
      </p:sp>
      <p:sp>
        <p:nvSpPr>
          <p:cNvPr id="53" name="Text Placeholder 13">
            <a:extLst>
              <a:ext uri="{FF2B5EF4-FFF2-40B4-BE49-F238E27FC236}">
                <a16:creationId xmlns:a16="http://schemas.microsoft.com/office/drawing/2014/main" id="{65FF2FB3-790A-37BB-A638-AACE26A30071}"/>
              </a:ext>
            </a:extLst>
          </p:cNvPr>
          <p:cNvSpPr>
            <a:spLocks noGrp="1"/>
          </p:cNvSpPr>
          <p:nvPr>
            <p:ph type="body" sz="quarter" idx="129"/>
          </p:nvPr>
        </p:nvSpPr>
        <p:spPr>
          <a:xfrm rot="16200000">
            <a:off x="6111423" y="-2937738"/>
            <a:ext cx="9144" cy="1124712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55" name="Text Placeholder 13">
            <a:extLst>
              <a:ext uri="{FF2B5EF4-FFF2-40B4-BE49-F238E27FC236}">
                <a16:creationId xmlns:a16="http://schemas.microsoft.com/office/drawing/2014/main" id="{B6670C54-6ECF-FC14-10D9-A6DDB7CFB611}"/>
              </a:ext>
            </a:extLst>
          </p:cNvPr>
          <p:cNvSpPr>
            <a:spLocks noGrp="1"/>
          </p:cNvSpPr>
          <p:nvPr>
            <p:ph type="body" sz="quarter" idx="131"/>
          </p:nvPr>
        </p:nvSpPr>
        <p:spPr>
          <a:xfrm rot="16200000">
            <a:off x="6111423" y="-1679456"/>
            <a:ext cx="9144" cy="1124712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56" name="Text Placeholder 13">
            <a:extLst>
              <a:ext uri="{FF2B5EF4-FFF2-40B4-BE49-F238E27FC236}">
                <a16:creationId xmlns:a16="http://schemas.microsoft.com/office/drawing/2014/main" id="{D66BC7B3-6ADC-11A4-AFC0-A762A4550E03}"/>
              </a:ext>
            </a:extLst>
          </p:cNvPr>
          <p:cNvSpPr>
            <a:spLocks noGrp="1"/>
          </p:cNvSpPr>
          <p:nvPr>
            <p:ph type="body" sz="quarter" idx="132"/>
          </p:nvPr>
        </p:nvSpPr>
        <p:spPr>
          <a:xfrm rot="16200000">
            <a:off x="6111423" y="-728090"/>
            <a:ext cx="9144" cy="1124712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57" name="Text Placeholder 12">
            <a:extLst>
              <a:ext uri="{FF2B5EF4-FFF2-40B4-BE49-F238E27FC236}">
                <a16:creationId xmlns:a16="http://schemas.microsoft.com/office/drawing/2014/main" id="{7DF21B12-8775-7CD6-F4CC-D5DE2A18C5E1}"/>
              </a:ext>
            </a:extLst>
          </p:cNvPr>
          <p:cNvSpPr>
            <a:spLocks noGrp="1"/>
          </p:cNvSpPr>
          <p:nvPr>
            <p:ph type="body" sz="quarter" idx="133"/>
          </p:nvPr>
        </p:nvSpPr>
        <p:spPr>
          <a:xfrm>
            <a:off x="1355270" y="1605880"/>
            <a:ext cx="4297680" cy="239387"/>
          </a:xfrm>
          <a:prstGeom prst="roundRect">
            <a:avLst>
              <a:gd name="adj" fmla="val 50000"/>
            </a:avLst>
          </a:prstGeom>
          <a:solidFill>
            <a:schemeClr val="bg1"/>
          </a:solidFill>
          <a:ln w="31750">
            <a:solidFill>
              <a:schemeClr val="accent1"/>
            </a:solidFill>
          </a:ln>
        </p:spPr>
        <p:txBody>
          <a:bodyPr lIns="91440" anchor="ctr" anchorCtr="0"/>
          <a:lstStyle>
            <a:lvl1pPr>
              <a:defRPr sz="1000">
                <a:solidFill>
                  <a:schemeClr val="accent1"/>
                </a:solidFill>
              </a:defRPr>
            </a:lvl1pPr>
          </a:lstStyle>
          <a:p>
            <a:pPr lvl="0"/>
            <a:r>
              <a:rPr lang="en-US"/>
              <a:t>Click to edit Master text styles</a:t>
            </a:r>
          </a:p>
        </p:txBody>
      </p:sp>
      <p:sp>
        <p:nvSpPr>
          <p:cNvPr id="58" name="Text Placeholder 12">
            <a:extLst>
              <a:ext uri="{FF2B5EF4-FFF2-40B4-BE49-F238E27FC236}">
                <a16:creationId xmlns:a16="http://schemas.microsoft.com/office/drawing/2014/main" id="{4E191A4B-C945-B017-87B2-8B7814BF4444}"/>
              </a:ext>
            </a:extLst>
          </p:cNvPr>
          <p:cNvSpPr>
            <a:spLocks noGrp="1"/>
          </p:cNvSpPr>
          <p:nvPr>
            <p:ph type="body" sz="quarter" idx="134"/>
          </p:nvPr>
        </p:nvSpPr>
        <p:spPr>
          <a:xfrm>
            <a:off x="2159147" y="1907768"/>
            <a:ext cx="4389120" cy="239387"/>
          </a:xfrm>
          <a:prstGeom prst="roundRect">
            <a:avLst>
              <a:gd name="adj" fmla="val 50000"/>
            </a:avLst>
          </a:prstGeom>
          <a:solidFill>
            <a:schemeClr val="bg1"/>
          </a:solidFill>
          <a:ln w="31750">
            <a:solidFill>
              <a:schemeClr val="accent1"/>
            </a:solidFill>
          </a:ln>
        </p:spPr>
        <p:txBody>
          <a:bodyPr lIns="91440" anchor="ctr" anchorCtr="0"/>
          <a:lstStyle>
            <a:lvl1pPr>
              <a:defRPr sz="1000">
                <a:solidFill>
                  <a:schemeClr val="accent1"/>
                </a:solidFill>
              </a:defRPr>
            </a:lvl1pPr>
          </a:lstStyle>
          <a:p>
            <a:pPr lvl="0"/>
            <a:r>
              <a:rPr lang="en-US"/>
              <a:t>Click to edit Master text styles</a:t>
            </a:r>
          </a:p>
        </p:txBody>
      </p:sp>
      <p:sp>
        <p:nvSpPr>
          <p:cNvPr id="59" name="Text Placeholder 12">
            <a:extLst>
              <a:ext uri="{FF2B5EF4-FFF2-40B4-BE49-F238E27FC236}">
                <a16:creationId xmlns:a16="http://schemas.microsoft.com/office/drawing/2014/main" id="{2C6E55FD-E9AF-06A8-DF2F-4C24F96DF607}"/>
              </a:ext>
            </a:extLst>
          </p:cNvPr>
          <p:cNvSpPr>
            <a:spLocks noGrp="1"/>
          </p:cNvSpPr>
          <p:nvPr>
            <p:ph type="body" sz="quarter" idx="135"/>
          </p:nvPr>
        </p:nvSpPr>
        <p:spPr>
          <a:xfrm>
            <a:off x="2159148" y="2214656"/>
            <a:ext cx="2651760" cy="239387"/>
          </a:xfrm>
          <a:prstGeom prst="roundRect">
            <a:avLst>
              <a:gd name="adj" fmla="val 50000"/>
            </a:avLst>
          </a:prstGeom>
          <a:solidFill>
            <a:schemeClr val="bg1"/>
          </a:solidFill>
          <a:ln w="31750">
            <a:solidFill>
              <a:schemeClr val="accent1"/>
            </a:solidFill>
          </a:ln>
        </p:spPr>
        <p:txBody>
          <a:bodyPr lIns="91440" anchor="ctr" anchorCtr="0"/>
          <a:lstStyle>
            <a:lvl1pPr>
              <a:defRPr sz="1000">
                <a:solidFill>
                  <a:schemeClr val="accent1"/>
                </a:solidFill>
              </a:defRPr>
            </a:lvl1pPr>
          </a:lstStyle>
          <a:p>
            <a:pPr lvl="0"/>
            <a:r>
              <a:rPr lang="en-US"/>
              <a:t>Click to edit Master text styles</a:t>
            </a:r>
          </a:p>
        </p:txBody>
      </p:sp>
      <p:sp>
        <p:nvSpPr>
          <p:cNvPr id="60" name="Text Placeholder 12">
            <a:extLst>
              <a:ext uri="{FF2B5EF4-FFF2-40B4-BE49-F238E27FC236}">
                <a16:creationId xmlns:a16="http://schemas.microsoft.com/office/drawing/2014/main" id="{70C7A1D2-4A70-64A7-C0B9-212E4FFDD438}"/>
              </a:ext>
            </a:extLst>
          </p:cNvPr>
          <p:cNvSpPr>
            <a:spLocks noGrp="1"/>
          </p:cNvSpPr>
          <p:nvPr>
            <p:ph type="body" sz="quarter" idx="137"/>
          </p:nvPr>
        </p:nvSpPr>
        <p:spPr>
          <a:xfrm>
            <a:off x="3766905" y="2883486"/>
            <a:ext cx="3657600" cy="239387"/>
          </a:xfrm>
          <a:prstGeom prst="roundRect">
            <a:avLst>
              <a:gd name="adj" fmla="val 50000"/>
            </a:avLst>
          </a:prstGeom>
          <a:solidFill>
            <a:schemeClr val="bg1"/>
          </a:solidFill>
          <a:ln w="31750">
            <a:solidFill>
              <a:schemeClr val="accent2"/>
            </a:solidFill>
          </a:ln>
        </p:spPr>
        <p:txBody>
          <a:bodyPr vert="horz" lIns="91440" tIns="0" rIns="0" bIns="0" rtlCol="0" anchor="ctr" anchorCtr="0">
            <a:noAutofit/>
          </a:bodyPr>
          <a:lstStyle>
            <a:lvl1pPr>
              <a:defRPr lang="en-US" sz="1000">
                <a:solidFill>
                  <a:schemeClr val="accent1"/>
                </a:solidFill>
              </a:defRPr>
            </a:lvl1pPr>
          </a:lstStyle>
          <a:p>
            <a:pPr lvl="0"/>
            <a:r>
              <a:rPr lang="en-US"/>
              <a:t>Click to edit Master text styles</a:t>
            </a:r>
          </a:p>
        </p:txBody>
      </p:sp>
      <p:sp>
        <p:nvSpPr>
          <p:cNvPr id="61" name="Text Placeholder 12">
            <a:extLst>
              <a:ext uri="{FF2B5EF4-FFF2-40B4-BE49-F238E27FC236}">
                <a16:creationId xmlns:a16="http://schemas.microsoft.com/office/drawing/2014/main" id="{81B2EF28-02CE-062C-7290-14D8AA30F532}"/>
              </a:ext>
            </a:extLst>
          </p:cNvPr>
          <p:cNvSpPr>
            <a:spLocks noGrp="1"/>
          </p:cNvSpPr>
          <p:nvPr>
            <p:ph type="body" sz="quarter" idx="138"/>
          </p:nvPr>
        </p:nvSpPr>
        <p:spPr>
          <a:xfrm>
            <a:off x="4570783" y="3190808"/>
            <a:ext cx="3657600" cy="239387"/>
          </a:xfrm>
          <a:prstGeom prst="roundRect">
            <a:avLst>
              <a:gd name="adj" fmla="val 50000"/>
            </a:avLst>
          </a:prstGeom>
          <a:solidFill>
            <a:schemeClr val="bg1"/>
          </a:solidFill>
          <a:ln w="31750">
            <a:solidFill>
              <a:schemeClr val="accent2"/>
            </a:solidFill>
          </a:ln>
        </p:spPr>
        <p:txBody>
          <a:bodyPr vert="horz" lIns="91440" tIns="0" rIns="0" bIns="0" rtlCol="0" anchor="ctr" anchorCtr="0">
            <a:noAutofit/>
          </a:bodyPr>
          <a:lstStyle>
            <a:lvl1pPr>
              <a:defRPr lang="en-US" sz="1000">
                <a:solidFill>
                  <a:schemeClr val="accent1"/>
                </a:solidFill>
              </a:defRPr>
            </a:lvl1pPr>
          </a:lstStyle>
          <a:p>
            <a:pPr lvl="0"/>
            <a:r>
              <a:rPr lang="en-US"/>
              <a:t>Click to edit Master text styles</a:t>
            </a:r>
          </a:p>
        </p:txBody>
      </p:sp>
      <p:sp>
        <p:nvSpPr>
          <p:cNvPr id="62" name="Text Placeholder 12">
            <a:extLst>
              <a:ext uri="{FF2B5EF4-FFF2-40B4-BE49-F238E27FC236}">
                <a16:creationId xmlns:a16="http://schemas.microsoft.com/office/drawing/2014/main" id="{6CEFFF38-7437-EDAD-A964-7D556F52CB4F}"/>
              </a:ext>
            </a:extLst>
          </p:cNvPr>
          <p:cNvSpPr>
            <a:spLocks noGrp="1"/>
          </p:cNvSpPr>
          <p:nvPr>
            <p:ph type="body" sz="quarter" idx="139"/>
          </p:nvPr>
        </p:nvSpPr>
        <p:spPr>
          <a:xfrm>
            <a:off x="5412825" y="3498130"/>
            <a:ext cx="2011680" cy="239387"/>
          </a:xfrm>
          <a:prstGeom prst="roundRect">
            <a:avLst>
              <a:gd name="adj" fmla="val 50000"/>
            </a:avLst>
          </a:prstGeom>
          <a:solidFill>
            <a:schemeClr val="bg1"/>
          </a:solidFill>
          <a:ln w="31750">
            <a:solidFill>
              <a:schemeClr val="accent2"/>
            </a:solidFill>
          </a:ln>
        </p:spPr>
        <p:txBody>
          <a:bodyPr vert="horz" lIns="91440" tIns="0" rIns="0" bIns="0" rtlCol="0" anchor="ctr" anchorCtr="0">
            <a:noAutofit/>
          </a:bodyPr>
          <a:lstStyle>
            <a:lvl1pPr>
              <a:defRPr lang="en-US" sz="1000" dirty="0">
                <a:solidFill>
                  <a:schemeClr val="accent1"/>
                </a:solidFill>
              </a:defRPr>
            </a:lvl1pPr>
          </a:lstStyle>
          <a:p>
            <a:pPr lvl="0"/>
            <a:r>
              <a:rPr lang="en-US"/>
              <a:t>Click to edit Master text styles</a:t>
            </a:r>
          </a:p>
        </p:txBody>
      </p:sp>
      <p:sp>
        <p:nvSpPr>
          <p:cNvPr id="63" name="Text Placeholder 12">
            <a:extLst>
              <a:ext uri="{FF2B5EF4-FFF2-40B4-BE49-F238E27FC236}">
                <a16:creationId xmlns:a16="http://schemas.microsoft.com/office/drawing/2014/main" id="{3F7EC020-C469-70E4-8AF8-7B3AA7144128}"/>
              </a:ext>
            </a:extLst>
          </p:cNvPr>
          <p:cNvSpPr>
            <a:spLocks noGrp="1"/>
          </p:cNvSpPr>
          <p:nvPr>
            <p:ph type="body" sz="quarter" idx="140"/>
          </p:nvPr>
        </p:nvSpPr>
        <p:spPr>
          <a:xfrm>
            <a:off x="7424504" y="4133783"/>
            <a:ext cx="2560320" cy="239387"/>
          </a:xfrm>
          <a:prstGeom prst="roundRect">
            <a:avLst>
              <a:gd name="adj" fmla="val 50000"/>
            </a:avLst>
          </a:prstGeom>
          <a:solidFill>
            <a:schemeClr val="bg1"/>
          </a:solidFill>
          <a:ln w="31750">
            <a:solidFill>
              <a:schemeClr val="accent4"/>
            </a:solidFill>
          </a:ln>
        </p:spPr>
        <p:txBody>
          <a:bodyPr vert="horz" lIns="91440" tIns="0" rIns="0" bIns="0" rtlCol="0" anchor="ctr" anchorCtr="0">
            <a:noAutofit/>
          </a:bodyPr>
          <a:lstStyle>
            <a:lvl1pPr>
              <a:defRPr lang="en-US" sz="1000" dirty="0">
                <a:solidFill>
                  <a:schemeClr val="accent1"/>
                </a:solidFill>
              </a:defRPr>
            </a:lvl1pPr>
          </a:lstStyle>
          <a:p>
            <a:pPr lvl="0"/>
            <a:r>
              <a:rPr lang="en-US"/>
              <a:t>Click to edit Master text styles</a:t>
            </a:r>
          </a:p>
        </p:txBody>
      </p:sp>
      <p:sp>
        <p:nvSpPr>
          <p:cNvPr id="64" name="Text Placeholder 12">
            <a:extLst>
              <a:ext uri="{FF2B5EF4-FFF2-40B4-BE49-F238E27FC236}">
                <a16:creationId xmlns:a16="http://schemas.microsoft.com/office/drawing/2014/main" id="{0402CE09-16D7-ED05-3EAE-49191CE93494}"/>
              </a:ext>
            </a:extLst>
          </p:cNvPr>
          <p:cNvSpPr>
            <a:spLocks noGrp="1"/>
          </p:cNvSpPr>
          <p:nvPr>
            <p:ph type="body" sz="quarter" idx="141"/>
          </p:nvPr>
        </p:nvSpPr>
        <p:spPr>
          <a:xfrm>
            <a:off x="7424504" y="4441105"/>
            <a:ext cx="3429000" cy="239387"/>
          </a:xfrm>
          <a:prstGeom prst="roundRect">
            <a:avLst>
              <a:gd name="adj" fmla="val 50000"/>
            </a:avLst>
          </a:prstGeom>
          <a:solidFill>
            <a:schemeClr val="bg1"/>
          </a:solidFill>
          <a:ln w="31750">
            <a:solidFill>
              <a:schemeClr val="accent4"/>
            </a:solidFill>
          </a:ln>
        </p:spPr>
        <p:txBody>
          <a:bodyPr vert="horz" lIns="91440" tIns="0" rIns="0" bIns="0" rtlCol="0" anchor="ctr" anchorCtr="0">
            <a:noAutofit/>
          </a:bodyPr>
          <a:lstStyle>
            <a:lvl1pPr>
              <a:defRPr lang="en-US" sz="1000">
                <a:solidFill>
                  <a:schemeClr val="accent1"/>
                </a:solidFill>
              </a:defRPr>
            </a:lvl1pPr>
          </a:lstStyle>
          <a:p>
            <a:pPr lvl="0"/>
            <a:r>
              <a:rPr lang="en-US"/>
              <a:t>Click to edit Master text styles</a:t>
            </a:r>
          </a:p>
        </p:txBody>
      </p:sp>
      <p:sp>
        <p:nvSpPr>
          <p:cNvPr id="65" name="Text Placeholder 12">
            <a:extLst>
              <a:ext uri="{FF2B5EF4-FFF2-40B4-BE49-F238E27FC236}">
                <a16:creationId xmlns:a16="http://schemas.microsoft.com/office/drawing/2014/main" id="{BA387FC2-4F9B-F289-70C3-3D60FCBD09A6}"/>
              </a:ext>
            </a:extLst>
          </p:cNvPr>
          <p:cNvSpPr>
            <a:spLocks noGrp="1"/>
          </p:cNvSpPr>
          <p:nvPr>
            <p:ph type="body" sz="quarter" idx="143"/>
          </p:nvPr>
        </p:nvSpPr>
        <p:spPr>
          <a:xfrm>
            <a:off x="8597378" y="5091424"/>
            <a:ext cx="3142178" cy="239387"/>
          </a:xfrm>
          <a:prstGeom prst="roundRect">
            <a:avLst>
              <a:gd name="adj" fmla="val 50000"/>
            </a:avLst>
          </a:prstGeom>
          <a:solidFill>
            <a:schemeClr val="bg1"/>
          </a:solidFill>
          <a:ln w="31750">
            <a:solidFill>
              <a:srgbClr val="13AE78"/>
            </a:solidFill>
          </a:ln>
        </p:spPr>
        <p:txBody>
          <a:bodyPr vert="horz" lIns="91440" tIns="0" rIns="0" bIns="0" rtlCol="0" anchor="ctr" anchorCtr="0">
            <a:noAutofit/>
          </a:bodyPr>
          <a:lstStyle>
            <a:lvl1pPr>
              <a:defRPr lang="en-US" sz="1000" dirty="0">
                <a:solidFill>
                  <a:schemeClr val="accent1"/>
                </a:solidFill>
              </a:defRPr>
            </a:lvl1pPr>
          </a:lstStyle>
          <a:p>
            <a:pPr lvl="0"/>
            <a:r>
              <a:rPr lang="en-US"/>
              <a:t>Click to edit Master text styles</a:t>
            </a:r>
          </a:p>
        </p:txBody>
      </p:sp>
      <p:sp>
        <p:nvSpPr>
          <p:cNvPr id="66" name="Text Placeholder 12">
            <a:extLst>
              <a:ext uri="{FF2B5EF4-FFF2-40B4-BE49-F238E27FC236}">
                <a16:creationId xmlns:a16="http://schemas.microsoft.com/office/drawing/2014/main" id="{58BFE5BD-E343-F19A-7077-4794D308F7B1}"/>
              </a:ext>
            </a:extLst>
          </p:cNvPr>
          <p:cNvSpPr>
            <a:spLocks noGrp="1"/>
          </p:cNvSpPr>
          <p:nvPr>
            <p:ph type="body" sz="quarter" idx="144"/>
          </p:nvPr>
        </p:nvSpPr>
        <p:spPr>
          <a:xfrm>
            <a:off x="9401254" y="5398746"/>
            <a:ext cx="2338301" cy="239387"/>
          </a:xfrm>
          <a:prstGeom prst="roundRect">
            <a:avLst>
              <a:gd name="adj" fmla="val 50000"/>
            </a:avLst>
          </a:prstGeom>
          <a:solidFill>
            <a:schemeClr val="bg1"/>
          </a:solidFill>
          <a:ln w="31750">
            <a:solidFill>
              <a:srgbClr val="13AE78"/>
            </a:solidFill>
          </a:ln>
        </p:spPr>
        <p:txBody>
          <a:bodyPr vert="horz" lIns="91440" tIns="0" rIns="0" bIns="0" rtlCol="0" anchor="ctr" anchorCtr="0">
            <a:noAutofit/>
          </a:bodyPr>
          <a:lstStyle>
            <a:lvl1pPr>
              <a:defRPr lang="en-US" sz="1000" dirty="0">
                <a:solidFill>
                  <a:schemeClr val="accent1"/>
                </a:solidFill>
              </a:defRPr>
            </a:lvl1pPr>
          </a:lstStyle>
          <a:p>
            <a:pPr lvl="0"/>
            <a:r>
              <a:rPr lang="en-US"/>
              <a:t>Click to edit Master text styles</a:t>
            </a:r>
          </a:p>
        </p:txBody>
      </p:sp>
      <p:sp>
        <p:nvSpPr>
          <p:cNvPr id="35" name="Date Placeholder 34">
            <a:extLst>
              <a:ext uri="{FF2B5EF4-FFF2-40B4-BE49-F238E27FC236}">
                <a16:creationId xmlns:a16="http://schemas.microsoft.com/office/drawing/2014/main" id="{B9100BBE-DC06-8944-699E-88505E2A7FAD}"/>
              </a:ext>
            </a:extLst>
          </p:cNvPr>
          <p:cNvSpPr>
            <a:spLocks noGrp="1"/>
          </p:cNvSpPr>
          <p:nvPr>
            <p:ph type="dt" sz="half" idx="157"/>
          </p:nvPr>
        </p:nvSpPr>
        <p:spPr/>
        <p:txBody>
          <a:bodyPr/>
          <a:lstStyle/>
          <a:p>
            <a:fld id="{A85F27C4-958D-1F45-818C-86C23BE86441}" type="datetime1">
              <a:rPr lang="en-US" smtClean="0"/>
              <a:t>3/19/2026</a:t>
            </a:fld>
            <a:endParaRPr lang="en-US"/>
          </a:p>
        </p:txBody>
      </p:sp>
      <p:sp>
        <p:nvSpPr>
          <p:cNvPr id="36" name="Footer Placeholder 35">
            <a:extLst>
              <a:ext uri="{FF2B5EF4-FFF2-40B4-BE49-F238E27FC236}">
                <a16:creationId xmlns:a16="http://schemas.microsoft.com/office/drawing/2014/main" id="{44D3CEDE-CD55-543E-5C9E-F8D516BCF1B9}"/>
              </a:ext>
            </a:extLst>
          </p:cNvPr>
          <p:cNvSpPr>
            <a:spLocks noGrp="1"/>
          </p:cNvSpPr>
          <p:nvPr>
            <p:ph type="ftr" sz="quarter" idx="158"/>
          </p:nvPr>
        </p:nvSpPr>
        <p:spPr/>
        <p:txBody>
          <a:bodyPr/>
          <a:lstStyle/>
          <a:p>
            <a:endParaRPr lang="en-US"/>
          </a:p>
        </p:txBody>
      </p:sp>
      <p:sp>
        <p:nvSpPr>
          <p:cNvPr id="37" name="Slide Number Placeholder 36">
            <a:extLst>
              <a:ext uri="{FF2B5EF4-FFF2-40B4-BE49-F238E27FC236}">
                <a16:creationId xmlns:a16="http://schemas.microsoft.com/office/drawing/2014/main" id="{942E7C18-6D6E-27BF-FA05-FA6DFB599544}"/>
              </a:ext>
            </a:extLst>
          </p:cNvPr>
          <p:cNvSpPr>
            <a:spLocks noGrp="1"/>
          </p:cNvSpPr>
          <p:nvPr>
            <p:ph type="sldNum" sz="quarter" idx="159"/>
          </p:nvPr>
        </p:nvSpPr>
        <p:spPr/>
        <p:txBody>
          <a:bodyPr/>
          <a:lstStyle/>
          <a:p>
            <a:fld id="{A82C3BC0-3EBF-3C4C-A3D8-795624EBC6AA}" type="slidenum">
              <a:rPr lang="en-US" smtClean="0"/>
              <a:pPr/>
              <a:t>‹#›</a:t>
            </a:fld>
            <a:endParaRPr lang="en-US"/>
          </a:p>
        </p:txBody>
      </p:sp>
      <p:sp>
        <p:nvSpPr>
          <p:cNvPr id="38" name="Text Placeholder 13">
            <a:extLst>
              <a:ext uri="{FF2B5EF4-FFF2-40B4-BE49-F238E27FC236}">
                <a16:creationId xmlns:a16="http://schemas.microsoft.com/office/drawing/2014/main" id="{89A01E19-EC00-6C1E-65B7-AAA3ED9352D7}"/>
              </a:ext>
            </a:extLst>
          </p:cNvPr>
          <p:cNvSpPr>
            <a:spLocks noGrp="1"/>
          </p:cNvSpPr>
          <p:nvPr>
            <p:ph type="body" sz="quarter" idx="130"/>
          </p:nvPr>
        </p:nvSpPr>
        <p:spPr>
          <a:xfrm rot="16200000">
            <a:off x="6102279" y="-4221944"/>
            <a:ext cx="27432" cy="11247120"/>
          </a:xfrm>
          <a:prstGeom prst="rect">
            <a:avLst/>
          </a:prstGeom>
          <a:gradFill flip="none" rotWithShape="1">
            <a:gsLst>
              <a:gs pos="0">
                <a:schemeClr val="accent3"/>
              </a:gs>
              <a:gs pos="99000">
                <a:schemeClr val="accent2"/>
              </a:gs>
            </a:gsLst>
            <a:lin ang="5400000" scaled="0"/>
            <a:tileRect/>
          </a:gra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grpSp>
        <p:nvGrpSpPr>
          <p:cNvPr id="5" name="Group 4">
            <a:extLst>
              <a:ext uri="{FF2B5EF4-FFF2-40B4-BE49-F238E27FC236}">
                <a16:creationId xmlns:a16="http://schemas.microsoft.com/office/drawing/2014/main" id="{E78AE918-596B-DBFB-2F70-5FEB6B506405}"/>
              </a:ext>
            </a:extLst>
          </p:cNvPr>
          <p:cNvGrpSpPr/>
          <p:nvPr userDrawn="1"/>
        </p:nvGrpSpPr>
        <p:grpSpPr>
          <a:xfrm>
            <a:off x="10615642" y="6334107"/>
            <a:ext cx="1079469" cy="225489"/>
            <a:chOff x="10615642" y="6334107"/>
            <a:chExt cx="1079469" cy="225489"/>
          </a:xfrm>
        </p:grpSpPr>
        <p:sp>
          <p:nvSpPr>
            <p:cNvPr id="7" name="Freeform 6">
              <a:extLst>
                <a:ext uri="{FF2B5EF4-FFF2-40B4-BE49-F238E27FC236}">
                  <a16:creationId xmlns:a16="http://schemas.microsoft.com/office/drawing/2014/main" id="{D89813AA-0FDB-0995-ED11-F0ACD4F08DE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6AE6514-5648-B1D1-79FD-9D85A1BAADA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874CF79-4CD5-D31B-0E0F-1EEDC2F1900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460C9E7-354A-C096-7EE5-77E198EF8E6F}"/>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E2AC20D2-0C93-03A4-2900-15B48C05534B}"/>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EADC691A-FD3C-F02C-28CB-5DCE61737C8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BFF66AF6-85C6-DB89-7E9A-C0D6589DDCF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B93CB230-C219-4D65-C649-3E95DAB503B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16BFAF40-D2BB-416F-A8C1-9FE369955836}"/>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A90E9A3C-348A-B02D-7E45-8780361AFAB4}"/>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152375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enefits Long Whi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4773613" cy="328304"/>
          </a:xfrm>
        </p:spPr>
        <p:txBody>
          <a:bodyPr/>
          <a:lstStyle/>
          <a:p>
            <a:r>
              <a:rPr lang="en-US"/>
              <a:t>Benefits Long White</a:t>
            </a:r>
          </a:p>
        </p:txBody>
      </p:sp>
      <p:sp>
        <p:nvSpPr>
          <p:cNvPr id="2" name="Picture Placeholder 9">
            <a:extLst>
              <a:ext uri="{FF2B5EF4-FFF2-40B4-BE49-F238E27FC236}">
                <a16:creationId xmlns:a16="http://schemas.microsoft.com/office/drawing/2014/main" id="{EFE99013-8E86-CB25-CE85-0697E361C7CC}"/>
              </a:ext>
            </a:extLst>
          </p:cNvPr>
          <p:cNvSpPr>
            <a:spLocks noGrp="1"/>
          </p:cNvSpPr>
          <p:nvPr>
            <p:ph type="pic" sz="quarter" idx="13" hasCustomPrompt="1"/>
          </p:nvPr>
        </p:nvSpPr>
        <p:spPr>
          <a:xfrm>
            <a:off x="5783715" y="488950"/>
            <a:ext cx="5891563" cy="5377460"/>
          </a:xfrm>
          <a:prstGeom prst="rect">
            <a:avLst/>
          </a:prstGeom>
        </p:spPr>
        <p:txBody>
          <a:bodyPr bIns="914400" anchor="ctr" anchorCtr="0"/>
          <a:lstStyle>
            <a:lvl1pPr algn="ctr">
              <a:defRPr sz="2000"/>
            </a:lvl1pPr>
          </a:lstStyle>
          <a:p>
            <a:r>
              <a:rPr lang="en-US"/>
              <a:t>Insert product photo here</a:t>
            </a:r>
          </a:p>
        </p:txBody>
      </p:sp>
      <p:sp>
        <p:nvSpPr>
          <p:cNvPr id="18" name="Text Placeholder 17">
            <a:extLst>
              <a:ext uri="{FF2B5EF4-FFF2-40B4-BE49-F238E27FC236}">
                <a16:creationId xmlns:a16="http://schemas.microsoft.com/office/drawing/2014/main" id="{C12FDFDF-BD1B-57A0-5D07-D542F6E4BAEB}"/>
              </a:ext>
            </a:extLst>
          </p:cNvPr>
          <p:cNvSpPr>
            <a:spLocks noGrp="1"/>
          </p:cNvSpPr>
          <p:nvPr>
            <p:ph type="body" sz="quarter" idx="14"/>
          </p:nvPr>
        </p:nvSpPr>
        <p:spPr>
          <a:xfrm>
            <a:off x="496889" y="1642391"/>
            <a:ext cx="4773612" cy="4183031"/>
          </a:xfrm>
          <a:prstGeom prst="rect">
            <a:avLst/>
          </a:prstGeom>
        </p:spPr>
        <p:txBody>
          <a:bodyPr/>
          <a:lstStyle>
            <a:lvl1pPr>
              <a:defRPr sz="2000"/>
            </a:lvl1pPr>
            <a:lvl2pPr>
              <a:defRPr sz="1400"/>
            </a:lvl2pPr>
            <a:lvl3pPr>
              <a:defRPr sz="1400"/>
            </a:lvl3pPr>
          </a:lstStyle>
          <a:p>
            <a:pPr lvl="0"/>
            <a:r>
              <a:rPr lang="en-US"/>
              <a:t>Click to edit Master text styles</a:t>
            </a:r>
          </a:p>
          <a:p>
            <a:pPr lvl="1"/>
            <a:r>
              <a:rPr lang="en-US"/>
              <a:t>Second level</a:t>
            </a:r>
          </a:p>
        </p:txBody>
      </p:sp>
      <p:sp>
        <p:nvSpPr>
          <p:cNvPr id="11" name="Date Placeholder 10">
            <a:extLst>
              <a:ext uri="{FF2B5EF4-FFF2-40B4-BE49-F238E27FC236}">
                <a16:creationId xmlns:a16="http://schemas.microsoft.com/office/drawing/2014/main" id="{03DC5A99-ADAF-F3A7-93DB-2CE3B902CC7E}"/>
              </a:ext>
            </a:extLst>
          </p:cNvPr>
          <p:cNvSpPr>
            <a:spLocks noGrp="1"/>
          </p:cNvSpPr>
          <p:nvPr>
            <p:ph type="dt" sz="half" idx="15"/>
          </p:nvPr>
        </p:nvSpPr>
        <p:spPr/>
        <p:txBody>
          <a:bodyPr/>
          <a:lstStyle/>
          <a:p>
            <a:fld id="{77244085-B5FD-FD45-AFB9-42F94281BC35}" type="datetime1">
              <a:rPr lang="en-US" smtClean="0"/>
              <a:t>3/19/2026</a:t>
            </a:fld>
            <a:endParaRPr lang="en-US"/>
          </a:p>
        </p:txBody>
      </p:sp>
      <p:sp>
        <p:nvSpPr>
          <p:cNvPr id="12" name="Footer Placeholder 11">
            <a:extLst>
              <a:ext uri="{FF2B5EF4-FFF2-40B4-BE49-F238E27FC236}">
                <a16:creationId xmlns:a16="http://schemas.microsoft.com/office/drawing/2014/main" id="{0E6059D9-3FA1-49C2-4B97-2EAE1ECA9F13}"/>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744109D1-FDAB-9F22-15AA-FA07EDA27A30}"/>
              </a:ext>
            </a:extLst>
          </p:cNvPr>
          <p:cNvSpPr>
            <a:spLocks noGrp="1"/>
          </p:cNvSpPr>
          <p:nvPr>
            <p:ph type="sldNum" sz="quarter" idx="17"/>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B0EE6796-6411-B5BD-43E9-3F9647663A6A}"/>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013928B0-5BA3-DB02-FEF5-379ECC342A3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E59C0275-DE39-19EC-2011-CFED1040DB3D}"/>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84F4549-B8CD-DCE8-67FC-2F6855AEB041}"/>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687D74BB-0F60-1EE8-9D07-C31EFDF51948}"/>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D14A0F65-E325-4790-7EF0-86BBF4BDDF9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8286B2E-3E30-201D-AFDE-A6B6B395CB98}"/>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2A85CB8F-5F7D-67F3-8D5A-EF39CB557B54}"/>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665DD85-7D0F-16E1-05B1-F452D6B179EB}"/>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EB13E722-6086-A9A2-647E-3ED1FE3FB9A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6" name="Rectangle 5">
            <a:extLst>
              <a:ext uri="{FF2B5EF4-FFF2-40B4-BE49-F238E27FC236}">
                <a16:creationId xmlns:a16="http://schemas.microsoft.com/office/drawing/2014/main" id="{2FA23974-A2AD-B66F-0A07-FDE774672D18}"/>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402589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Situ A">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96653B-5B81-E2AB-D55C-9E1A8A4CB338}"/>
              </a:ext>
            </a:extLst>
          </p:cNvPr>
          <p:cNvSpPr>
            <a:spLocks noGrp="1"/>
          </p:cNvSpPr>
          <p:nvPr>
            <p:ph type="pic" sz="quarter" idx="18" hasCustomPrompt="1"/>
          </p:nvPr>
        </p:nvSpPr>
        <p:spPr>
          <a:xfrm>
            <a:off x="638042" y="1187777"/>
            <a:ext cx="7685825" cy="4956710"/>
          </a:xfrm>
          <a:prstGeom prst="rect">
            <a:avLst/>
          </a:prstGeom>
          <a:solidFill>
            <a:schemeClr val="bg1">
              <a:lumMod val="95000"/>
            </a:schemeClr>
          </a:solidFill>
          <a:ln>
            <a:noFill/>
          </a:ln>
          <a:scene3d>
            <a:camera prst="orthographicFront"/>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1280160" numCol="1" spcCol="0" rtlCol="0" fromWordArt="0" anchor="ctr" anchorCtr="1" forceAA="0" compatLnSpc="1">
            <a:prstTxWarp prst="textNoShape">
              <a:avLst/>
            </a:prstTxWarp>
            <a:noAutofit/>
          </a:bodyPr>
          <a:lstStyle>
            <a:lvl1pPr>
              <a:defRPr lang="en-US" sz="2000" b="0" i="0">
                <a:solidFill>
                  <a:schemeClr val="tx1"/>
                </a:solidFill>
                <a:latin typeface="Spectrum Sans" panose="020B0502020503020304" pitchFamily="34" charset="0"/>
              </a:defRPr>
            </a:lvl1pPr>
          </a:lstStyle>
          <a:p>
            <a:pPr lvl="0" algn="ctr">
              <a:spcBef>
                <a:spcPts val="900"/>
              </a:spcBef>
            </a:pPr>
            <a:r>
              <a:rPr lang="en-US"/>
              <a:t>Drag and drop photo here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76952" cy="328304"/>
          </a:xfrm>
        </p:spPr>
        <p:txBody>
          <a:bodyPr/>
          <a:lstStyle/>
          <a:p>
            <a:r>
              <a:rPr lang="en-US"/>
              <a:t>In-Situ White A</a:t>
            </a:r>
          </a:p>
        </p:txBody>
      </p:sp>
      <p:sp>
        <p:nvSpPr>
          <p:cNvPr id="6" name="Text Placeholder 8">
            <a:extLst>
              <a:ext uri="{FF2B5EF4-FFF2-40B4-BE49-F238E27FC236}">
                <a16:creationId xmlns:a16="http://schemas.microsoft.com/office/drawing/2014/main" id="{60C5F9C0-65CC-C855-59EF-008E4190BFB7}"/>
              </a:ext>
            </a:extLst>
          </p:cNvPr>
          <p:cNvSpPr>
            <a:spLocks noGrp="1"/>
          </p:cNvSpPr>
          <p:nvPr>
            <p:ph type="body" sz="quarter" idx="20"/>
          </p:nvPr>
        </p:nvSpPr>
        <p:spPr>
          <a:xfrm>
            <a:off x="8879979" y="5474156"/>
            <a:ext cx="2005011" cy="215444"/>
          </a:xfrm>
          <a:prstGeom prst="rect">
            <a:avLst/>
          </a:prstGeom>
        </p:spPr>
        <p:txBody>
          <a:bodyPr vert="horz" lIns="0" tIns="0" rIns="0" bIns="0" rtlCol="0" anchor="b" anchorCtr="0">
            <a:spAutoFit/>
          </a:bodyPr>
          <a:lstStyle>
            <a:lvl1pPr>
              <a:defRPr lang="en-US" sz="1400" dirty="0" smtClean="0"/>
            </a:lvl1pPr>
          </a:lstStyle>
          <a:p>
            <a:pPr lvl="0"/>
            <a:r>
              <a:rPr lang="en-US"/>
              <a:t>Click to edit Master text styles</a:t>
            </a:r>
          </a:p>
        </p:txBody>
      </p:sp>
      <p:sp>
        <p:nvSpPr>
          <p:cNvPr id="8" name="Text Placeholder 7">
            <a:extLst>
              <a:ext uri="{FF2B5EF4-FFF2-40B4-BE49-F238E27FC236}">
                <a16:creationId xmlns:a16="http://schemas.microsoft.com/office/drawing/2014/main" id="{91AEB371-4BCF-C5F3-643F-8B8399F938E5}"/>
              </a:ext>
            </a:extLst>
          </p:cNvPr>
          <p:cNvSpPr>
            <a:spLocks noGrp="1"/>
          </p:cNvSpPr>
          <p:nvPr>
            <p:ph type="body" sz="quarter" idx="28"/>
          </p:nvPr>
        </p:nvSpPr>
        <p:spPr>
          <a:xfrm>
            <a:off x="471487" y="1001871"/>
            <a:ext cx="8012112" cy="5338995"/>
          </a:xfrm>
          <a:custGeom>
            <a:avLst/>
            <a:gdLst>
              <a:gd name="connsiteX0" fmla="*/ 182785 w 8012112"/>
              <a:gd name="connsiteY0" fmla="*/ 207519 h 5338995"/>
              <a:gd name="connsiteX1" fmla="*/ 182785 w 8012112"/>
              <a:gd name="connsiteY1" fmla="*/ 5131477 h 5338995"/>
              <a:gd name="connsiteX2" fmla="*/ 7829326 w 8012112"/>
              <a:gd name="connsiteY2" fmla="*/ 5131477 h 5338995"/>
              <a:gd name="connsiteX3" fmla="*/ 7829326 w 8012112"/>
              <a:gd name="connsiteY3" fmla="*/ 207519 h 5338995"/>
              <a:gd name="connsiteX4" fmla="*/ 231873 w 8012112"/>
              <a:gd name="connsiteY4" fmla="*/ 0 h 5338995"/>
              <a:gd name="connsiteX5" fmla="*/ 7780239 w 8012112"/>
              <a:gd name="connsiteY5" fmla="*/ 0 h 5338995"/>
              <a:gd name="connsiteX6" fmla="*/ 8012112 w 8012112"/>
              <a:gd name="connsiteY6" fmla="*/ 231873 h 5338995"/>
              <a:gd name="connsiteX7" fmla="*/ 8012112 w 8012112"/>
              <a:gd name="connsiteY7" fmla="*/ 5107122 h 5338995"/>
              <a:gd name="connsiteX8" fmla="*/ 7780239 w 8012112"/>
              <a:gd name="connsiteY8" fmla="*/ 5338995 h 5338995"/>
              <a:gd name="connsiteX9" fmla="*/ 231873 w 8012112"/>
              <a:gd name="connsiteY9" fmla="*/ 5338995 h 5338995"/>
              <a:gd name="connsiteX10" fmla="*/ 0 w 8012112"/>
              <a:gd name="connsiteY10" fmla="*/ 5107122 h 5338995"/>
              <a:gd name="connsiteX11" fmla="*/ 0 w 8012112"/>
              <a:gd name="connsiteY11" fmla="*/ 231873 h 5338995"/>
              <a:gd name="connsiteX12" fmla="*/ 231873 w 8012112"/>
              <a:gd name="connsiteY12" fmla="*/ 0 h 533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12112" h="5338995">
                <a:moveTo>
                  <a:pt x="182785" y="207519"/>
                </a:moveTo>
                <a:lnTo>
                  <a:pt x="182785" y="5131477"/>
                </a:lnTo>
                <a:lnTo>
                  <a:pt x="7829326" y="5131477"/>
                </a:lnTo>
                <a:lnTo>
                  <a:pt x="7829326" y="207519"/>
                </a:lnTo>
                <a:close/>
                <a:moveTo>
                  <a:pt x="231873" y="0"/>
                </a:moveTo>
                <a:lnTo>
                  <a:pt x="7780239" y="0"/>
                </a:lnTo>
                <a:cubicBezTo>
                  <a:pt x="7908299" y="0"/>
                  <a:pt x="8012112" y="103813"/>
                  <a:pt x="8012112" y="231873"/>
                </a:cubicBezTo>
                <a:lnTo>
                  <a:pt x="8012112" y="5107122"/>
                </a:lnTo>
                <a:cubicBezTo>
                  <a:pt x="8012112" y="5235182"/>
                  <a:pt x="7908299" y="5338995"/>
                  <a:pt x="7780239" y="5338995"/>
                </a:cubicBezTo>
                <a:lnTo>
                  <a:pt x="231873" y="5338995"/>
                </a:lnTo>
                <a:cubicBezTo>
                  <a:pt x="103813" y="5338995"/>
                  <a:pt x="0" y="5235182"/>
                  <a:pt x="0" y="5107122"/>
                </a:cubicBezTo>
                <a:lnTo>
                  <a:pt x="0" y="231873"/>
                </a:lnTo>
                <a:cubicBezTo>
                  <a:pt x="0" y="103813"/>
                  <a:pt x="103813" y="0"/>
                  <a:pt x="231873" y="0"/>
                </a:cubicBezTo>
                <a:close/>
              </a:path>
            </a:pathLst>
          </a:custGeom>
          <a:solidFill>
            <a:schemeClr val="tx1"/>
          </a:solidFill>
        </p:spPr>
        <p:txBody>
          <a:bodyPr wrap="square">
            <a:noAutofit/>
          </a:bodyPr>
          <a:lstStyle>
            <a:lvl1pPr>
              <a:defRPr sz="100" b="0" i="0">
                <a:solidFill>
                  <a:schemeClr val="tx1">
                    <a:alpha val="0"/>
                  </a:schemeClr>
                </a:solidFill>
                <a:latin typeface="Spectrum Sans" panose="020B0502020503020304" pitchFamily="34" charset="0"/>
                <a:cs typeface="Spectrum Sans" panose="020B0502020503020304" pitchFamily="34" charset="0"/>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grpSp>
        <p:nvGrpSpPr>
          <p:cNvPr id="4" name="Group 3">
            <a:extLst>
              <a:ext uri="{FF2B5EF4-FFF2-40B4-BE49-F238E27FC236}">
                <a16:creationId xmlns:a16="http://schemas.microsoft.com/office/drawing/2014/main" id="{8166B2F4-0013-4269-6742-E8067F4DEDD3}"/>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BC8BB32E-CF9A-833A-8D52-DB1BE901A96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417CA7FB-5D17-E54B-C1D0-FB674A43166D}"/>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1EF9250-A74A-DFF2-ED37-1237E7D61216}"/>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90E2EB60-8D45-CF46-F757-EBC875A823AA}"/>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C7C03EE-6532-851D-E916-3BF5839160F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EBAEC08-0151-4812-DE85-2791F00AAE4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FA39B1CB-1D19-9DEC-80BD-42949EFEFC1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42ECEEB9-2DB1-7F80-F2A8-587C52B582A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936771F2-6068-BE5B-5C2C-F07BCD16B813}"/>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3" name="Rectangle 12">
            <a:extLst>
              <a:ext uri="{FF2B5EF4-FFF2-40B4-BE49-F238E27FC236}">
                <a16:creationId xmlns:a16="http://schemas.microsoft.com/office/drawing/2014/main" id="{5AEF9848-81E3-885B-CF68-253AC6DFE163}"/>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81118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Situ B">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1197272" cy="328304"/>
          </a:xfrm>
        </p:spPr>
        <p:txBody>
          <a:bodyPr/>
          <a:lstStyle/>
          <a:p>
            <a:r>
              <a:rPr lang="en-US"/>
              <a:t>In-Situ White B</a:t>
            </a:r>
          </a:p>
        </p:txBody>
      </p:sp>
      <p:sp>
        <p:nvSpPr>
          <p:cNvPr id="13" name="Text Placeholder 8">
            <a:extLst>
              <a:ext uri="{FF2B5EF4-FFF2-40B4-BE49-F238E27FC236}">
                <a16:creationId xmlns:a16="http://schemas.microsoft.com/office/drawing/2014/main" id="{7F601270-0B8D-2E04-B345-1B99115D4503}"/>
              </a:ext>
            </a:extLst>
          </p:cNvPr>
          <p:cNvSpPr>
            <a:spLocks noGrp="1"/>
          </p:cNvSpPr>
          <p:nvPr>
            <p:ph type="body" sz="quarter" idx="20"/>
          </p:nvPr>
        </p:nvSpPr>
        <p:spPr>
          <a:xfrm>
            <a:off x="496887" y="5474156"/>
            <a:ext cx="2689227" cy="215444"/>
          </a:xfrm>
          <a:prstGeom prst="rect">
            <a:avLst/>
          </a:prstGeom>
        </p:spPr>
        <p:txBody>
          <a:bodyPr vert="horz" wrap="square" lIns="0" tIns="0" rIns="0" bIns="0" rtlCol="0" anchor="b" anchorCtr="0">
            <a:spAutoFit/>
          </a:bodyPr>
          <a:lstStyle>
            <a:lvl1pPr>
              <a:defRPr lang="en-US" sz="1400" dirty="0" smtClean="0"/>
            </a:lvl1pPr>
          </a:lstStyle>
          <a:p>
            <a:pPr lvl="0"/>
            <a:r>
              <a:rPr lang="en-US"/>
              <a:t>Click to edit Master text styles</a:t>
            </a:r>
          </a:p>
        </p:txBody>
      </p:sp>
      <p:sp>
        <p:nvSpPr>
          <p:cNvPr id="2" name="Picture Placeholder 9">
            <a:extLst>
              <a:ext uri="{FF2B5EF4-FFF2-40B4-BE49-F238E27FC236}">
                <a16:creationId xmlns:a16="http://schemas.microsoft.com/office/drawing/2014/main" id="{72F802D6-842E-343E-7134-0A0E91BEEAB3}"/>
              </a:ext>
            </a:extLst>
          </p:cNvPr>
          <p:cNvSpPr>
            <a:spLocks noGrp="1"/>
          </p:cNvSpPr>
          <p:nvPr>
            <p:ph type="pic" sz="quarter" idx="21" hasCustomPrompt="1"/>
          </p:nvPr>
        </p:nvSpPr>
        <p:spPr>
          <a:xfrm>
            <a:off x="3849556" y="1187777"/>
            <a:ext cx="7685825" cy="4956710"/>
          </a:xfrm>
          <a:prstGeom prst="rect">
            <a:avLst/>
          </a:prstGeom>
          <a:solidFill>
            <a:schemeClr val="bg1">
              <a:lumMod val="95000"/>
            </a:schemeClr>
          </a:solidFill>
          <a:ln>
            <a:noFill/>
          </a:ln>
          <a:scene3d>
            <a:camera prst="orthographicFront"/>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1280160" numCol="1" spcCol="0" rtlCol="0" fromWordArt="0" anchor="ctr" anchorCtr="1" forceAA="0" compatLnSpc="1">
            <a:prstTxWarp prst="textNoShape">
              <a:avLst/>
            </a:prstTxWarp>
            <a:noAutofit/>
          </a:bodyPr>
          <a:lstStyle>
            <a:lvl1pPr>
              <a:defRPr lang="en-US" sz="2000" b="0" i="0">
                <a:solidFill>
                  <a:schemeClr val="tx1"/>
                </a:solidFill>
                <a:latin typeface="Spectrum Sans" panose="020B0502020503020304" pitchFamily="34" charset="0"/>
              </a:defRPr>
            </a:lvl1pPr>
          </a:lstStyle>
          <a:p>
            <a:pPr lvl="0" algn="ctr">
              <a:spcBef>
                <a:spcPts val="900"/>
              </a:spcBef>
            </a:pPr>
            <a:r>
              <a:rPr lang="en-US"/>
              <a:t>Drag and drop photo here</a:t>
            </a:r>
          </a:p>
        </p:txBody>
      </p:sp>
      <p:sp>
        <p:nvSpPr>
          <p:cNvPr id="3" name="Text Placeholder 2">
            <a:extLst>
              <a:ext uri="{FF2B5EF4-FFF2-40B4-BE49-F238E27FC236}">
                <a16:creationId xmlns:a16="http://schemas.microsoft.com/office/drawing/2014/main" id="{D25B201C-7DFC-CF7F-81DD-E660D9E2A9F4}"/>
              </a:ext>
            </a:extLst>
          </p:cNvPr>
          <p:cNvSpPr>
            <a:spLocks noGrp="1"/>
          </p:cNvSpPr>
          <p:nvPr>
            <p:ph type="body" sz="quarter" idx="28"/>
          </p:nvPr>
        </p:nvSpPr>
        <p:spPr>
          <a:xfrm>
            <a:off x="3683001" y="1001871"/>
            <a:ext cx="8012112" cy="5338995"/>
          </a:xfrm>
          <a:custGeom>
            <a:avLst/>
            <a:gdLst>
              <a:gd name="connsiteX0" fmla="*/ 182785 w 8012112"/>
              <a:gd name="connsiteY0" fmla="*/ 207519 h 5338995"/>
              <a:gd name="connsiteX1" fmla="*/ 182785 w 8012112"/>
              <a:gd name="connsiteY1" fmla="*/ 5131477 h 5338995"/>
              <a:gd name="connsiteX2" fmla="*/ 7829326 w 8012112"/>
              <a:gd name="connsiteY2" fmla="*/ 5131477 h 5338995"/>
              <a:gd name="connsiteX3" fmla="*/ 7829326 w 8012112"/>
              <a:gd name="connsiteY3" fmla="*/ 207519 h 5338995"/>
              <a:gd name="connsiteX4" fmla="*/ 231873 w 8012112"/>
              <a:gd name="connsiteY4" fmla="*/ 0 h 5338995"/>
              <a:gd name="connsiteX5" fmla="*/ 7780239 w 8012112"/>
              <a:gd name="connsiteY5" fmla="*/ 0 h 5338995"/>
              <a:gd name="connsiteX6" fmla="*/ 8012112 w 8012112"/>
              <a:gd name="connsiteY6" fmla="*/ 231873 h 5338995"/>
              <a:gd name="connsiteX7" fmla="*/ 8012112 w 8012112"/>
              <a:gd name="connsiteY7" fmla="*/ 5107122 h 5338995"/>
              <a:gd name="connsiteX8" fmla="*/ 7780239 w 8012112"/>
              <a:gd name="connsiteY8" fmla="*/ 5338995 h 5338995"/>
              <a:gd name="connsiteX9" fmla="*/ 231873 w 8012112"/>
              <a:gd name="connsiteY9" fmla="*/ 5338995 h 5338995"/>
              <a:gd name="connsiteX10" fmla="*/ 0 w 8012112"/>
              <a:gd name="connsiteY10" fmla="*/ 5107122 h 5338995"/>
              <a:gd name="connsiteX11" fmla="*/ 0 w 8012112"/>
              <a:gd name="connsiteY11" fmla="*/ 231873 h 5338995"/>
              <a:gd name="connsiteX12" fmla="*/ 231873 w 8012112"/>
              <a:gd name="connsiteY12" fmla="*/ 0 h 533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12112" h="5338995">
                <a:moveTo>
                  <a:pt x="182785" y="207519"/>
                </a:moveTo>
                <a:lnTo>
                  <a:pt x="182785" y="5131477"/>
                </a:lnTo>
                <a:lnTo>
                  <a:pt x="7829326" y="5131477"/>
                </a:lnTo>
                <a:lnTo>
                  <a:pt x="7829326" y="207519"/>
                </a:lnTo>
                <a:close/>
                <a:moveTo>
                  <a:pt x="231873" y="0"/>
                </a:moveTo>
                <a:lnTo>
                  <a:pt x="7780239" y="0"/>
                </a:lnTo>
                <a:cubicBezTo>
                  <a:pt x="7908299" y="0"/>
                  <a:pt x="8012112" y="103813"/>
                  <a:pt x="8012112" y="231873"/>
                </a:cubicBezTo>
                <a:lnTo>
                  <a:pt x="8012112" y="5107122"/>
                </a:lnTo>
                <a:cubicBezTo>
                  <a:pt x="8012112" y="5235182"/>
                  <a:pt x="7908299" y="5338995"/>
                  <a:pt x="7780239" y="5338995"/>
                </a:cubicBezTo>
                <a:lnTo>
                  <a:pt x="231873" y="5338995"/>
                </a:lnTo>
                <a:cubicBezTo>
                  <a:pt x="103813" y="5338995"/>
                  <a:pt x="0" y="5235182"/>
                  <a:pt x="0" y="5107122"/>
                </a:cubicBezTo>
                <a:lnTo>
                  <a:pt x="0" y="231873"/>
                </a:lnTo>
                <a:cubicBezTo>
                  <a:pt x="0" y="103813"/>
                  <a:pt x="103813" y="0"/>
                  <a:pt x="231873" y="0"/>
                </a:cubicBezTo>
                <a:close/>
              </a:path>
            </a:pathLst>
          </a:custGeom>
          <a:solidFill>
            <a:schemeClr val="tx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sp>
        <p:nvSpPr>
          <p:cNvPr id="4" name="Date Placeholder 3">
            <a:extLst>
              <a:ext uri="{FF2B5EF4-FFF2-40B4-BE49-F238E27FC236}">
                <a16:creationId xmlns:a16="http://schemas.microsoft.com/office/drawing/2014/main" id="{8236C0C7-3C1E-038B-1B9B-B5F2E1FB3FF3}"/>
              </a:ext>
            </a:extLst>
          </p:cNvPr>
          <p:cNvSpPr>
            <a:spLocks noGrp="1"/>
          </p:cNvSpPr>
          <p:nvPr>
            <p:ph type="dt" sz="half" idx="29"/>
          </p:nvPr>
        </p:nvSpPr>
        <p:spPr/>
        <p:txBody>
          <a:bodyPr/>
          <a:lstStyle/>
          <a:p>
            <a:fld id="{BD0A8787-4856-FF43-8E58-800231D67F65}" type="datetime1">
              <a:rPr lang="en-US" smtClean="0"/>
              <a:t>3/19/2026</a:t>
            </a:fld>
            <a:endParaRPr lang="en-US"/>
          </a:p>
        </p:txBody>
      </p:sp>
      <p:sp>
        <p:nvSpPr>
          <p:cNvPr id="6" name="Slide Number Placeholder 5">
            <a:extLst>
              <a:ext uri="{FF2B5EF4-FFF2-40B4-BE49-F238E27FC236}">
                <a16:creationId xmlns:a16="http://schemas.microsoft.com/office/drawing/2014/main" id="{6BB1A266-A747-2BB6-4B4C-80302FA1996B}"/>
              </a:ext>
            </a:extLst>
          </p:cNvPr>
          <p:cNvSpPr>
            <a:spLocks noGrp="1"/>
          </p:cNvSpPr>
          <p:nvPr>
            <p:ph type="sldNum" sz="quarter" idx="31"/>
          </p:nvPr>
        </p:nvSpPr>
        <p:spPr/>
        <p:txBody>
          <a:bodyPr/>
          <a:lstStyle/>
          <a:p>
            <a:fld id="{A82C3BC0-3EBF-3C4C-A3D8-795624EBC6AA}" type="slidenum">
              <a:rPr lang="en-US" smtClean="0"/>
              <a:pPr/>
              <a:t>‹#›</a:t>
            </a:fld>
            <a:endParaRPr lang="en-US"/>
          </a:p>
        </p:txBody>
      </p:sp>
      <p:sp>
        <p:nvSpPr>
          <p:cNvPr id="7" name="Rectangle 6">
            <a:extLst>
              <a:ext uri="{FF2B5EF4-FFF2-40B4-BE49-F238E27FC236}">
                <a16:creationId xmlns:a16="http://schemas.microsoft.com/office/drawing/2014/main" id="{499EB20A-670A-9605-8684-AFB2DF9CCB68}"/>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0788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Situ C">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EECD000B-C1CC-32A4-F5FE-F8149176462A}"/>
              </a:ext>
            </a:extLst>
          </p:cNvPr>
          <p:cNvSpPr>
            <a:spLocks noGrp="1"/>
          </p:cNvSpPr>
          <p:nvPr>
            <p:ph type="body" sz="quarter" idx="23"/>
          </p:nvPr>
        </p:nvSpPr>
        <p:spPr>
          <a:xfrm>
            <a:off x="6328088" y="5648520"/>
            <a:ext cx="1968609" cy="418633"/>
          </a:xfrm>
          <a:custGeom>
            <a:avLst/>
            <a:gdLst>
              <a:gd name="connsiteX0" fmla="*/ 1852808 w 1968609"/>
              <a:gd name="connsiteY0" fmla="*/ 750 h 418633"/>
              <a:gd name="connsiteX1" fmla="*/ 1967860 w 1968609"/>
              <a:gd name="connsiteY1" fmla="*/ 91116 h 418633"/>
              <a:gd name="connsiteX2" fmla="*/ 1877494 w 1968609"/>
              <a:gd name="connsiteY2" fmla="*/ 206168 h 418633"/>
              <a:gd name="connsiteX3" fmla="*/ 115803 w 1968609"/>
              <a:gd name="connsiteY3" fmla="*/ 417884 h 418633"/>
              <a:gd name="connsiteX4" fmla="*/ 750 w 1968609"/>
              <a:gd name="connsiteY4" fmla="*/ 327519 h 418633"/>
              <a:gd name="connsiteX5" fmla="*/ 91116 w 1968609"/>
              <a:gd name="connsiteY5" fmla="*/ 212466 h 418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8609" h="418633">
                <a:moveTo>
                  <a:pt x="1852808" y="750"/>
                </a:moveTo>
                <a:cubicBezTo>
                  <a:pt x="1909533" y="-6067"/>
                  <a:pt x="1961043" y="34391"/>
                  <a:pt x="1967860" y="91116"/>
                </a:cubicBezTo>
                <a:cubicBezTo>
                  <a:pt x="1974677" y="147841"/>
                  <a:pt x="1934219" y="199351"/>
                  <a:pt x="1877494" y="206168"/>
                </a:cubicBezTo>
                <a:lnTo>
                  <a:pt x="115803" y="417884"/>
                </a:lnTo>
                <a:cubicBezTo>
                  <a:pt x="59078" y="424701"/>
                  <a:pt x="7567" y="384244"/>
                  <a:pt x="750" y="327519"/>
                </a:cubicBezTo>
                <a:cubicBezTo>
                  <a:pt x="-6067" y="270794"/>
                  <a:pt x="34391" y="219283"/>
                  <a:pt x="91116" y="212466"/>
                </a:cubicBezTo>
                <a:close/>
              </a:path>
            </a:pathLst>
          </a:custGeom>
          <a:solidFill>
            <a:schemeClr val="bg1"/>
          </a:solidFill>
          <a:ln>
            <a:noFill/>
          </a:ln>
          <a:effectLst>
            <a:outerShdw blurRad="159029" dist="91844" dir="5400000" algn="t" rotWithShape="0">
              <a:prstClr val="black">
                <a:alpha val="64752"/>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defRPr lang="en-US" sz="100" b="0" i="0" dirty="0">
                <a:solidFill>
                  <a:schemeClr val="lt1">
                    <a:alpha val="0"/>
                  </a:schemeClr>
                </a:solidFill>
                <a:latin typeface="Spectrum Sans" panose="020B0502020503020304" pitchFamily="34" charset="0"/>
              </a:defRPr>
            </a:lvl1pPr>
          </a:lstStyle>
          <a:p>
            <a:pPr lvl="0" algn="ctr">
              <a:spcBef>
                <a:spcPts val="900"/>
              </a:spcBef>
            </a:pPr>
            <a:r>
              <a:rPr lang="en-US"/>
              <a:t>Click to edit Master text styles</a:t>
            </a:r>
          </a:p>
        </p:txBody>
      </p:sp>
      <p:sp>
        <p:nvSpPr>
          <p:cNvPr id="11" name="Picture Placeholder 17">
            <a:extLst>
              <a:ext uri="{FF2B5EF4-FFF2-40B4-BE49-F238E27FC236}">
                <a16:creationId xmlns:a16="http://schemas.microsoft.com/office/drawing/2014/main" id="{99160474-5DBC-0447-5225-A2DD112DF16C}"/>
              </a:ext>
            </a:extLst>
          </p:cNvPr>
          <p:cNvSpPr>
            <a:spLocks noGrp="1"/>
          </p:cNvSpPr>
          <p:nvPr>
            <p:ph type="pic" sz="quarter" idx="17" hasCustomPrompt="1"/>
          </p:nvPr>
        </p:nvSpPr>
        <p:spPr>
          <a:xfrm>
            <a:off x="6342582" y="1012474"/>
            <a:ext cx="2240280" cy="4864608"/>
          </a:xfrm>
          <a:prstGeom prst="roundRect">
            <a:avLst>
              <a:gd name="adj" fmla="val 5001"/>
            </a:avLst>
          </a:prstGeom>
          <a:solidFill>
            <a:schemeClr val="bg1">
              <a:lumMod val="95000"/>
            </a:schemeClr>
          </a:solidFill>
          <a:ln>
            <a:noFill/>
          </a:ln>
          <a:scene3d>
            <a:camera prst="perspectiveContrastingRightFacing" fov="3000000">
              <a:rot lat="0" lon="19680000" rev="0"/>
            </a:camera>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914400" numCol="1" spcCol="0" rtlCol="0" fromWordArt="0" anchor="ctr" anchorCtr="1" forceAA="0" compatLnSpc="1">
            <a:prstTxWarp prst="textNoShape">
              <a:avLst/>
            </a:prstTxWarp>
            <a:noAutofit/>
          </a:bodyPr>
          <a:lstStyle>
            <a:lvl1pPr>
              <a:defRPr lang="en-US" sz="1400" b="0" i="0">
                <a:solidFill>
                  <a:schemeClr val="tx1"/>
                </a:solidFill>
                <a:latin typeface="Spectrum Sans" panose="020B0502020503020304" pitchFamily="34" charset="0"/>
              </a:defRPr>
            </a:lvl1pPr>
          </a:lstStyle>
          <a:p>
            <a:pPr lvl="0" algn="ctr">
              <a:spcBef>
                <a:spcPts val="900"/>
              </a:spcBef>
            </a:pPr>
            <a:r>
              <a:rPr lang="en-US"/>
              <a:t>Drag and drop photo</a:t>
            </a:r>
          </a:p>
        </p:txBody>
      </p:sp>
      <p:sp>
        <p:nvSpPr>
          <p:cNvPr id="20" name="Text Placeholder 19">
            <a:extLst>
              <a:ext uri="{FF2B5EF4-FFF2-40B4-BE49-F238E27FC236}">
                <a16:creationId xmlns:a16="http://schemas.microsoft.com/office/drawing/2014/main" id="{EA5EFBC0-052A-1EBE-6768-5249E4A001E0}"/>
              </a:ext>
            </a:extLst>
          </p:cNvPr>
          <p:cNvSpPr>
            <a:spLocks noGrp="1"/>
          </p:cNvSpPr>
          <p:nvPr>
            <p:ph type="body" sz="quarter" idx="26"/>
          </p:nvPr>
        </p:nvSpPr>
        <p:spPr>
          <a:xfrm>
            <a:off x="6152167" y="795458"/>
            <a:ext cx="2283533" cy="5309294"/>
          </a:xfrm>
          <a:custGeom>
            <a:avLst/>
            <a:gdLst>
              <a:gd name="connsiteX0" fmla="*/ 436360 w 2283533"/>
              <a:gd name="connsiteY0" fmla="*/ 119690 h 5309294"/>
              <a:gd name="connsiteX1" fmla="*/ 315617 w 2283533"/>
              <a:gd name="connsiteY1" fmla="*/ 237329 h 5309294"/>
              <a:gd name="connsiteX2" fmla="*/ 315617 w 2283533"/>
              <a:gd name="connsiteY2" fmla="*/ 5074480 h 5309294"/>
              <a:gd name="connsiteX3" fmla="*/ 386644 w 2283533"/>
              <a:gd name="connsiteY3" fmla="*/ 5186411 h 5309294"/>
              <a:gd name="connsiteX4" fmla="*/ 392325 w 2283533"/>
              <a:gd name="connsiteY4" fmla="*/ 5187685 h 5309294"/>
              <a:gd name="connsiteX5" fmla="*/ 433617 w 2283533"/>
              <a:gd name="connsiteY5" fmla="*/ 5191814 h 5309294"/>
              <a:gd name="connsiteX6" fmla="*/ 438743 w 2283533"/>
              <a:gd name="connsiteY6" fmla="*/ 5191759 h 5309294"/>
              <a:gd name="connsiteX7" fmla="*/ 2113489 w 2283533"/>
              <a:gd name="connsiteY7" fmla="*/ 4987158 h 5309294"/>
              <a:gd name="connsiteX8" fmla="*/ 2214363 w 2283533"/>
              <a:gd name="connsiteY8" fmla="*/ 4854499 h 5309294"/>
              <a:gd name="connsiteX9" fmla="*/ 2214363 w 2283533"/>
              <a:gd name="connsiteY9" fmla="*/ 457255 h 5309294"/>
              <a:gd name="connsiteX10" fmla="*/ 2113462 w 2283533"/>
              <a:gd name="connsiteY10" fmla="*/ 324596 h 5309294"/>
              <a:gd name="connsiteX11" fmla="*/ 243288 w 2283533"/>
              <a:gd name="connsiteY11" fmla="*/ 0 h 5309294"/>
              <a:gd name="connsiteX12" fmla="*/ 2101573 w 2283533"/>
              <a:gd name="connsiteY12" fmla="*/ 232230 h 5309294"/>
              <a:gd name="connsiteX13" fmla="*/ 2283533 w 2283533"/>
              <a:gd name="connsiteY13" fmla="*/ 472303 h 5309294"/>
              <a:gd name="connsiteX14" fmla="*/ 2283533 w 2283533"/>
              <a:gd name="connsiteY14" fmla="*/ 4839451 h 5309294"/>
              <a:gd name="connsiteX15" fmla="*/ 2101573 w 2283533"/>
              <a:gd name="connsiteY15" fmla="*/ 5079524 h 5309294"/>
              <a:gd name="connsiteX16" fmla="*/ 449773 w 2283533"/>
              <a:gd name="connsiteY16" fmla="*/ 5289196 h 5309294"/>
              <a:gd name="connsiteX17" fmla="*/ 242013 w 2283533"/>
              <a:gd name="connsiteY17" fmla="*/ 5309177 h 5309294"/>
              <a:gd name="connsiteX18" fmla="*/ 239380 w 2283533"/>
              <a:gd name="connsiteY18" fmla="*/ 5309287 h 5309294"/>
              <a:gd name="connsiteX19" fmla="*/ 0 w 2283533"/>
              <a:gd name="connsiteY19" fmla="*/ 5075893 h 5309294"/>
              <a:gd name="connsiteX20" fmla="*/ 0 w 2283533"/>
              <a:gd name="connsiteY20" fmla="*/ 237080 h 5309294"/>
              <a:gd name="connsiteX21" fmla="*/ 243288 w 2283533"/>
              <a:gd name="connsiteY21" fmla="*/ 0 h 530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3533" h="5309294">
                <a:moveTo>
                  <a:pt x="436360" y="119690"/>
                </a:moveTo>
                <a:cubicBezTo>
                  <a:pt x="369850" y="111570"/>
                  <a:pt x="315617" y="164224"/>
                  <a:pt x="315617" y="237329"/>
                </a:cubicBezTo>
                <a:lnTo>
                  <a:pt x="315617" y="5074480"/>
                </a:lnTo>
                <a:cubicBezTo>
                  <a:pt x="315617" y="5128131"/>
                  <a:pt x="344826" y="5170753"/>
                  <a:pt x="386644" y="5186411"/>
                </a:cubicBezTo>
                <a:cubicBezTo>
                  <a:pt x="388473" y="5187103"/>
                  <a:pt x="390385" y="5187491"/>
                  <a:pt x="392325" y="5187685"/>
                </a:cubicBezTo>
                <a:lnTo>
                  <a:pt x="433617" y="5191814"/>
                </a:lnTo>
                <a:cubicBezTo>
                  <a:pt x="435335" y="5191981"/>
                  <a:pt x="437053" y="5191953"/>
                  <a:pt x="438743" y="5191759"/>
                </a:cubicBezTo>
                <a:lnTo>
                  <a:pt x="2113489" y="4987158"/>
                </a:lnTo>
                <a:cubicBezTo>
                  <a:pt x="2169330" y="4980313"/>
                  <a:pt x="2214363" y="4920953"/>
                  <a:pt x="2214363" y="4854499"/>
                </a:cubicBezTo>
                <a:lnTo>
                  <a:pt x="2214363" y="457255"/>
                </a:lnTo>
                <a:cubicBezTo>
                  <a:pt x="2214363" y="390773"/>
                  <a:pt x="2169330" y="331413"/>
                  <a:pt x="2113462" y="324596"/>
                </a:cubicBezTo>
                <a:close/>
                <a:moveTo>
                  <a:pt x="243288" y="0"/>
                </a:moveTo>
                <a:lnTo>
                  <a:pt x="2101573" y="232230"/>
                </a:lnTo>
                <a:cubicBezTo>
                  <a:pt x="2202502" y="245061"/>
                  <a:pt x="2283533" y="352502"/>
                  <a:pt x="2283533" y="472303"/>
                </a:cubicBezTo>
                <a:lnTo>
                  <a:pt x="2283533" y="4839451"/>
                </a:lnTo>
                <a:cubicBezTo>
                  <a:pt x="2283533" y="4959280"/>
                  <a:pt x="2202502" y="5066720"/>
                  <a:pt x="2101573" y="5079524"/>
                </a:cubicBezTo>
                <a:lnTo>
                  <a:pt x="449773" y="5289196"/>
                </a:lnTo>
                <a:lnTo>
                  <a:pt x="242013" y="5309177"/>
                </a:lnTo>
                <a:cubicBezTo>
                  <a:pt x="241126" y="5309260"/>
                  <a:pt x="240267" y="5309315"/>
                  <a:pt x="239380" y="5309287"/>
                </a:cubicBezTo>
                <a:cubicBezTo>
                  <a:pt x="121796" y="5308429"/>
                  <a:pt x="0" y="5193699"/>
                  <a:pt x="0" y="5075893"/>
                </a:cubicBezTo>
                <a:lnTo>
                  <a:pt x="0" y="237080"/>
                </a:lnTo>
                <a:cubicBezTo>
                  <a:pt x="28" y="119496"/>
                  <a:pt x="125981" y="970"/>
                  <a:pt x="243288" y="0"/>
                </a:cubicBezTo>
                <a:close/>
              </a:path>
            </a:pathLst>
          </a:custGeom>
          <a:solidFill>
            <a:schemeClr val="tx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0729912" cy="328304"/>
          </a:xfrm>
        </p:spPr>
        <p:txBody>
          <a:bodyPr/>
          <a:lstStyle/>
          <a:p>
            <a:r>
              <a:rPr lang="en-US"/>
              <a:t>In-Situ White C</a:t>
            </a:r>
          </a:p>
        </p:txBody>
      </p:sp>
      <p:sp>
        <p:nvSpPr>
          <p:cNvPr id="5" name="Text Placeholder 12">
            <a:extLst>
              <a:ext uri="{FF2B5EF4-FFF2-40B4-BE49-F238E27FC236}">
                <a16:creationId xmlns:a16="http://schemas.microsoft.com/office/drawing/2014/main" id="{7E98E40C-1893-6EF5-FF3C-90C2FB462955}"/>
              </a:ext>
            </a:extLst>
          </p:cNvPr>
          <p:cNvSpPr>
            <a:spLocks noGrp="1"/>
          </p:cNvSpPr>
          <p:nvPr>
            <p:ph type="body" sz="quarter" idx="24"/>
          </p:nvPr>
        </p:nvSpPr>
        <p:spPr>
          <a:xfrm>
            <a:off x="9137569" y="5645369"/>
            <a:ext cx="1981264" cy="206896"/>
          </a:xfrm>
          <a:custGeom>
            <a:avLst/>
            <a:gdLst>
              <a:gd name="connsiteX0" fmla="*/ 103448 w 1981264"/>
              <a:gd name="connsiteY0" fmla="*/ 0 h 206896"/>
              <a:gd name="connsiteX1" fmla="*/ 1877816 w 1981264"/>
              <a:gd name="connsiteY1" fmla="*/ 0 h 206896"/>
              <a:gd name="connsiteX2" fmla="*/ 1981264 w 1981264"/>
              <a:gd name="connsiteY2" fmla="*/ 103448 h 206896"/>
              <a:gd name="connsiteX3" fmla="*/ 1877816 w 1981264"/>
              <a:gd name="connsiteY3" fmla="*/ 206896 h 206896"/>
              <a:gd name="connsiteX4" fmla="*/ 103448 w 1981264"/>
              <a:gd name="connsiteY4" fmla="*/ 206896 h 206896"/>
              <a:gd name="connsiteX5" fmla="*/ 0 w 1981264"/>
              <a:gd name="connsiteY5" fmla="*/ 103448 h 206896"/>
              <a:gd name="connsiteX6" fmla="*/ 103448 w 1981264"/>
              <a:gd name="connsiteY6" fmla="*/ 0 h 20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1264" h="206896">
                <a:moveTo>
                  <a:pt x="103448" y="0"/>
                </a:moveTo>
                <a:lnTo>
                  <a:pt x="1877816" y="0"/>
                </a:lnTo>
                <a:cubicBezTo>
                  <a:pt x="1934949" y="0"/>
                  <a:pt x="1981264" y="46315"/>
                  <a:pt x="1981264" y="103448"/>
                </a:cubicBezTo>
                <a:cubicBezTo>
                  <a:pt x="1981264" y="160581"/>
                  <a:pt x="1934949" y="206896"/>
                  <a:pt x="1877816" y="206896"/>
                </a:cubicBezTo>
                <a:lnTo>
                  <a:pt x="103448" y="206896"/>
                </a:lnTo>
                <a:cubicBezTo>
                  <a:pt x="46315" y="206896"/>
                  <a:pt x="0" y="160581"/>
                  <a:pt x="0" y="103448"/>
                </a:cubicBezTo>
                <a:cubicBezTo>
                  <a:pt x="0" y="46315"/>
                  <a:pt x="46315" y="0"/>
                  <a:pt x="103448" y="0"/>
                </a:cubicBezTo>
                <a:close/>
              </a:path>
            </a:pathLst>
          </a:custGeom>
          <a:solidFill>
            <a:schemeClr val="bg1"/>
          </a:solidFill>
          <a:ln>
            <a:noFill/>
          </a:ln>
          <a:effectLst>
            <a:outerShdw blurRad="159029" dist="91844" dir="5400000" algn="t" rotWithShape="0">
              <a:prstClr val="black">
                <a:alpha val="64752"/>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defRPr lang="en-US" sz="100" b="0" i="0" dirty="0">
                <a:solidFill>
                  <a:schemeClr val="lt1">
                    <a:alpha val="0"/>
                  </a:schemeClr>
                </a:solidFill>
                <a:latin typeface="Spectrum Sans" panose="020B0502020503020304" pitchFamily="34" charset="0"/>
              </a:defRPr>
            </a:lvl1pPr>
          </a:lstStyle>
          <a:p>
            <a:pPr lvl="0" algn="ctr">
              <a:spcBef>
                <a:spcPts val="900"/>
              </a:spcBef>
            </a:pPr>
            <a:r>
              <a:rPr lang="en-US"/>
              <a:t>Click to edit Master text styles</a:t>
            </a:r>
          </a:p>
        </p:txBody>
      </p:sp>
      <p:sp>
        <p:nvSpPr>
          <p:cNvPr id="6" name="Picture Placeholder 17">
            <a:extLst>
              <a:ext uri="{FF2B5EF4-FFF2-40B4-BE49-F238E27FC236}">
                <a16:creationId xmlns:a16="http://schemas.microsoft.com/office/drawing/2014/main" id="{D07104F8-92DD-94DA-7E53-A07A3C420DBB}"/>
              </a:ext>
            </a:extLst>
          </p:cNvPr>
          <p:cNvSpPr>
            <a:spLocks noGrp="1"/>
          </p:cNvSpPr>
          <p:nvPr>
            <p:ph type="pic" sz="quarter" idx="22" hasCustomPrompt="1"/>
          </p:nvPr>
        </p:nvSpPr>
        <p:spPr>
          <a:xfrm>
            <a:off x="9058664" y="1081320"/>
            <a:ext cx="2101273" cy="4699619"/>
          </a:xfrm>
          <a:prstGeom prst="roundRect">
            <a:avLst>
              <a:gd name="adj" fmla="val 6840"/>
            </a:avLst>
          </a:prstGeom>
          <a:solidFill>
            <a:schemeClr val="bg1">
              <a:lumMod val="95000"/>
            </a:schemeClr>
          </a:solidFill>
          <a:ln>
            <a:noFill/>
          </a:ln>
          <a:scene3d>
            <a:camera prst="orthographicFront"/>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914400" numCol="1" spcCol="0" rtlCol="0" fromWordArt="0" anchor="ctr" anchorCtr="1" forceAA="0" compatLnSpc="1">
            <a:prstTxWarp prst="textNoShape">
              <a:avLst/>
            </a:prstTxWarp>
            <a:noAutofit/>
          </a:bodyPr>
          <a:lstStyle>
            <a:lvl1pPr>
              <a:defRPr lang="en-US" sz="1400" b="0" i="0">
                <a:solidFill>
                  <a:schemeClr val="tx1"/>
                </a:solidFill>
                <a:latin typeface="Spectrum Sans" panose="020B0502020503020304" pitchFamily="34" charset="0"/>
              </a:defRPr>
            </a:lvl1pPr>
          </a:lstStyle>
          <a:p>
            <a:pPr lvl="0" algn="ctr">
              <a:spcBef>
                <a:spcPts val="900"/>
              </a:spcBef>
            </a:pPr>
            <a:r>
              <a:rPr lang="en-US"/>
              <a:t>Drag and drop photo</a:t>
            </a:r>
          </a:p>
        </p:txBody>
      </p:sp>
      <p:sp>
        <p:nvSpPr>
          <p:cNvPr id="14" name="TextBox 13">
            <a:extLst>
              <a:ext uri="{FF2B5EF4-FFF2-40B4-BE49-F238E27FC236}">
                <a16:creationId xmlns:a16="http://schemas.microsoft.com/office/drawing/2014/main" id="{7A1576BD-F464-F8BD-C0DE-7B290B62D980}"/>
              </a:ext>
            </a:extLst>
          </p:cNvPr>
          <p:cNvSpPr txBox="1"/>
          <p:nvPr userDrawn="1"/>
        </p:nvSpPr>
        <p:spPr>
          <a:xfrm>
            <a:off x="7255838" y="6221114"/>
            <a:ext cx="0" cy="0"/>
          </a:xfrm>
          <a:prstGeom prst="rect">
            <a:avLst/>
          </a:prstGeom>
          <a:noFill/>
        </p:spPr>
        <p:txBody>
          <a:bodyPr wrap="none" lIns="0" tIns="0" rIns="0" bIns="0" rtlCol="0">
            <a:noAutofit/>
          </a:bodyPr>
          <a:lstStyle/>
          <a:p>
            <a:pPr>
              <a:spcBef>
                <a:spcPts val="900"/>
              </a:spcBef>
            </a:pPr>
            <a:endParaRPr lang="en-US" sz="2000" b="0" i="0">
              <a:solidFill>
                <a:schemeClr val="tx1">
                  <a:lumMod val="75000"/>
                  <a:lumOff val="25000"/>
                </a:schemeClr>
              </a:solidFill>
              <a:latin typeface="Spectrum Sans" panose="020B0502020503020304" pitchFamily="34" charset="0"/>
            </a:endParaRPr>
          </a:p>
        </p:txBody>
      </p:sp>
      <p:sp>
        <p:nvSpPr>
          <p:cNvPr id="28" name="Text Placeholder 27">
            <a:extLst>
              <a:ext uri="{FF2B5EF4-FFF2-40B4-BE49-F238E27FC236}">
                <a16:creationId xmlns:a16="http://schemas.microsoft.com/office/drawing/2014/main" id="{47D01229-CADF-1492-46CF-ECED44A64FD5}"/>
              </a:ext>
            </a:extLst>
          </p:cNvPr>
          <p:cNvSpPr>
            <a:spLocks noGrp="1"/>
          </p:cNvSpPr>
          <p:nvPr>
            <p:ph type="body" sz="quarter" idx="27"/>
          </p:nvPr>
        </p:nvSpPr>
        <p:spPr>
          <a:xfrm>
            <a:off x="8990408" y="994221"/>
            <a:ext cx="2261421" cy="4869560"/>
          </a:xfrm>
          <a:custGeom>
            <a:avLst/>
            <a:gdLst>
              <a:gd name="connsiteX0" fmla="*/ 206446 w 2261421"/>
              <a:gd name="connsiteY0" fmla="*/ 91287 h 4869560"/>
              <a:gd name="connsiteX1" fmla="*/ 159204 w 2261421"/>
              <a:gd name="connsiteY1" fmla="*/ 100832 h 4869560"/>
              <a:gd name="connsiteX2" fmla="*/ 84887 w 2261421"/>
              <a:gd name="connsiteY2" fmla="*/ 212901 h 4869560"/>
              <a:gd name="connsiteX3" fmla="*/ 84887 w 2261421"/>
              <a:gd name="connsiteY3" fmla="*/ 4656687 h 4869560"/>
              <a:gd name="connsiteX4" fmla="*/ 206529 w 2261421"/>
              <a:gd name="connsiteY4" fmla="*/ 4778301 h 4869560"/>
              <a:gd name="connsiteX5" fmla="*/ 2055835 w 2261421"/>
              <a:gd name="connsiteY5" fmla="*/ 4778301 h 4869560"/>
              <a:gd name="connsiteX6" fmla="*/ 2103049 w 2261421"/>
              <a:gd name="connsiteY6" fmla="*/ 4768756 h 4869560"/>
              <a:gd name="connsiteX7" fmla="*/ 2177339 w 2261421"/>
              <a:gd name="connsiteY7" fmla="*/ 4656715 h 4869560"/>
              <a:gd name="connsiteX8" fmla="*/ 2177339 w 2261421"/>
              <a:gd name="connsiteY8" fmla="*/ 212929 h 4869560"/>
              <a:gd name="connsiteX9" fmla="*/ 2055696 w 2261421"/>
              <a:gd name="connsiteY9" fmla="*/ 91287 h 4869560"/>
              <a:gd name="connsiteX10" fmla="*/ 220095 w 2261421"/>
              <a:gd name="connsiteY10" fmla="*/ 0 h 4869560"/>
              <a:gd name="connsiteX11" fmla="*/ 2041326 w 2261421"/>
              <a:gd name="connsiteY11" fmla="*/ 0 h 4869560"/>
              <a:gd name="connsiteX12" fmla="*/ 2261421 w 2261421"/>
              <a:gd name="connsiteY12" fmla="*/ 220060 h 4869560"/>
              <a:gd name="connsiteX13" fmla="*/ 2261421 w 2261421"/>
              <a:gd name="connsiteY13" fmla="*/ 4649500 h 4869560"/>
              <a:gd name="connsiteX14" fmla="*/ 2041326 w 2261421"/>
              <a:gd name="connsiteY14" fmla="*/ 4869560 h 4869560"/>
              <a:gd name="connsiteX15" fmla="*/ 220095 w 2261421"/>
              <a:gd name="connsiteY15" fmla="*/ 4869560 h 4869560"/>
              <a:gd name="connsiteX16" fmla="*/ 0 w 2261421"/>
              <a:gd name="connsiteY16" fmla="*/ 4649500 h 4869560"/>
              <a:gd name="connsiteX17" fmla="*/ 0 w 2261421"/>
              <a:gd name="connsiteY17" fmla="*/ 220060 h 4869560"/>
              <a:gd name="connsiteX18" fmla="*/ 220095 w 2261421"/>
              <a:gd name="connsiteY18" fmla="*/ 0 h 486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421" h="4869560">
                <a:moveTo>
                  <a:pt x="206446" y="91287"/>
                </a:moveTo>
                <a:lnTo>
                  <a:pt x="159204" y="100832"/>
                </a:lnTo>
                <a:cubicBezTo>
                  <a:pt x="115540" y="119283"/>
                  <a:pt x="84887" y="162513"/>
                  <a:pt x="84887" y="212901"/>
                </a:cubicBezTo>
                <a:lnTo>
                  <a:pt x="84887" y="4656687"/>
                </a:lnTo>
                <a:cubicBezTo>
                  <a:pt x="84887" y="4723834"/>
                  <a:pt x="139369" y="4778301"/>
                  <a:pt x="206529" y="4778301"/>
                </a:cubicBezTo>
                <a:lnTo>
                  <a:pt x="2055835" y="4778301"/>
                </a:lnTo>
                <a:lnTo>
                  <a:pt x="2103049" y="4768756"/>
                </a:lnTo>
                <a:cubicBezTo>
                  <a:pt x="2146713" y="4750277"/>
                  <a:pt x="2177339" y="4707075"/>
                  <a:pt x="2177339" y="4656715"/>
                </a:cubicBezTo>
                <a:lnTo>
                  <a:pt x="2177339" y="212929"/>
                </a:lnTo>
                <a:cubicBezTo>
                  <a:pt x="2177339" y="145754"/>
                  <a:pt x="2122884" y="91287"/>
                  <a:pt x="2055696" y="91287"/>
                </a:cubicBezTo>
                <a:close/>
                <a:moveTo>
                  <a:pt x="220095" y="0"/>
                </a:moveTo>
                <a:lnTo>
                  <a:pt x="2041326" y="0"/>
                </a:lnTo>
                <a:cubicBezTo>
                  <a:pt x="2162886" y="0"/>
                  <a:pt x="2261421" y="98529"/>
                  <a:pt x="2261421" y="220060"/>
                </a:cubicBezTo>
                <a:lnTo>
                  <a:pt x="2261421" y="4649500"/>
                </a:lnTo>
                <a:cubicBezTo>
                  <a:pt x="2261421" y="4771031"/>
                  <a:pt x="2162914" y="4869560"/>
                  <a:pt x="2041326" y="4869560"/>
                </a:cubicBezTo>
                <a:lnTo>
                  <a:pt x="220095" y="4869560"/>
                </a:lnTo>
                <a:cubicBezTo>
                  <a:pt x="98563" y="4869560"/>
                  <a:pt x="0" y="4771059"/>
                  <a:pt x="0" y="4649500"/>
                </a:cubicBezTo>
                <a:lnTo>
                  <a:pt x="0" y="220060"/>
                </a:lnTo>
                <a:cubicBezTo>
                  <a:pt x="0" y="98529"/>
                  <a:pt x="98563" y="0"/>
                  <a:pt x="220095" y="0"/>
                </a:cubicBezTo>
                <a:close/>
              </a:path>
            </a:pathLst>
          </a:custGeom>
          <a:solidFill>
            <a:schemeClr val="tx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sp>
        <p:nvSpPr>
          <p:cNvPr id="4" name="Date Placeholder 3">
            <a:extLst>
              <a:ext uri="{FF2B5EF4-FFF2-40B4-BE49-F238E27FC236}">
                <a16:creationId xmlns:a16="http://schemas.microsoft.com/office/drawing/2014/main" id="{6C75EBC0-E1D0-4339-06F2-C1C895F030B9}"/>
              </a:ext>
            </a:extLst>
          </p:cNvPr>
          <p:cNvSpPr>
            <a:spLocks noGrp="1"/>
          </p:cNvSpPr>
          <p:nvPr>
            <p:ph type="dt" sz="half" idx="28"/>
          </p:nvPr>
        </p:nvSpPr>
        <p:spPr/>
        <p:txBody>
          <a:bodyPr/>
          <a:lstStyle/>
          <a:p>
            <a:fld id="{04909A67-1E3D-7244-8264-16FF31550762}" type="datetime1">
              <a:rPr lang="en-US" smtClean="0"/>
              <a:t>3/19/2026</a:t>
            </a:fld>
            <a:endParaRPr lang="en-US"/>
          </a:p>
        </p:txBody>
      </p:sp>
      <p:sp>
        <p:nvSpPr>
          <p:cNvPr id="8" name="Footer Placeholder 7">
            <a:extLst>
              <a:ext uri="{FF2B5EF4-FFF2-40B4-BE49-F238E27FC236}">
                <a16:creationId xmlns:a16="http://schemas.microsoft.com/office/drawing/2014/main" id="{BE9C01C0-BA00-63B3-2E5D-5B0A8DC1686A}"/>
              </a:ext>
            </a:extLst>
          </p:cNvPr>
          <p:cNvSpPr>
            <a:spLocks noGrp="1"/>
          </p:cNvSpPr>
          <p:nvPr>
            <p:ph type="ftr" sz="quarter" idx="29"/>
          </p:nvPr>
        </p:nvSpPr>
        <p:spPr/>
        <p:txBody>
          <a:bodyPr/>
          <a:lstStyle/>
          <a:p>
            <a:endParaRPr lang="en-US"/>
          </a:p>
        </p:txBody>
      </p:sp>
      <p:sp>
        <p:nvSpPr>
          <p:cNvPr id="12" name="Slide Number Placeholder 11">
            <a:extLst>
              <a:ext uri="{FF2B5EF4-FFF2-40B4-BE49-F238E27FC236}">
                <a16:creationId xmlns:a16="http://schemas.microsoft.com/office/drawing/2014/main" id="{76F3D093-9A5C-63D5-C437-26A3CA634EE1}"/>
              </a:ext>
            </a:extLst>
          </p:cNvPr>
          <p:cNvSpPr>
            <a:spLocks noGrp="1"/>
          </p:cNvSpPr>
          <p:nvPr>
            <p:ph type="sldNum" sz="quarter" idx="30"/>
          </p:nvPr>
        </p:nvSpPr>
        <p:spPr/>
        <p:txBody>
          <a:bodyPr/>
          <a:lstStyle/>
          <a:p>
            <a:fld id="{A82C3BC0-3EBF-3C4C-A3D8-795624EBC6AA}" type="slidenum">
              <a:rPr lang="en-US" smtClean="0"/>
              <a:pPr/>
              <a:t>‹#›</a:t>
            </a:fld>
            <a:endParaRPr lang="en-US"/>
          </a:p>
        </p:txBody>
      </p:sp>
      <p:sp>
        <p:nvSpPr>
          <p:cNvPr id="16" name="Text Placeholder 15">
            <a:extLst>
              <a:ext uri="{FF2B5EF4-FFF2-40B4-BE49-F238E27FC236}">
                <a16:creationId xmlns:a16="http://schemas.microsoft.com/office/drawing/2014/main" id="{8DF746EB-4715-7EA8-07E4-036A2018853A}"/>
              </a:ext>
            </a:extLst>
          </p:cNvPr>
          <p:cNvSpPr>
            <a:spLocks noGrp="1"/>
          </p:cNvSpPr>
          <p:nvPr>
            <p:ph type="body" sz="quarter" idx="31"/>
          </p:nvPr>
        </p:nvSpPr>
        <p:spPr>
          <a:xfrm>
            <a:off x="496888" y="1642392"/>
            <a:ext cx="4773612" cy="4183734"/>
          </a:xfrm>
        </p:spPr>
        <p:txBody>
          <a:bodyPr/>
          <a:lstStyle/>
          <a:p>
            <a:pPr lvl="0"/>
            <a:r>
              <a:rPr lang="en-US"/>
              <a:t>Click to edit Master text styles</a:t>
            </a:r>
          </a:p>
          <a:p>
            <a:pPr lvl="1"/>
            <a:r>
              <a:rPr lang="en-US"/>
              <a:t>Second level</a:t>
            </a:r>
          </a:p>
          <a:p>
            <a:pPr lvl="2"/>
            <a:r>
              <a:rPr lang="en-US"/>
              <a:t>Third level</a:t>
            </a:r>
          </a:p>
        </p:txBody>
      </p:sp>
      <p:grpSp>
        <p:nvGrpSpPr>
          <p:cNvPr id="9" name="Group 8">
            <a:extLst>
              <a:ext uri="{FF2B5EF4-FFF2-40B4-BE49-F238E27FC236}">
                <a16:creationId xmlns:a16="http://schemas.microsoft.com/office/drawing/2014/main" id="{6D042F14-5F7A-CB76-228F-B6D3B7B453E0}"/>
              </a:ext>
            </a:extLst>
          </p:cNvPr>
          <p:cNvGrpSpPr/>
          <p:nvPr userDrawn="1"/>
        </p:nvGrpSpPr>
        <p:grpSpPr>
          <a:xfrm>
            <a:off x="10615642" y="6334107"/>
            <a:ext cx="1079469" cy="225489"/>
            <a:chOff x="10615642" y="6334107"/>
            <a:chExt cx="1079469" cy="225489"/>
          </a:xfrm>
        </p:grpSpPr>
        <p:sp>
          <p:nvSpPr>
            <p:cNvPr id="13" name="Freeform 12">
              <a:extLst>
                <a:ext uri="{FF2B5EF4-FFF2-40B4-BE49-F238E27FC236}">
                  <a16:creationId xmlns:a16="http://schemas.microsoft.com/office/drawing/2014/main" id="{D4C44889-5F8E-DE7B-503A-EFC3CE0CFD1A}"/>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C0E654F-A8A7-F8CA-9593-6494B92EB5F3}"/>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070C697-9E37-6CE4-C6D3-D0F238DF7A17}"/>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5E5A3EC6-F1AF-A6BE-C0D7-0B9F22AD08BF}"/>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F68E3F92-AD87-D71D-0A37-14D6536552B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093CB61-0AC4-B270-ACF4-63FB7769E5CD}"/>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DE864E5B-6BFD-8AF4-B9DD-5ED21046A39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3C66E6B2-AD22-7F69-1A9D-944DD8CDFC84}"/>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3BB8846-4ED4-7163-2194-7EEDC743B17C}"/>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 name="Rectangle 1">
            <a:extLst>
              <a:ext uri="{FF2B5EF4-FFF2-40B4-BE49-F238E27FC236}">
                <a16:creationId xmlns:a16="http://schemas.microsoft.com/office/drawing/2014/main" id="{DA584046-DDC2-1B88-204C-DA3F246466C4}"/>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428822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atures Full Screen">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EF67F453-D0B3-B1A1-9D4F-90030B9BE922}"/>
              </a:ext>
            </a:extLst>
          </p:cNvPr>
          <p:cNvSpPr>
            <a:spLocks noGrp="1"/>
          </p:cNvSpPr>
          <p:nvPr>
            <p:ph type="pic" sz="quarter" idx="13" hasCustomPrompt="1"/>
          </p:nvPr>
        </p:nvSpPr>
        <p:spPr>
          <a:xfrm>
            <a:off x="1" y="0"/>
            <a:ext cx="12192000" cy="6858000"/>
          </a:xfrm>
          <a:prstGeom prst="rect">
            <a:avLst/>
          </a:prstGeom>
        </p:spPr>
        <p:txBody>
          <a:bodyPr bIns="914400" anchor="ctr" anchorCtr="0"/>
          <a:lstStyle>
            <a:lvl1pPr algn="ctr">
              <a:defRPr sz="2800"/>
            </a:lvl1pPr>
          </a:lstStyle>
          <a:p>
            <a:r>
              <a:rPr lang="en-US"/>
              <a:t>Features Full Screen</a:t>
            </a:r>
          </a:p>
        </p:txBody>
      </p:sp>
    </p:spTree>
    <p:extLst>
      <p:ext uri="{BB962C8B-B14F-4D97-AF65-F5344CB8AC3E}">
        <p14:creationId xmlns:p14="http://schemas.microsoft.com/office/powerpoint/2010/main" val="22357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se Study Short Form Gra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10049192" cy="328304"/>
          </a:xfrm>
        </p:spPr>
        <p:txBody>
          <a:bodyPr/>
          <a:lstStyle/>
          <a:p>
            <a:r>
              <a:rPr lang="en-US"/>
              <a:t>Cast Study Short Form</a:t>
            </a:r>
          </a:p>
        </p:txBody>
      </p:sp>
      <p:sp>
        <p:nvSpPr>
          <p:cNvPr id="18" name="Text Placeholder 17">
            <a:extLst>
              <a:ext uri="{FF2B5EF4-FFF2-40B4-BE49-F238E27FC236}">
                <a16:creationId xmlns:a16="http://schemas.microsoft.com/office/drawing/2014/main" id="{C12FDFDF-BD1B-57A0-5D07-D542F6E4BAEB}"/>
              </a:ext>
            </a:extLst>
          </p:cNvPr>
          <p:cNvSpPr>
            <a:spLocks noGrp="1"/>
          </p:cNvSpPr>
          <p:nvPr>
            <p:ph type="body" sz="quarter" idx="14"/>
          </p:nvPr>
        </p:nvSpPr>
        <p:spPr>
          <a:xfrm>
            <a:off x="496889" y="1642391"/>
            <a:ext cx="5127736" cy="4183031"/>
          </a:xfrm>
          <a:prstGeom prst="rect">
            <a:avLst/>
          </a:prstGeom>
        </p:spPr>
        <p:txBody>
          <a:bodyPr/>
          <a:lstStyle>
            <a:lvl1pPr>
              <a:defRPr sz="2000"/>
            </a:lvl1pPr>
            <a:lvl2pPr>
              <a:spcBef>
                <a:spcPts val="600"/>
              </a:spcBef>
              <a:defRPr sz="1400"/>
            </a:lvl2pPr>
            <a:lvl3pPr>
              <a:defRPr sz="1400"/>
            </a:lvl3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id="{48EC7149-D81E-853A-6B34-9A0FE014A94F}"/>
              </a:ext>
            </a:extLst>
          </p:cNvPr>
          <p:cNvSpPr>
            <a:spLocks noGrp="1"/>
          </p:cNvSpPr>
          <p:nvPr>
            <p:ph type="pic" sz="quarter" idx="13" hasCustomPrompt="1"/>
          </p:nvPr>
        </p:nvSpPr>
        <p:spPr>
          <a:xfrm>
            <a:off x="6540500" y="1642390"/>
            <a:ext cx="5134779" cy="4183031"/>
          </a:xfrm>
          <a:prstGeom prst="rect">
            <a:avLst/>
          </a:prstGeom>
        </p:spPr>
        <p:txBody>
          <a:bodyPr bIns="914400" anchor="ctr" anchorCtr="0"/>
          <a:lstStyle>
            <a:lvl1pPr algn="ctr">
              <a:defRPr sz="2000"/>
            </a:lvl1pPr>
          </a:lstStyle>
          <a:p>
            <a:r>
              <a:rPr lang="en-US"/>
              <a:t>Insert relevant photo here</a:t>
            </a:r>
          </a:p>
        </p:txBody>
      </p:sp>
      <p:sp>
        <p:nvSpPr>
          <p:cNvPr id="5" name="Picture Placeholder 4">
            <a:extLst>
              <a:ext uri="{FF2B5EF4-FFF2-40B4-BE49-F238E27FC236}">
                <a16:creationId xmlns:a16="http://schemas.microsoft.com/office/drawing/2014/main" id="{3C86A0E3-D9E1-C8C9-F558-4D4A111C5E4B}"/>
              </a:ext>
            </a:extLst>
          </p:cNvPr>
          <p:cNvSpPr>
            <a:spLocks noGrp="1"/>
          </p:cNvSpPr>
          <p:nvPr>
            <p:ph type="pic" sz="quarter" idx="24" hasCustomPrompt="1"/>
          </p:nvPr>
        </p:nvSpPr>
        <p:spPr>
          <a:xfrm>
            <a:off x="10976779" y="305395"/>
            <a:ext cx="698500" cy="696017"/>
          </a:xfrm>
          <a:prstGeom prst="rect">
            <a:avLst/>
          </a:prstGeom>
        </p:spPr>
        <p:txBody>
          <a:bodyPr/>
          <a:lstStyle>
            <a:lvl1pPr algn="ctr">
              <a:defRPr sz="1400"/>
            </a:lvl1pPr>
          </a:lstStyle>
          <a:p>
            <a:r>
              <a:rPr lang="en-US"/>
              <a:t>logo</a:t>
            </a:r>
          </a:p>
        </p:txBody>
      </p:sp>
      <p:sp>
        <p:nvSpPr>
          <p:cNvPr id="13" name="Date Placeholder 12">
            <a:extLst>
              <a:ext uri="{FF2B5EF4-FFF2-40B4-BE49-F238E27FC236}">
                <a16:creationId xmlns:a16="http://schemas.microsoft.com/office/drawing/2014/main" id="{798F936B-621B-427D-7488-77B10BCA0673}"/>
              </a:ext>
            </a:extLst>
          </p:cNvPr>
          <p:cNvSpPr>
            <a:spLocks noGrp="1"/>
          </p:cNvSpPr>
          <p:nvPr>
            <p:ph type="dt" sz="half" idx="25"/>
          </p:nvPr>
        </p:nvSpPr>
        <p:spPr/>
        <p:txBody>
          <a:bodyPr/>
          <a:lstStyle/>
          <a:p>
            <a:fld id="{B2090915-7CAB-7A47-8172-045093D7DE01}" type="datetime1">
              <a:rPr lang="en-US" smtClean="0"/>
              <a:t>3/19/2026</a:t>
            </a:fld>
            <a:endParaRPr lang="en-US"/>
          </a:p>
        </p:txBody>
      </p:sp>
      <p:sp>
        <p:nvSpPr>
          <p:cNvPr id="14" name="Footer Placeholder 13">
            <a:extLst>
              <a:ext uri="{FF2B5EF4-FFF2-40B4-BE49-F238E27FC236}">
                <a16:creationId xmlns:a16="http://schemas.microsoft.com/office/drawing/2014/main" id="{BDF49D52-6070-DDDC-5DCB-BF7E8EF8A721}"/>
              </a:ext>
            </a:extLst>
          </p:cNvPr>
          <p:cNvSpPr>
            <a:spLocks noGrp="1"/>
          </p:cNvSpPr>
          <p:nvPr>
            <p:ph type="ftr" sz="quarter" idx="26"/>
          </p:nvPr>
        </p:nvSpPr>
        <p:spPr>
          <a:xfrm>
            <a:off x="1184275" y="6384903"/>
            <a:ext cx="4440349" cy="100074"/>
          </a:xfrm>
        </p:spPr>
        <p:txBody>
          <a:bodyPr/>
          <a:lstStyle/>
          <a:p>
            <a:endParaRPr lang="en-US"/>
          </a:p>
        </p:txBody>
      </p:sp>
      <p:sp>
        <p:nvSpPr>
          <p:cNvPr id="15" name="Slide Number Placeholder 14">
            <a:extLst>
              <a:ext uri="{FF2B5EF4-FFF2-40B4-BE49-F238E27FC236}">
                <a16:creationId xmlns:a16="http://schemas.microsoft.com/office/drawing/2014/main" id="{20246DD2-40F3-3BCA-7E14-1F2E13AC35FD}"/>
              </a:ext>
            </a:extLst>
          </p:cNvPr>
          <p:cNvSpPr>
            <a:spLocks noGrp="1"/>
          </p:cNvSpPr>
          <p:nvPr>
            <p:ph type="sldNum" sz="quarter" idx="27"/>
          </p:nvPr>
        </p:nvSpPr>
        <p:spPr/>
        <p:txBody>
          <a:bodyPr/>
          <a:lstStyle/>
          <a:p>
            <a:fld id="{A82C3BC0-3EBF-3C4C-A3D8-795624EBC6AA}" type="slidenum">
              <a:rPr lang="en-US" smtClean="0"/>
              <a:pPr/>
              <a:t>‹#›</a:t>
            </a:fld>
            <a:endParaRPr lang="en-US"/>
          </a:p>
        </p:txBody>
      </p:sp>
      <p:cxnSp>
        <p:nvCxnSpPr>
          <p:cNvPr id="4" name="Straight Connector 3">
            <a:extLst>
              <a:ext uri="{FF2B5EF4-FFF2-40B4-BE49-F238E27FC236}">
                <a16:creationId xmlns:a16="http://schemas.microsoft.com/office/drawing/2014/main" id="{7BA3DF1B-0E22-0B4E-73A2-D6CDFDCD6C0E}"/>
              </a:ext>
            </a:extLst>
          </p:cNvPr>
          <p:cNvCxnSpPr>
            <a:cxnSpLocks/>
          </p:cNvCxnSpPr>
          <p:nvPr userDrawn="1"/>
        </p:nvCxnSpPr>
        <p:spPr>
          <a:xfrm>
            <a:off x="6069125" y="1642390"/>
            <a:ext cx="0" cy="4218763"/>
          </a:xfrm>
          <a:prstGeom prst="line">
            <a:avLst/>
          </a:prstGeom>
          <a:ln w="12700">
            <a:gradFill>
              <a:gsLst>
                <a:gs pos="0">
                  <a:schemeClr val="accent3"/>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A7163430-7023-7A71-2F3D-FEF0CABECD31}"/>
              </a:ext>
            </a:extLst>
          </p:cNvPr>
          <p:cNvGrpSpPr/>
          <p:nvPr userDrawn="1"/>
        </p:nvGrpSpPr>
        <p:grpSpPr>
          <a:xfrm>
            <a:off x="10615642" y="6334107"/>
            <a:ext cx="1079469" cy="225489"/>
            <a:chOff x="10615642" y="6334107"/>
            <a:chExt cx="1079469" cy="225489"/>
          </a:xfrm>
        </p:grpSpPr>
        <p:sp>
          <p:nvSpPr>
            <p:cNvPr id="7" name="Freeform 6">
              <a:extLst>
                <a:ext uri="{FF2B5EF4-FFF2-40B4-BE49-F238E27FC236}">
                  <a16:creationId xmlns:a16="http://schemas.microsoft.com/office/drawing/2014/main" id="{45CDDB6E-BF46-4163-769D-032760CB252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65CF2C5E-46F8-3476-68D5-1F8809D9EEE7}"/>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F08BE24-904E-36FC-8EF3-61C71444B2EE}"/>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C9BCDA71-8C0C-FA3A-E6CE-00AD8E5A0525}"/>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887B6253-452A-EAE9-DC43-BA0EC0C852F9}"/>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A834465-C2B4-9A88-970E-8FAB06FE117C}"/>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6C9FB89-3F5B-D51A-3F3F-BC50922D4B1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376CB89-0413-0DD4-1747-0796CC2A19A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29458022-9EDD-0C60-A4E2-89A0630E4E64}"/>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9" name="Rectangle 8">
            <a:extLst>
              <a:ext uri="{FF2B5EF4-FFF2-40B4-BE49-F238E27FC236}">
                <a16:creationId xmlns:a16="http://schemas.microsoft.com/office/drawing/2014/main" id="{A26F7984-F670-7C59-730E-FA2FBB268F50}"/>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01204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se Study Results Gra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496888" y="489252"/>
            <a:ext cx="9967912" cy="328304"/>
          </a:xfrm>
        </p:spPr>
        <p:txBody>
          <a:bodyPr/>
          <a:lstStyle/>
          <a:p>
            <a:r>
              <a:rPr lang="en-US"/>
              <a:t>Cast Study Results</a:t>
            </a:r>
          </a:p>
        </p:txBody>
      </p:sp>
      <p:sp>
        <p:nvSpPr>
          <p:cNvPr id="12" name="Picture Placeholder 4">
            <a:extLst>
              <a:ext uri="{FF2B5EF4-FFF2-40B4-BE49-F238E27FC236}">
                <a16:creationId xmlns:a16="http://schemas.microsoft.com/office/drawing/2014/main" id="{1CCE64B7-17BC-57C5-6770-99C8AFC546A1}"/>
              </a:ext>
            </a:extLst>
          </p:cNvPr>
          <p:cNvSpPr>
            <a:spLocks noGrp="1"/>
          </p:cNvSpPr>
          <p:nvPr>
            <p:ph type="pic" sz="quarter" idx="24" hasCustomPrompt="1"/>
          </p:nvPr>
        </p:nvSpPr>
        <p:spPr>
          <a:xfrm>
            <a:off x="10976779" y="305395"/>
            <a:ext cx="698500" cy="696017"/>
          </a:xfrm>
          <a:prstGeom prst="rect">
            <a:avLst/>
          </a:prstGeom>
        </p:spPr>
        <p:txBody>
          <a:bodyPr/>
          <a:lstStyle>
            <a:lvl1pPr algn="ctr">
              <a:defRPr sz="1400"/>
            </a:lvl1pPr>
          </a:lstStyle>
          <a:p>
            <a:r>
              <a:rPr lang="en-US"/>
              <a:t>logo</a:t>
            </a:r>
          </a:p>
        </p:txBody>
      </p:sp>
      <p:sp>
        <p:nvSpPr>
          <p:cNvPr id="13" name="Date Placeholder 12">
            <a:extLst>
              <a:ext uri="{FF2B5EF4-FFF2-40B4-BE49-F238E27FC236}">
                <a16:creationId xmlns:a16="http://schemas.microsoft.com/office/drawing/2014/main" id="{7418C16D-6F98-F59C-8DF4-A9EA01A8525A}"/>
              </a:ext>
            </a:extLst>
          </p:cNvPr>
          <p:cNvSpPr>
            <a:spLocks noGrp="1"/>
          </p:cNvSpPr>
          <p:nvPr>
            <p:ph type="dt" sz="half" idx="27"/>
          </p:nvPr>
        </p:nvSpPr>
        <p:spPr/>
        <p:txBody>
          <a:bodyPr/>
          <a:lstStyle/>
          <a:p>
            <a:fld id="{2C04FA83-FAF2-C144-AF83-3C290AC3D79A}" type="datetime1">
              <a:rPr lang="en-US" smtClean="0"/>
              <a:t>3/19/2026</a:t>
            </a:fld>
            <a:endParaRPr lang="en-US"/>
          </a:p>
        </p:txBody>
      </p:sp>
      <p:sp>
        <p:nvSpPr>
          <p:cNvPr id="14" name="Footer Placeholder 13">
            <a:extLst>
              <a:ext uri="{FF2B5EF4-FFF2-40B4-BE49-F238E27FC236}">
                <a16:creationId xmlns:a16="http://schemas.microsoft.com/office/drawing/2014/main" id="{69459E9C-E8A0-0610-5D83-09675C54A82A}"/>
              </a:ext>
            </a:extLst>
          </p:cNvPr>
          <p:cNvSpPr>
            <a:spLocks noGrp="1"/>
          </p:cNvSpPr>
          <p:nvPr>
            <p:ph type="ftr" sz="quarter" idx="28"/>
          </p:nvPr>
        </p:nvSpPr>
        <p:spPr>
          <a:xfrm>
            <a:off x="1184275" y="6384903"/>
            <a:ext cx="4440349" cy="100074"/>
          </a:xfrm>
        </p:spPr>
        <p:txBody>
          <a:bodyPr/>
          <a:lstStyle/>
          <a:p>
            <a:endParaRPr lang="en-US"/>
          </a:p>
        </p:txBody>
      </p:sp>
      <p:sp>
        <p:nvSpPr>
          <p:cNvPr id="15" name="Slide Number Placeholder 14">
            <a:extLst>
              <a:ext uri="{FF2B5EF4-FFF2-40B4-BE49-F238E27FC236}">
                <a16:creationId xmlns:a16="http://schemas.microsoft.com/office/drawing/2014/main" id="{3F0D7E88-5A3D-A394-F54D-08DB7FE575C7}"/>
              </a:ext>
            </a:extLst>
          </p:cNvPr>
          <p:cNvSpPr>
            <a:spLocks noGrp="1"/>
          </p:cNvSpPr>
          <p:nvPr>
            <p:ph type="sldNum" sz="quarter" idx="29"/>
          </p:nvPr>
        </p:nvSpPr>
        <p:spPr/>
        <p:txBody>
          <a:bodyPr/>
          <a:lstStyle/>
          <a:p>
            <a:fld id="{A82C3BC0-3EBF-3C4C-A3D8-795624EBC6AA}" type="slidenum">
              <a:rPr lang="en-US" smtClean="0"/>
              <a:pPr/>
              <a:t>‹#›</a:t>
            </a:fld>
            <a:endParaRPr lang="en-US"/>
          </a:p>
        </p:txBody>
      </p:sp>
      <p:sp>
        <p:nvSpPr>
          <p:cNvPr id="17" name="Text Placeholder 16">
            <a:extLst>
              <a:ext uri="{FF2B5EF4-FFF2-40B4-BE49-F238E27FC236}">
                <a16:creationId xmlns:a16="http://schemas.microsoft.com/office/drawing/2014/main" id="{4E0C825D-98C1-B159-867F-8C6E8C72C234}"/>
              </a:ext>
            </a:extLst>
          </p:cNvPr>
          <p:cNvSpPr>
            <a:spLocks noGrp="1"/>
          </p:cNvSpPr>
          <p:nvPr>
            <p:ph type="body" sz="quarter" idx="30"/>
          </p:nvPr>
        </p:nvSpPr>
        <p:spPr>
          <a:xfrm>
            <a:off x="496888" y="1642392"/>
            <a:ext cx="5127625" cy="4183734"/>
          </a:xfrm>
        </p:spPr>
        <p:txBody>
          <a:bodyPr/>
          <a:lstStyle>
            <a:lvl1pPr>
              <a:defRPr sz="1400" cap="all" baseline="0"/>
            </a:lvl1pPr>
            <a:lvl2pPr marL="0" indent="0">
              <a:spcBef>
                <a:spcPts val="1800"/>
              </a:spcBef>
              <a:buNone/>
              <a:defRPr sz="2000"/>
            </a:lvl2pPr>
            <a:lvl3pPr marL="122238" indent="-107950">
              <a:buFont typeface="Arial" panose="020B0604020202020204" pitchFamily="34" charset="0"/>
              <a:buChar char="•"/>
              <a:tabLst/>
              <a:defRPr/>
            </a:lvl3pPr>
          </a:lstStyle>
          <a:p>
            <a:pPr lvl="0"/>
            <a:r>
              <a:rPr lang="en-US"/>
              <a:t>Click to edit Master text styles</a:t>
            </a:r>
          </a:p>
          <a:p>
            <a:pPr lvl="1"/>
            <a:r>
              <a:rPr lang="en-US"/>
              <a:t>Second level</a:t>
            </a:r>
          </a:p>
          <a:p>
            <a:pPr lvl="2"/>
            <a:r>
              <a:rPr lang="en-US"/>
              <a:t>Third level</a:t>
            </a:r>
          </a:p>
        </p:txBody>
      </p:sp>
      <p:sp>
        <p:nvSpPr>
          <p:cNvPr id="19" name="Text Placeholder 16">
            <a:extLst>
              <a:ext uri="{FF2B5EF4-FFF2-40B4-BE49-F238E27FC236}">
                <a16:creationId xmlns:a16="http://schemas.microsoft.com/office/drawing/2014/main" id="{BB402BE2-8301-55EF-D845-070AC5514065}"/>
              </a:ext>
            </a:extLst>
          </p:cNvPr>
          <p:cNvSpPr>
            <a:spLocks noGrp="1"/>
          </p:cNvSpPr>
          <p:nvPr>
            <p:ph type="body" sz="quarter" idx="31"/>
          </p:nvPr>
        </p:nvSpPr>
        <p:spPr>
          <a:xfrm>
            <a:off x="6540501" y="1642392"/>
            <a:ext cx="5134778" cy="4183734"/>
          </a:xfrm>
        </p:spPr>
        <p:txBody>
          <a:bodyPr/>
          <a:lstStyle>
            <a:lvl1pPr>
              <a:defRPr sz="1400" cap="all" baseline="0"/>
            </a:lvl1pPr>
            <a:lvl2pPr marL="0" indent="0">
              <a:spcBef>
                <a:spcPts val="1800"/>
              </a:spcBef>
              <a:buNone/>
              <a:defRPr sz="2000"/>
            </a:lvl2pPr>
            <a:lvl3pPr marL="122238" indent="-107950">
              <a:buFont typeface="Arial" panose="020B0604020202020204" pitchFamily="34" charset="0"/>
              <a:buChar char="•"/>
              <a:tabLst/>
              <a:defRPr/>
            </a:lvl3pPr>
          </a:lstStyle>
          <a:p>
            <a:pPr lvl="0"/>
            <a:r>
              <a:rPr lang="en-US"/>
              <a:t>Click to edit Master text styles</a:t>
            </a:r>
          </a:p>
          <a:p>
            <a:pPr lvl="1"/>
            <a:r>
              <a:rPr lang="en-US"/>
              <a:t>Second level</a:t>
            </a:r>
          </a:p>
          <a:p>
            <a:pPr lvl="2"/>
            <a:r>
              <a:rPr lang="en-US"/>
              <a:t>Third level</a:t>
            </a:r>
          </a:p>
        </p:txBody>
      </p:sp>
      <p:cxnSp>
        <p:nvCxnSpPr>
          <p:cNvPr id="2" name="Straight Connector 1">
            <a:extLst>
              <a:ext uri="{FF2B5EF4-FFF2-40B4-BE49-F238E27FC236}">
                <a16:creationId xmlns:a16="http://schemas.microsoft.com/office/drawing/2014/main" id="{C4791B6B-7CA7-13F8-7903-32BE6131A92E}"/>
              </a:ext>
            </a:extLst>
          </p:cNvPr>
          <p:cNvCxnSpPr>
            <a:cxnSpLocks/>
          </p:cNvCxnSpPr>
          <p:nvPr userDrawn="1"/>
        </p:nvCxnSpPr>
        <p:spPr>
          <a:xfrm>
            <a:off x="6069125" y="1642390"/>
            <a:ext cx="0" cy="4218763"/>
          </a:xfrm>
          <a:prstGeom prst="line">
            <a:avLst/>
          </a:prstGeom>
          <a:ln w="12700">
            <a:gradFill>
              <a:gsLst>
                <a:gs pos="0">
                  <a:schemeClr val="accent3"/>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A9098AF-1827-F9ED-18D4-024532B72145}"/>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95275CDD-0A36-9E78-2352-0E212BE43C2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28F4A9BE-7C5D-10B3-8D2C-19B773201B2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9F28C755-A168-5891-B456-1D746003D8CA}"/>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C0ACC12-5A58-DA02-FA4F-39DA2FD8348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4804337-D896-8FE8-27D9-14A7B2F617EB}"/>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5B57046-0CA2-8C90-C092-75EAF6557256}"/>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C8C911A-7C71-A59D-1550-066676F766BA}"/>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9D522B95-36F2-315D-7096-074BE49F16DA}"/>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9D8AB4A-C844-94D4-13A0-338A1F5CF8A3}"/>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9" name="Rectangle 8">
            <a:extLst>
              <a:ext uri="{FF2B5EF4-FFF2-40B4-BE49-F238E27FC236}">
                <a16:creationId xmlns:a16="http://schemas.microsoft.com/office/drawing/2014/main" id="{619E7F57-43EF-AC23-DB24-E7CB6D8FACA0}"/>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02526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Featured Person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87112" cy="328304"/>
          </a:xfrm>
        </p:spPr>
        <p:txBody>
          <a:bodyPr/>
          <a:lstStyle/>
          <a:p>
            <a:r>
              <a:rPr lang="en-US"/>
              <a:t>One Featured Person White</a:t>
            </a:r>
          </a:p>
        </p:txBody>
      </p:sp>
      <p:sp>
        <p:nvSpPr>
          <p:cNvPr id="6" name="Picture Placeholder 9">
            <a:extLst>
              <a:ext uri="{FF2B5EF4-FFF2-40B4-BE49-F238E27FC236}">
                <a16:creationId xmlns:a16="http://schemas.microsoft.com/office/drawing/2014/main" id="{A64459EE-4B77-50AA-3597-13D256B2C252}"/>
              </a:ext>
            </a:extLst>
          </p:cNvPr>
          <p:cNvSpPr>
            <a:spLocks noGrp="1"/>
          </p:cNvSpPr>
          <p:nvPr>
            <p:ph type="pic" sz="quarter" idx="13" hasCustomPrompt="1"/>
          </p:nvPr>
        </p:nvSpPr>
        <p:spPr>
          <a:xfrm>
            <a:off x="496889" y="1642391"/>
            <a:ext cx="4124602" cy="4123028"/>
          </a:xfrm>
          <a:prstGeom prst="roundRect">
            <a:avLst>
              <a:gd name="adj" fmla="val 2317"/>
            </a:avLst>
          </a:prstGeom>
          <a:ln w="12700">
            <a:gradFill>
              <a:gsLst>
                <a:gs pos="1000">
                  <a:schemeClr val="accent2"/>
                </a:gs>
                <a:gs pos="100000">
                  <a:schemeClr val="accent3"/>
                </a:gs>
              </a:gsLst>
              <a:lin ang="0" scaled="0"/>
            </a:gradFill>
          </a:ln>
        </p:spPr>
        <p:txBody>
          <a:bodyPr bIns="914400" anchor="ctr" anchorCtr="0"/>
          <a:lstStyle>
            <a:lvl1pPr algn="ctr">
              <a:defRPr sz="2000"/>
            </a:lvl1pPr>
          </a:lstStyle>
          <a:p>
            <a:r>
              <a:rPr lang="en-US"/>
              <a:t>Insert Headshot</a:t>
            </a:r>
          </a:p>
        </p:txBody>
      </p:sp>
      <p:sp>
        <p:nvSpPr>
          <p:cNvPr id="11" name="Date Placeholder 10">
            <a:extLst>
              <a:ext uri="{FF2B5EF4-FFF2-40B4-BE49-F238E27FC236}">
                <a16:creationId xmlns:a16="http://schemas.microsoft.com/office/drawing/2014/main" id="{508E1EDF-99B3-D20F-14A8-E1FC901CEC60}"/>
              </a:ext>
            </a:extLst>
          </p:cNvPr>
          <p:cNvSpPr>
            <a:spLocks noGrp="1"/>
          </p:cNvSpPr>
          <p:nvPr>
            <p:ph type="dt" sz="half" idx="15"/>
          </p:nvPr>
        </p:nvSpPr>
        <p:spPr/>
        <p:txBody>
          <a:bodyPr/>
          <a:lstStyle/>
          <a:p>
            <a:fld id="{EA32CCAA-69E0-9945-9FC5-003E527B04F0}" type="datetime1">
              <a:rPr lang="en-US" smtClean="0"/>
              <a:t>3/19/2026</a:t>
            </a:fld>
            <a:endParaRPr lang="en-US"/>
          </a:p>
        </p:txBody>
      </p:sp>
      <p:sp>
        <p:nvSpPr>
          <p:cNvPr id="12" name="Footer Placeholder 11">
            <a:extLst>
              <a:ext uri="{FF2B5EF4-FFF2-40B4-BE49-F238E27FC236}">
                <a16:creationId xmlns:a16="http://schemas.microsoft.com/office/drawing/2014/main" id="{057C3FF9-B5AE-ABB5-2738-121AD7807602}"/>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17E2C07C-5047-7F9F-60F1-A48058B6A081}"/>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15" name="Text Placeholder 14">
            <a:extLst>
              <a:ext uri="{FF2B5EF4-FFF2-40B4-BE49-F238E27FC236}">
                <a16:creationId xmlns:a16="http://schemas.microsoft.com/office/drawing/2014/main" id="{CDF3C5AC-DCB0-F981-D94F-36E13FC05D4C}"/>
              </a:ext>
            </a:extLst>
          </p:cNvPr>
          <p:cNvSpPr>
            <a:spLocks noGrp="1"/>
          </p:cNvSpPr>
          <p:nvPr>
            <p:ph type="body" sz="quarter" idx="18"/>
          </p:nvPr>
        </p:nvSpPr>
        <p:spPr>
          <a:xfrm>
            <a:off x="5240338" y="1642391"/>
            <a:ext cx="6454775" cy="4123409"/>
          </a:xfrm>
        </p:spPr>
        <p:txBody>
          <a:bodyPr anchor="ctr" anchorCtr="0"/>
          <a:lstStyle>
            <a:lvl1pPr>
              <a:defRPr sz="2800"/>
            </a:lvl1pPr>
            <a:lvl2pPr marL="0" indent="0">
              <a:spcBef>
                <a:spcPts val="300"/>
              </a:spcBef>
              <a:buNone/>
              <a:defRPr sz="2000"/>
            </a:lvl2pPr>
            <a:lvl3pPr marL="14288" indent="0">
              <a:buNone/>
              <a:tabLst/>
              <a:defRPr sz="1400"/>
            </a:lvl3pPr>
          </a:lstStyle>
          <a:p>
            <a:pPr lvl="0"/>
            <a:r>
              <a:rPr lang="en-US"/>
              <a:t>Click to edit Master text styles</a:t>
            </a:r>
          </a:p>
          <a:p>
            <a:pPr lvl="1"/>
            <a:r>
              <a:rPr lang="en-US"/>
              <a:t>Second level</a:t>
            </a:r>
          </a:p>
          <a:p>
            <a:pPr lvl="2"/>
            <a:r>
              <a:rPr lang="en-US"/>
              <a:t>Third level</a:t>
            </a:r>
          </a:p>
        </p:txBody>
      </p:sp>
      <p:grpSp>
        <p:nvGrpSpPr>
          <p:cNvPr id="4" name="Group 3">
            <a:extLst>
              <a:ext uri="{FF2B5EF4-FFF2-40B4-BE49-F238E27FC236}">
                <a16:creationId xmlns:a16="http://schemas.microsoft.com/office/drawing/2014/main" id="{F4CDE354-ADB4-9FC6-99A3-4BFD2097A302}"/>
              </a:ext>
            </a:extLst>
          </p:cNvPr>
          <p:cNvGrpSpPr/>
          <p:nvPr userDrawn="1"/>
        </p:nvGrpSpPr>
        <p:grpSpPr>
          <a:xfrm>
            <a:off x="10615642" y="6334107"/>
            <a:ext cx="1079469" cy="225489"/>
            <a:chOff x="10615642" y="6334107"/>
            <a:chExt cx="1079469" cy="225489"/>
          </a:xfrm>
        </p:grpSpPr>
        <p:sp>
          <p:nvSpPr>
            <p:cNvPr id="5" name="Freeform 4">
              <a:extLst>
                <a:ext uri="{FF2B5EF4-FFF2-40B4-BE49-F238E27FC236}">
                  <a16:creationId xmlns:a16="http://schemas.microsoft.com/office/drawing/2014/main" id="{30A33B4F-37D0-BC82-05E8-07C713B14DA1}"/>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F3059D24-3FF8-68C3-3C1C-86FE2948256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C3196AF-BDB0-3969-AD80-4F4FE46987E7}"/>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E59940E-52F8-F8FF-AF7B-78084EA958D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44ADD49-FAEE-6094-C631-5317920B1B64}"/>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43E8F7B-EB7D-2845-139D-29F9498B83AC}"/>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C6D1D2-6D2E-A5D8-0D2F-4A8937B914D8}"/>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73F4330-EBBC-9729-035B-ED7746D8109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EDF6245B-A60C-2E2B-A681-DEDADAFC9113}"/>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0" name="Rectangle 9">
            <a:extLst>
              <a:ext uri="{FF2B5EF4-FFF2-40B4-BE49-F238E27FC236}">
                <a16:creationId xmlns:a16="http://schemas.microsoft.com/office/drawing/2014/main" id="{BA22383E-7467-A7C3-65C9-07F167D7D329}"/>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3020281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Featured Peo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97272" cy="328304"/>
          </a:xfrm>
        </p:spPr>
        <p:txBody>
          <a:bodyPr/>
          <a:lstStyle/>
          <a:p>
            <a:r>
              <a:rPr lang="en-US"/>
              <a:t>Two Featured People White</a:t>
            </a:r>
          </a:p>
        </p:txBody>
      </p:sp>
      <p:sp>
        <p:nvSpPr>
          <p:cNvPr id="13" name="Date Placeholder 12">
            <a:extLst>
              <a:ext uri="{FF2B5EF4-FFF2-40B4-BE49-F238E27FC236}">
                <a16:creationId xmlns:a16="http://schemas.microsoft.com/office/drawing/2014/main" id="{DF370B6D-FB65-921B-B76A-8F85730A8768}"/>
              </a:ext>
            </a:extLst>
          </p:cNvPr>
          <p:cNvSpPr>
            <a:spLocks noGrp="1"/>
          </p:cNvSpPr>
          <p:nvPr>
            <p:ph type="dt" sz="half" idx="17"/>
          </p:nvPr>
        </p:nvSpPr>
        <p:spPr/>
        <p:txBody>
          <a:bodyPr/>
          <a:lstStyle/>
          <a:p>
            <a:fld id="{27716EE5-62C9-CD46-985C-C6AD604654DC}" type="datetime1">
              <a:rPr lang="en-US" smtClean="0"/>
              <a:t>3/19/2026</a:t>
            </a:fld>
            <a:endParaRPr lang="en-US"/>
          </a:p>
        </p:txBody>
      </p:sp>
      <p:sp>
        <p:nvSpPr>
          <p:cNvPr id="14" name="Footer Placeholder 13">
            <a:extLst>
              <a:ext uri="{FF2B5EF4-FFF2-40B4-BE49-F238E27FC236}">
                <a16:creationId xmlns:a16="http://schemas.microsoft.com/office/drawing/2014/main" id="{45CD4EB1-899D-69D5-B68A-A13C28E3C369}"/>
              </a:ext>
            </a:extLst>
          </p:cNvPr>
          <p:cNvSpPr>
            <a:spLocks noGrp="1"/>
          </p:cNvSpPr>
          <p:nvPr>
            <p:ph type="ftr" sz="quarter" idx="18"/>
          </p:nvPr>
        </p:nvSpPr>
        <p:spPr/>
        <p:txBody>
          <a:bodyPr/>
          <a:lstStyle/>
          <a:p>
            <a:endParaRPr lang="en-US"/>
          </a:p>
        </p:txBody>
      </p:sp>
      <p:sp>
        <p:nvSpPr>
          <p:cNvPr id="15" name="Slide Number Placeholder 14">
            <a:extLst>
              <a:ext uri="{FF2B5EF4-FFF2-40B4-BE49-F238E27FC236}">
                <a16:creationId xmlns:a16="http://schemas.microsoft.com/office/drawing/2014/main" id="{79212FC1-0F7F-A2CA-2E9F-382538416972}"/>
              </a:ext>
            </a:extLst>
          </p:cNvPr>
          <p:cNvSpPr>
            <a:spLocks noGrp="1"/>
          </p:cNvSpPr>
          <p:nvPr>
            <p:ph type="sldNum" sz="quarter" idx="19"/>
          </p:nvPr>
        </p:nvSpPr>
        <p:spPr/>
        <p:txBody>
          <a:bodyPr/>
          <a:lstStyle/>
          <a:p>
            <a:fld id="{A82C3BC0-3EBF-3C4C-A3D8-795624EBC6AA}" type="slidenum">
              <a:rPr lang="en-US" smtClean="0"/>
              <a:pPr/>
              <a:t>‹#›</a:t>
            </a:fld>
            <a:endParaRPr lang="en-US"/>
          </a:p>
        </p:txBody>
      </p:sp>
      <p:sp>
        <p:nvSpPr>
          <p:cNvPr id="20" name="Text Placeholder 14">
            <a:extLst>
              <a:ext uri="{FF2B5EF4-FFF2-40B4-BE49-F238E27FC236}">
                <a16:creationId xmlns:a16="http://schemas.microsoft.com/office/drawing/2014/main" id="{78C11CA2-827E-BD85-97BE-C068E3B3F44E}"/>
              </a:ext>
            </a:extLst>
          </p:cNvPr>
          <p:cNvSpPr>
            <a:spLocks noGrp="1"/>
          </p:cNvSpPr>
          <p:nvPr>
            <p:ph type="body" sz="quarter" idx="22"/>
          </p:nvPr>
        </p:nvSpPr>
        <p:spPr>
          <a:xfrm>
            <a:off x="496888" y="4943787"/>
            <a:ext cx="4900612" cy="996637"/>
          </a:xfrm>
        </p:spPr>
        <p:txBody>
          <a:bodyPr anchor="ctr" anchorCtr="0"/>
          <a:lstStyle>
            <a:lvl1pPr>
              <a:defRPr sz="1800"/>
            </a:lvl1pPr>
            <a:lvl2pPr marL="0" indent="0">
              <a:spcBef>
                <a:spcPts val="300"/>
              </a:spcBef>
              <a:buNone/>
              <a:defRPr sz="1400"/>
            </a:lvl2pPr>
            <a:lvl3pPr marL="14288" indent="0">
              <a:buNone/>
              <a:tabLst/>
              <a:defRPr sz="1050"/>
            </a:lvl3pPr>
          </a:lstStyle>
          <a:p>
            <a:pPr lvl="0"/>
            <a:r>
              <a:rPr lang="en-US"/>
              <a:t>Click to edit Master text styles</a:t>
            </a:r>
          </a:p>
          <a:p>
            <a:pPr lvl="1"/>
            <a:r>
              <a:rPr lang="en-US"/>
              <a:t>Second level</a:t>
            </a:r>
          </a:p>
          <a:p>
            <a:pPr lvl="2"/>
            <a:r>
              <a:rPr lang="en-US"/>
              <a:t>Third level</a:t>
            </a:r>
          </a:p>
        </p:txBody>
      </p:sp>
      <p:sp>
        <p:nvSpPr>
          <p:cNvPr id="21" name="Text Placeholder 14">
            <a:extLst>
              <a:ext uri="{FF2B5EF4-FFF2-40B4-BE49-F238E27FC236}">
                <a16:creationId xmlns:a16="http://schemas.microsoft.com/office/drawing/2014/main" id="{CA81639A-6EEF-8C45-D37F-5F692DCAFC8C}"/>
              </a:ext>
            </a:extLst>
          </p:cNvPr>
          <p:cNvSpPr>
            <a:spLocks noGrp="1"/>
          </p:cNvSpPr>
          <p:nvPr>
            <p:ph type="body" sz="quarter" idx="23"/>
          </p:nvPr>
        </p:nvSpPr>
        <p:spPr>
          <a:xfrm>
            <a:off x="6324612" y="4943787"/>
            <a:ext cx="4900612" cy="996637"/>
          </a:xfrm>
        </p:spPr>
        <p:txBody>
          <a:bodyPr anchor="ctr" anchorCtr="0"/>
          <a:lstStyle>
            <a:lvl1pPr>
              <a:defRPr sz="1800"/>
            </a:lvl1pPr>
            <a:lvl2pPr marL="0" indent="0">
              <a:spcBef>
                <a:spcPts val="300"/>
              </a:spcBef>
              <a:buNone/>
              <a:defRPr sz="1400"/>
            </a:lvl2pPr>
            <a:lvl3pPr marL="14288" indent="0">
              <a:buNone/>
              <a:tabLst/>
              <a:defRPr sz="1050"/>
            </a:lvl3pPr>
          </a:lstStyle>
          <a:p>
            <a:pPr lvl="0"/>
            <a:r>
              <a:rPr lang="en-US"/>
              <a:t>Click to edit Master text styles</a:t>
            </a:r>
          </a:p>
          <a:p>
            <a:pPr lvl="1"/>
            <a:r>
              <a:rPr lang="en-US"/>
              <a:t>Second level</a:t>
            </a:r>
          </a:p>
          <a:p>
            <a:pPr lvl="2"/>
            <a:r>
              <a:rPr lang="en-US"/>
              <a:t>Third level</a:t>
            </a:r>
          </a:p>
        </p:txBody>
      </p:sp>
      <p:sp>
        <p:nvSpPr>
          <p:cNvPr id="2" name="Picture Placeholder 9">
            <a:extLst>
              <a:ext uri="{FF2B5EF4-FFF2-40B4-BE49-F238E27FC236}">
                <a16:creationId xmlns:a16="http://schemas.microsoft.com/office/drawing/2014/main" id="{01CB028A-48AF-70A5-BA64-AF3F7DD06696}"/>
              </a:ext>
            </a:extLst>
          </p:cNvPr>
          <p:cNvSpPr>
            <a:spLocks noGrp="1"/>
          </p:cNvSpPr>
          <p:nvPr>
            <p:ph type="pic" sz="quarter" idx="24" hasCustomPrompt="1"/>
          </p:nvPr>
        </p:nvSpPr>
        <p:spPr>
          <a:xfrm>
            <a:off x="496889" y="1642391"/>
            <a:ext cx="3207924" cy="3206700"/>
          </a:xfrm>
          <a:prstGeom prst="roundRect">
            <a:avLst>
              <a:gd name="adj" fmla="val 2317"/>
            </a:avLst>
          </a:prstGeom>
          <a:ln w="12700">
            <a:gradFill>
              <a:gsLst>
                <a:gs pos="1000">
                  <a:schemeClr val="accent2"/>
                </a:gs>
                <a:gs pos="100000">
                  <a:schemeClr val="accent3"/>
                </a:gs>
              </a:gsLst>
              <a:lin ang="0" scaled="0"/>
            </a:gradFill>
          </a:ln>
        </p:spPr>
        <p:txBody>
          <a:bodyPr bIns="914400" anchor="ctr" anchorCtr="0"/>
          <a:lstStyle>
            <a:lvl1pPr algn="ctr">
              <a:defRPr sz="2000"/>
            </a:lvl1pPr>
          </a:lstStyle>
          <a:p>
            <a:r>
              <a:rPr lang="en-US"/>
              <a:t>Insert Headshot</a:t>
            </a:r>
          </a:p>
        </p:txBody>
      </p:sp>
      <p:sp>
        <p:nvSpPr>
          <p:cNvPr id="4" name="Picture Placeholder 9">
            <a:extLst>
              <a:ext uri="{FF2B5EF4-FFF2-40B4-BE49-F238E27FC236}">
                <a16:creationId xmlns:a16="http://schemas.microsoft.com/office/drawing/2014/main" id="{606CD22D-DF6E-EE14-9D06-2CD7299A1E96}"/>
              </a:ext>
            </a:extLst>
          </p:cNvPr>
          <p:cNvSpPr>
            <a:spLocks noGrp="1"/>
          </p:cNvSpPr>
          <p:nvPr>
            <p:ph type="pic" sz="quarter" idx="25" hasCustomPrompt="1"/>
          </p:nvPr>
        </p:nvSpPr>
        <p:spPr>
          <a:xfrm>
            <a:off x="6324612" y="1642391"/>
            <a:ext cx="3207924" cy="3206700"/>
          </a:xfrm>
          <a:prstGeom prst="roundRect">
            <a:avLst>
              <a:gd name="adj" fmla="val 2317"/>
            </a:avLst>
          </a:prstGeom>
          <a:ln w="12700">
            <a:gradFill>
              <a:gsLst>
                <a:gs pos="1000">
                  <a:schemeClr val="accent2"/>
                </a:gs>
                <a:gs pos="100000">
                  <a:schemeClr val="accent3"/>
                </a:gs>
              </a:gsLst>
              <a:lin ang="0" scaled="0"/>
            </a:gradFill>
          </a:ln>
        </p:spPr>
        <p:txBody>
          <a:bodyPr bIns="914400" anchor="ctr" anchorCtr="0"/>
          <a:lstStyle>
            <a:lvl1pPr algn="ctr">
              <a:defRPr sz="2000"/>
            </a:lvl1pPr>
          </a:lstStyle>
          <a:p>
            <a:r>
              <a:rPr lang="en-US"/>
              <a:t>Insert Headshot</a:t>
            </a:r>
          </a:p>
        </p:txBody>
      </p:sp>
      <p:grpSp>
        <p:nvGrpSpPr>
          <p:cNvPr id="5" name="Group 4">
            <a:extLst>
              <a:ext uri="{FF2B5EF4-FFF2-40B4-BE49-F238E27FC236}">
                <a16:creationId xmlns:a16="http://schemas.microsoft.com/office/drawing/2014/main" id="{29206A56-10EF-0C89-EB84-BC5416BFFBA2}"/>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8165E0C7-AE8E-1102-506B-3B9B48DFE5A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D55C2E08-991A-A0A0-84E8-D1DB69A38E8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413A756-4828-90AF-7656-BC943E87761D}"/>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485F43DB-3097-5468-4E04-1D398BECBC3D}"/>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1DE6C79-FC94-8B61-EF71-A7AD39D8E5F9}"/>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751340F-B0CA-8684-8BCD-FEB9482A3B4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F4E25F3-8BAE-E3D6-FAFA-87369319841F}"/>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38FC30D-15BC-AE81-18B3-3D8EE53E54C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5AD81ED-897D-22C1-7A35-2E034446EB0B}"/>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12" name="Rectangle 11">
            <a:extLst>
              <a:ext uri="{FF2B5EF4-FFF2-40B4-BE49-F238E27FC236}">
                <a16:creationId xmlns:a16="http://schemas.microsoft.com/office/drawing/2014/main" id="{0D787091-8031-393E-F2FF-96DA46E37456}"/>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188546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Headshot Grid Larg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496888" y="489252"/>
            <a:ext cx="11187112" cy="328304"/>
          </a:xfrm>
        </p:spPr>
        <p:txBody>
          <a:bodyPr/>
          <a:lstStyle/>
          <a:p>
            <a:r>
              <a:rPr lang="en-US"/>
              <a:t>Headshot Grid Large White</a:t>
            </a:r>
          </a:p>
        </p:txBody>
      </p:sp>
      <p:sp>
        <p:nvSpPr>
          <p:cNvPr id="10" name="Date Placeholder 9">
            <a:extLst>
              <a:ext uri="{FF2B5EF4-FFF2-40B4-BE49-F238E27FC236}">
                <a16:creationId xmlns:a16="http://schemas.microsoft.com/office/drawing/2014/main" id="{A61B1734-EF81-68DC-0EF9-DD52A1954133}"/>
              </a:ext>
            </a:extLst>
          </p:cNvPr>
          <p:cNvSpPr>
            <a:spLocks noGrp="1"/>
          </p:cNvSpPr>
          <p:nvPr>
            <p:ph type="dt" sz="half" idx="34"/>
          </p:nvPr>
        </p:nvSpPr>
        <p:spPr/>
        <p:txBody>
          <a:bodyPr/>
          <a:lstStyle/>
          <a:p>
            <a:fld id="{F810D6BF-3C9F-5E44-9C65-A56BE5EE78E5}" type="datetime1">
              <a:rPr lang="en-US" smtClean="0"/>
              <a:t>3/19/2026</a:t>
            </a:fld>
            <a:endParaRPr lang="en-US"/>
          </a:p>
        </p:txBody>
      </p:sp>
      <p:sp>
        <p:nvSpPr>
          <p:cNvPr id="11" name="Footer Placeholder 10">
            <a:extLst>
              <a:ext uri="{FF2B5EF4-FFF2-40B4-BE49-F238E27FC236}">
                <a16:creationId xmlns:a16="http://schemas.microsoft.com/office/drawing/2014/main" id="{55928C7A-4DE4-A6F7-B935-3718D2EB92AF}"/>
              </a:ext>
            </a:extLst>
          </p:cNvPr>
          <p:cNvSpPr>
            <a:spLocks noGrp="1"/>
          </p:cNvSpPr>
          <p:nvPr>
            <p:ph type="ftr" sz="quarter" idx="35"/>
          </p:nvPr>
        </p:nvSpPr>
        <p:spPr/>
        <p:txBody>
          <a:bodyPr/>
          <a:lstStyle/>
          <a:p>
            <a:endParaRPr lang="en-US"/>
          </a:p>
        </p:txBody>
      </p:sp>
      <p:sp>
        <p:nvSpPr>
          <p:cNvPr id="12" name="Slide Number Placeholder 11">
            <a:extLst>
              <a:ext uri="{FF2B5EF4-FFF2-40B4-BE49-F238E27FC236}">
                <a16:creationId xmlns:a16="http://schemas.microsoft.com/office/drawing/2014/main" id="{56E653A7-AA98-B7C2-D78D-FAAC936AC470}"/>
              </a:ext>
            </a:extLst>
          </p:cNvPr>
          <p:cNvSpPr>
            <a:spLocks noGrp="1"/>
          </p:cNvSpPr>
          <p:nvPr>
            <p:ph type="sldNum" sz="quarter" idx="36"/>
          </p:nvPr>
        </p:nvSpPr>
        <p:spPr/>
        <p:txBody>
          <a:bodyPr/>
          <a:lstStyle/>
          <a:p>
            <a:fld id="{A82C3BC0-3EBF-3C4C-A3D8-795624EBC6AA}" type="slidenum">
              <a:rPr lang="en-US" smtClean="0"/>
              <a:pPr/>
              <a:t>‹#›</a:t>
            </a:fld>
            <a:endParaRPr lang="en-US"/>
          </a:p>
        </p:txBody>
      </p:sp>
      <p:sp>
        <p:nvSpPr>
          <p:cNvPr id="34" name="Text Placeholder 33">
            <a:extLst>
              <a:ext uri="{FF2B5EF4-FFF2-40B4-BE49-F238E27FC236}">
                <a16:creationId xmlns:a16="http://schemas.microsoft.com/office/drawing/2014/main" id="{8CCC8867-7993-3F7D-9290-1D7DACBAC053}"/>
              </a:ext>
            </a:extLst>
          </p:cNvPr>
          <p:cNvSpPr>
            <a:spLocks noGrp="1"/>
          </p:cNvSpPr>
          <p:nvPr>
            <p:ph type="body" sz="quarter" idx="37" hasCustomPrompt="1"/>
          </p:nvPr>
        </p:nvSpPr>
        <p:spPr>
          <a:xfrm>
            <a:off x="496888" y="3375506"/>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35" name="Text Placeholder 33">
            <a:extLst>
              <a:ext uri="{FF2B5EF4-FFF2-40B4-BE49-F238E27FC236}">
                <a16:creationId xmlns:a16="http://schemas.microsoft.com/office/drawing/2014/main" id="{0812701D-5631-FA5F-19F1-E182DA2079D5}"/>
              </a:ext>
            </a:extLst>
          </p:cNvPr>
          <p:cNvSpPr>
            <a:spLocks noGrp="1"/>
          </p:cNvSpPr>
          <p:nvPr>
            <p:ph type="body" sz="quarter" idx="38" hasCustomPrompt="1"/>
          </p:nvPr>
        </p:nvSpPr>
        <p:spPr>
          <a:xfrm>
            <a:off x="2882309" y="3375506"/>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36" name="Text Placeholder 33">
            <a:extLst>
              <a:ext uri="{FF2B5EF4-FFF2-40B4-BE49-F238E27FC236}">
                <a16:creationId xmlns:a16="http://schemas.microsoft.com/office/drawing/2014/main" id="{481AA0A2-1531-D714-5F94-E996E871C220}"/>
              </a:ext>
            </a:extLst>
          </p:cNvPr>
          <p:cNvSpPr>
            <a:spLocks noGrp="1"/>
          </p:cNvSpPr>
          <p:nvPr>
            <p:ph type="body" sz="quarter" idx="39" hasCustomPrompt="1"/>
          </p:nvPr>
        </p:nvSpPr>
        <p:spPr>
          <a:xfrm>
            <a:off x="5267728" y="3375506"/>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37" name="Text Placeholder 33">
            <a:extLst>
              <a:ext uri="{FF2B5EF4-FFF2-40B4-BE49-F238E27FC236}">
                <a16:creationId xmlns:a16="http://schemas.microsoft.com/office/drawing/2014/main" id="{26813852-FBA5-03EB-4A53-9A56497D236C}"/>
              </a:ext>
            </a:extLst>
          </p:cNvPr>
          <p:cNvSpPr>
            <a:spLocks noGrp="1"/>
          </p:cNvSpPr>
          <p:nvPr>
            <p:ph type="body" sz="quarter" idx="40" hasCustomPrompt="1"/>
          </p:nvPr>
        </p:nvSpPr>
        <p:spPr>
          <a:xfrm>
            <a:off x="7653149" y="3375506"/>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38" name="Text Placeholder 33">
            <a:extLst>
              <a:ext uri="{FF2B5EF4-FFF2-40B4-BE49-F238E27FC236}">
                <a16:creationId xmlns:a16="http://schemas.microsoft.com/office/drawing/2014/main" id="{2BA94844-6DED-A0BA-D9FD-A11F88A8BB8C}"/>
              </a:ext>
            </a:extLst>
          </p:cNvPr>
          <p:cNvSpPr>
            <a:spLocks noGrp="1"/>
          </p:cNvSpPr>
          <p:nvPr>
            <p:ph type="body" sz="quarter" idx="41" hasCustomPrompt="1"/>
          </p:nvPr>
        </p:nvSpPr>
        <p:spPr>
          <a:xfrm>
            <a:off x="10038567" y="3375506"/>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39" name="Text Placeholder 33">
            <a:extLst>
              <a:ext uri="{FF2B5EF4-FFF2-40B4-BE49-F238E27FC236}">
                <a16:creationId xmlns:a16="http://schemas.microsoft.com/office/drawing/2014/main" id="{8CF36D89-288D-B603-A63E-7CE2EA8D2359}"/>
              </a:ext>
            </a:extLst>
          </p:cNvPr>
          <p:cNvSpPr>
            <a:spLocks noGrp="1"/>
          </p:cNvSpPr>
          <p:nvPr>
            <p:ph type="body" sz="quarter" idx="42" hasCustomPrompt="1"/>
          </p:nvPr>
        </p:nvSpPr>
        <p:spPr>
          <a:xfrm>
            <a:off x="496888" y="5620303"/>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40" name="Text Placeholder 33">
            <a:extLst>
              <a:ext uri="{FF2B5EF4-FFF2-40B4-BE49-F238E27FC236}">
                <a16:creationId xmlns:a16="http://schemas.microsoft.com/office/drawing/2014/main" id="{5F5E5D80-83D7-35F7-FE91-BBB861BCC8BD}"/>
              </a:ext>
            </a:extLst>
          </p:cNvPr>
          <p:cNvSpPr>
            <a:spLocks noGrp="1"/>
          </p:cNvSpPr>
          <p:nvPr>
            <p:ph type="body" sz="quarter" idx="43" hasCustomPrompt="1"/>
          </p:nvPr>
        </p:nvSpPr>
        <p:spPr>
          <a:xfrm>
            <a:off x="2882309" y="5620303"/>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41" name="Text Placeholder 33">
            <a:extLst>
              <a:ext uri="{FF2B5EF4-FFF2-40B4-BE49-F238E27FC236}">
                <a16:creationId xmlns:a16="http://schemas.microsoft.com/office/drawing/2014/main" id="{54B868EF-E709-68E3-A27B-D6AA5EBD71B6}"/>
              </a:ext>
            </a:extLst>
          </p:cNvPr>
          <p:cNvSpPr>
            <a:spLocks noGrp="1"/>
          </p:cNvSpPr>
          <p:nvPr>
            <p:ph type="body" sz="quarter" idx="44" hasCustomPrompt="1"/>
          </p:nvPr>
        </p:nvSpPr>
        <p:spPr>
          <a:xfrm>
            <a:off x="5267728" y="5620303"/>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42" name="Text Placeholder 33">
            <a:extLst>
              <a:ext uri="{FF2B5EF4-FFF2-40B4-BE49-F238E27FC236}">
                <a16:creationId xmlns:a16="http://schemas.microsoft.com/office/drawing/2014/main" id="{72BF15DF-A1D7-B5D2-221D-C0505D1B5B17}"/>
              </a:ext>
            </a:extLst>
          </p:cNvPr>
          <p:cNvSpPr>
            <a:spLocks noGrp="1"/>
          </p:cNvSpPr>
          <p:nvPr>
            <p:ph type="body" sz="quarter" idx="45" hasCustomPrompt="1"/>
          </p:nvPr>
        </p:nvSpPr>
        <p:spPr>
          <a:xfrm>
            <a:off x="7653149" y="5620303"/>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43" name="Text Placeholder 33">
            <a:extLst>
              <a:ext uri="{FF2B5EF4-FFF2-40B4-BE49-F238E27FC236}">
                <a16:creationId xmlns:a16="http://schemas.microsoft.com/office/drawing/2014/main" id="{CC4A6034-0AEA-2B42-22E5-B4CF2FACDFD5}"/>
              </a:ext>
            </a:extLst>
          </p:cNvPr>
          <p:cNvSpPr>
            <a:spLocks noGrp="1"/>
          </p:cNvSpPr>
          <p:nvPr>
            <p:ph type="body" sz="quarter" idx="46" hasCustomPrompt="1"/>
          </p:nvPr>
        </p:nvSpPr>
        <p:spPr>
          <a:xfrm>
            <a:off x="10038567" y="5620303"/>
            <a:ext cx="1636712" cy="361001"/>
          </a:xfrm>
        </p:spPr>
        <p:txBody>
          <a:bodyPr/>
          <a:lstStyle>
            <a:lvl1pPr>
              <a:spcBef>
                <a:spcPts val="0"/>
              </a:spcBef>
              <a:defRPr sz="1400">
                <a:solidFill>
                  <a:schemeClr val="accent1"/>
                </a:solidFill>
              </a:defRPr>
            </a:lvl1pPr>
            <a:lvl2pPr marL="0" indent="0">
              <a:spcBef>
                <a:spcPts val="0"/>
              </a:spcBef>
              <a:buNone/>
              <a:defRPr sz="1000"/>
            </a:lvl2pPr>
            <a:lvl3pPr>
              <a:spcBef>
                <a:spcPts val="0"/>
              </a:spcBef>
              <a:defRPr/>
            </a:lvl3pPr>
          </a:lstStyle>
          <a:p>
            <a:pPr lvl="0"/>
            <a:r>
              <a:rPr lang="en-US"/>
              <a:t>First </a:t>
            </a:r>
            <a:r>
              <a:rPr lang="en-US" err="1"/>
              <a:t>Lastname</a:t>
            </a:r>
            <a:endParaRPr lang="en-US"/>
          </a:p>
          <a:p>
            <a:pPr lvl="1"/>
            <a:r>
              <a:rPr lang="en-US"/>
              <a:t>Job Title</a:t>
            </a:r>
          </a:p>
          <a:p>
            <a:pPr lvl="2"/>
            <a:endParaRPr lang="en-US"/>
          </a:p>
        </p:txBody>
      </p:sp>
      <p:sp>
        <p:nvSpPr>
          <p:cNvPr id="4" name="Picture Placeholder 9">
            <a:extLst>
              <a:ext uri="{FF2B5EF4-FFF2-40B4-BE49-F238E27FC236}">
                <a16:creationId xmlns:a16="http://schemas.microsoft.com/office/drawing/2014/main" id="{0251E7F3-B848-AB93-D3EE-D27A4D380AFC}"/>
              </a:ext>
            </a:extLst>
          </p:cNvPr>
          <p:cNvSpPr>
            <a:spLocks noGrp="1"/>
          </p:cNvSpPr>
          <p:nvPr>
            <p:ph type="pic" sz="quarter" idx="48" hasCustomPrompt="1"/>
          </p:nvPr>
        </p:nvSpPr>
        <p:spPr>
          <a:xfrm>
            <a:off x="496889" y="1642391"/>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5" name="Picture Placeholder 9">
            <a:extLst>
              <a:ext uri="{FF2B5EF4-FFF2-40B4-BE49-F238E27FC236}">
                <a16:creationId xmlns:a16="http://schemas.microsoft.com/office/drawing/2014/main" id="{245A1E59-652E-5464-D5AF-89D83E266F88}"/>
              </a:ext>
            </a:extLst>
          </p:cNvPr>
          <p:cNvSpPr>
            <a:spLocks noGrp="1"/>
          </p:cNvSpPr>
          <p:nvPr>
            <p:ph type="pic" sz="quarter" idx="49" hasCustomPrompt="1"/>
          </p:nvPr>
        </p:nvSpPr>
        <p:spPr>
          <a:xfrm>
            <a:off x="2882309" y="1642391"/>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7" name="Picture Placeholder 9">
            <a:extLst>
              <a:ext uri="{FF2B5EF4-FFF2-40B4-BE49-F238E27FC236}">
                <a16:creationId xmlns:a16="http://schemas.microsoft.com/office/drawing/2014/main" id="{719F992B-C025-9C4B-BE80-27D6A3B8F439}"/>
              </a:ext>
            </a:extLst>
          </p:cNvPr>
          <p:cNvSpPr>
            <a:spLocks noGrp="1"/>
          </p:cNvSpPr>
          <p:nvPr>
            <p:ph type="pic" sz="quarter" idx="50" hasCustomPrompt="1"/>
          </p:nvPr>
        </p:nvSpPr>
        <p:spPr>
          <a:xfrm>
            <a:off x="5257559" y="1642391"/>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8" name="Picture Placeholder 9">
            <a:extLst>
              <a:ext uri="{FF2B5EF4-FFF2-40B4-BE49-F238E27FC236}">
                <a16:creationId xmlns:a16="http://schemas.microsoft.com/office/drawing/2014/main" id="{1F0ECBED-9F55-B342-BB2A-D851172220FF}"/>
              </a:ext>
            </a:extLst>
          </p:cNvPr>
          <p:cNvSpPr>
            <a:spLocks noGrp="1"/>
          </p:cNvSpPr>
          <p:nvPr>
            <p:ph type="pic" sz="quarter" idx="51" hasCustomPrompt="1"/>
          </p:nvPr>
        </p:nvSpPr>
        <p:spPr>
          <a:xfrm>
            <a:off x="7642979" y="1642391"/>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9" name="Picture Placeholder 9">
            <a:extLst>
              <a:ext uri="{FF2B5EF4-FFF2-40B4-BE49-F238E27FC236}">
                <a16:creationId xmlns:a16="http://schemas.microsoft.com/office/drawing/2014/main" id="{6ACFD96C-EE6C-14D4-E340-46722C31D3EB}"/>
              </a:ext>
            </a:extLst>
          </p:cNvPr>
          <p:cNvSpPr>
            <a:spLocks noGrp="1"/>
          </p:cNvSpPr>
          <p:nvPr>
            <p:ph type="pic" sz="quarter" idx="52" hasCustomPrompt="1"/>
          </p:nvPr>
        </p:nvSpPr>
        <p:spPr>
          <a:xfrm>
            <a:off x="10033482" y="1642391"/>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17" name="Picture Placeholder 9">
            <a:extLst>
              <a:ext uri="{FF2B5EF4-FFF2-40B4-BE49-F238E27FC236}">
                <a16:creationId xmlns:a16="http://schemas.microsoft.com/office/drawing/2014/main" id="{D5344D37-0CBA-7ACE-DAAF-3260E7778DB8}"/>
              </a:ext>
            </a:extLst>
          </p:cNvPr>
          <p:cNvSpPr>
            <a:spLocks noGrp="1"/>
          </p:cNvSpPr>
          <p:nvPr>
            <p:ph type="pic" sz="quarter" idx="53" hasCustomPrompt="1"/>
          </p:nvPr>
        </p:nvSpPr>
        <p:spPr>
          <a:xfrm>
            <a:off x="496889" y="3887188"/>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18" name="Picture Placeholder 9">
            <a:extLst>
              <a:ext uri="{FF2B5EF4-FFF2-40B4-BE49-F238E27FC236}">
                <a16:creationId xmlns:a16="http://schemas.microsoft.com/office/drawing/2014/main" id="{0806F732-2146-8259-0092-C5E49316A667}"/>
              </a:ext>
            </a:extLst>
          </p:cNvPr>
          <p:cNvSpPr>
            <a:spLocks noGrp="1"/>
          </p:cNvSpPr>
          <p:nvPr>
            <p:ph type="pic" sz="quarter" idx="54" hasCustomPrompt="1"/>
          </p:nvPr>
        </p:nvSpPr>
        <p:spPr>
          <a:xfrm>
            <a:off x="2882309" y="3887188"/>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19" name="Picture Placeholder 9">
            <a:extLst>
              <a:ext uri="{FF2B5EF4-FFF2-40B4-BE49-F238E27FC236}">
                <a16:creationId xmlns:a16="http://schemas.microsoft.com/office/drawing/2014/main" id="{C0733722-2FC7-09FD-2D5B-BD43847A7D46}"/>
              </a:ext>
            </a:extLst>
          </p:cNvPr>
          <p:cNvSpPr>
            <a:spLocks noGrp="1"/>
          </p:cNvSpPr>
          <p:nvPr>
            <p:ph type="pic" sz="quarter" idx="55" hasCustomPrompt="1"/>
          </p:nvPr>
        </p:nvSpPr>
        <p:spPr>
          <a:xfrm>
            <a:off x="5257559" y="3887188"/>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20" name="Picture Placeholder 9">
            <a:extLst>
              <a:ext uri="{FF2B5EF4-FFF2-40B4-BE49-F238E27FC236}">
                <a16:creationId xmlns:a16="http://schemas.microsoft.com/office/drawing/2014/main" id="{EC3A65E1-316A-320D-CE9D-4487234C236B}"/>
              </a:ext>
            </a:extLst>
          </p:cNvPr>
          <p:cNvSpPr>
            <a:spLocks noGrp="1"/>
          </p:cNvSpPr>
          <p:nvPr>
            <p:ph type="pic" sz="quarter" idx="56" hasCustomPrompt="1"/>
          </p:nvPr>
        </p:nvSpPr>
        <p:spPr>
          <a:xfrm>
            <a:off x="7642979" y="3887188"/>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sp>
        <p:nvSpPr>
          <p:cNvPr id="21" name="Picture Placeholder 9">
            <a:extLst>
              <a:ext uri="{FF2B5EF4-FFF2-40B4-BE49-F238E27FC236}">
                <a16:creationId xmlns:a16="http://schemas.microsoft.com/office/drawing/2014/main" id="{7ACBC840-3A70-7207-6C6C-D33509BE4C41}"/>
              </a:ext>
            </a:extLst>
          </p:cNvPr>
          <p:cNvSpPr>
            <a:spLocks noGrp="1"/>
          </p:cNvSpPr>
          <p:nvPr>
            <p:ph type="pic" sz="quarter" idx="57" hasCustomPrompt="1"/>
          </p:nvPr>
        </p:nvSpPr>
        <p:spPr>
          <a:xfrm>
            <a:off x="10033482" y="3887188"/>
            <a:ext cx="1646881" cy="1646253"/>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1200" dirty="0"/>
            </a:lvl1pPr>
          </a:lstStyle>
          <a:p>
            <a:pPr lvl="0" algn="ctr"/>
            <a:r>
              <a:rPr lang="en-US"/>
              <a:t>Insert headshot</a:t>
            </a:r>
          </a:p>
        </p:txBody>
      </p:sp>
      <p:grpSp>
        <p:nvGrpSpPr>
          <p:cNvPr id="2" name="Group 1">
            <a:extLst>
              <a:ext uri="{FF2B5EF4-FFF2-40B4-BE49-F238E27FC236}">
                <a16:creationId xmlns:a16="http://schemas.microsoft.com/office/drawing/2014/main" id="{0731BFB4-862A-BF51-CFBA-07321EC8CDDC}"/>
              </a:ext>
            </a:extLst>
          </p:cNvPr>
          <p:cNvGrpSpPr/>
          <p:nvPr userDrawn="1"/>
        </p:nvGrpSpPr>
        <p:grpSpPr>
          <a:xfrm>
            <a:off x="10615642" y="6334107"/>
            <a:ext cx="1079469" cy="225489"/>
            <a:chOff x="10615642" y="6334107"/>
            <a:chExt cx="1079469" cy="225489"/>
          </a:xfrm>
        </p:grpSpPr>
        <p:sp>
          <p:nvSpPr>
            <p:cNvPr id="6" name="Freeform 5">
              <a:extLst>
                <a:ext uri="{FF2B5EF4-FFF2-40B4-BE49-F238E27FC236}">
                  <a16:creationId xmlns:a16="http://schemas.microsoft.com/office/drawing/2014/main" id="{6E709211-7477-FFE9-4CCA-F722A73CD0DC}"/>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AFAFBF6C-8380-8B01-47A8-FA6E016A8691}"/>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9494CFD-0E8D-7EA6-4B61-7C070B82E9A2}"/>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30DE635-2A60-30DD-216A-EFA0D31E5F69}"/>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AD8AF8C-8750-AAC0-3C38-820A899ADA0A}"/>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19BD3BF-FCE4-A394-105F-0B402434498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D0B5A924-AF4C-8DDF-25E3-AB22CE52DCB7}"/>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6E6DEAD-10FA-3B64-C3F4-9A2A8E7CEEDD}"/>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8D83392A-38A3-4C74-98D5-21897D8D7E19}"/>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7" name="Rectangle 26">
            <a:extLst>
              <a:ext uri="{FF2B5EF4-FFF2-40B4-BE49-F238E27FC236}">
                <a16:creationId xmlns:a16="http://schemas.microsoft.com/office/drawing/2014/main" id="{7867F9B4-F48B-3CE2-5013-33DA005B45F5}"/>
              </a:ext>
            </a:extLst>
          </p:cNvPr>
          <p:cNvSpPr/>
          <p:nvPr userDrawn="1"/>
        </p:nvSpPr>
        <p:spPr>
          <a:xfrm>
            <a:off x="0" y="6802244"/>
            <a:ext cx="12192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900"/>
              </a:spcBef>
            </a:pPr>
            <a:endParaRPr lang="en-US" sz="2000" b="0" i="0">
              <a:latin typeface="Spectrum Sans" panose="020B0502020503020304" pitchFamily="34" charset="0"/>
              <a:cs typeface="Spectrum Sans" panose="020B0502020503020304" pitchFamily="34" charset="0"/>
            </a:endParaRPr>
          </a:p>
        </p:txBody>
      </p:sp>
    </p:spTree>
    <p:extLst>
      <p:ext uri="{BB962C8B-B14F-4D97-AF65-F5344CB8AC3E}">
        <p14:creationId xmlns:p14="http://schemas.microsoft.com/office/powerpoint/2010/main" val="20404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6888" y="489252"/>
            <a:ext cx="9768341" cy="328304"/>
          </a:xfrm>
          <a:prstGeom prst="rect">
            <a:avLst/>
          </a:prstGeom>
        </p:spPr>
        <p:txBody>
          <a:bodyPr vert="horz" lIns="0" tIns="0" rIns="0" bIns="0" rtlCol="0" anchor="t" anchorCtr="0">
            <a:noAutofit/>
          </a:bodyPr>
          <a:lstStyle/>
          <a:p>
            <a:r>
              <a:rPr lang="en-US"/>
              <a:t>Click to edit Master title style</a:t>
            </a:r>
          </a:p>
        </p:txBody>
      </p:sp>
      <p:sp>
        <p:nvSpPr>
          <p:cNvPr id="6" name="Slide Number Placeholder 5"/>
          <p:cNvSpPr>
            <a:spLocks noGrp="1"/>
          </p:cNvSpPr>
          <p:nvPr>
            <p:ph type="sldNum" sz="quarter" idx="4"/>
          </p:nvPr>
        </p:nvSpPr>
        <p:spPr>
          <a:xfrm>
            <a:off x="496888" y="6385816"/>
            <a:ext cx="449262" cy="100074"/>
          </a:xfrm>
          <a:prstGeom prst="rect">
            <a:avLst/>
          </a:prstGeom>
        </p:spPr>
        <p:txBody>
          <a:bodyPr vert="horz" lIns="0" tIns="0" rIns="0" bIns="0" rtlCol="0" anchor="ctr"/>
          <a:lstStyle>
            <a:lvl1pPr algn="l">
              <a:defRPr sz="800" b="0" i="0">
                <a:solidFill>
                  <a:schemeClr val="accent1"/>
                </a:solidFill>
                <a:latin typeface="Spectrum Sans" panose="020B0502020503020304" pitchFamily="34" charset="0"/>
                <a:cs typeface="Spectrum Sans" panose="020B0502020503020304" pitchFamily="34" charset="0"/>
              </a:defRPr>
            </a:lvl1pPr>
          </a:lstStyle>
          <a:p>
            <a:fld id="{A82C3BC0-3EBF-3C4C-A3D8-795624EBC6AA}" type="slidenum">
              <a:rPr lang="en-US" smtClean="0"/>
              <a:pPr/>
              <a:t>‹#›</a:t>
            </a:fld>
            <a:endParaRPr lang="en-US"/>
          </a:p>
        </p:txBody>
      </p:sp>
      <p:sp>
        <p:nvSpPr>
          <p:cNvPr id="14" name="Footer Placeholder 13">
            <a:extLst>
              <a:ext uri="{FF2B5EF4-FFF2-40B4-BE49-F238E27FC236}">
                <a16:creationId xmlns:a16="http://schemas.microsoft.com/office/drawing/2014/main" id="{12FDF829-2BCF-5E43-9770-9E2E1F7BB4D7}"/>
              </a:ext>
            </a:extLst>
          </p:cNvPr>
          <p:cNvSpPr>
            <a:spLocks noGrp="1"/>
          </p:cNvSpPr>
          <p:nvPr>
            <p:ph type="ftr" sz="quarter" idx="3"/>
          </p:nvPr>
        </p:nvSpPr>
        <p:spPr>
          <a:xfrm>
            <a:off x="1184275" y="6384903"/>
            <a:ext cx="9080954" cy="100074"/>
          </a:xfrm>
          <a:prstGeom prst="rect">
            <a:avLst/>
          </a:prstGeom>
        </p:spPr>
        <p:txBody>
          <a:bodyPr vert="horz" lIns="0" tIns="0" rIns="0" bIns="0" rtlCol="0" anchor="ctr"/>
          <a:lstStyle>
            <a:lvl1pPr algn="l">
              <a:defRPr lang="en-US" sz="800" b="0" i="0" kern="1200" dirty="0">
                <a:solidFill>
                  <a:schemeClr val="accent1"/>
                </a:solidFill>
                <a:latin typeface="Spectrum Sans" panose="020B0502020503020304" pitchFamily="34" charset="0"/>
                <a:ea typeface="+mn-ea"/>
                <a:cs typeface="Spectrum Sans" panose="020B0502020503020304" pitchFamily="34" charset="0"/>
              </a:defRPr>
            </a:lvl1pPr>
          </a:lstStyle>
          <a:p>
            <a:endParaRPr lang="en-US"/>
          </a:p>
        </p:txBody>
      </p:sp>
      <p:sp>
        <p:nvSpPr>
          <p:cNvPr id="38" name="Text Placeholder 2">
            <a:extLst>
              <a:ext uri="{FF2B5EF4-FFF2-40B4-BE49-F238E27FC236}">
                <a16:creationId xmlns:a16="http://schemas.microsoft.com/office/drawing/2014/main" id="{5AFC4E58-1B9D-BFF7-6C1F-B5CB38C7D1E6}"/>
              </a:ext>
            </a:extLst>
          </p:cNvPr>
          <p:cNvSpPr>
            <a:spLocks noGrp="1"/>
          </p:cNvSpPr>
          <p:nvPr>
            <p:ph type="body" idx="1"/>
          </p:nvPr>
        </p:nvSpPr>
        <p:spPr>
          <a:xfrm>
            <a:off x="496888" y="1642391"/>
            <a:ext cx="9768341" cy="427024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8" name="Date Placeholder 7">
            <a:extLst>
              <a:ext uri="{FF2B5EF4-FFF2-40B4-BE49-F238E27FC236}">
                <a16:creationId xmlns:a16="http://schemas.microsoft.com/office/drawing/2014/main" id="{1F4B00D7-DC4F-AE1C-5051-91FA087D9CB5}"/>
              </a:ext>
            </a:extLst>
          </p:cNvPr>
          <p:cNvSpPr>
            <a:spLocks noGrp="1"/>
          </p:cNvSpPr>
          <p:nvPr>
            <p:ph type="dt" sz="half" idx="2"/>
          </p:nvPr>
        </p:nvSpPr>
        <p:spPr>
          <a:xfrm>
            <a:off x="498617" y="6535907"/>
            <a:ext cx="447533" cy="128627"/>
          </a:xfrm>
          <a:prstGeom prst="rect">
            <a:avLst/>
          </a:prstGeom>
        </p:spPr>
        <p:txBody>
          <a:bodyPr vert="horz" lIns="0" tIns="0" rIns="0" bIns="0" rtlCol="0" anchor="ctr"/>
          <a:lstStyle>
            <a:lvl1pPr algn="l">
              <a:defRPr sz="800" b="0" i="0">
                <a:solidFill>
                  <a:schemeClr val="accent1"/>
                </a:solidFill>
                <a:latin typeface="Spectrum Sans" panose="020B0502020503020304" pitchFamily="34" charset="0"/>
                <a:cs typeface="Spectrum Sans" panose="020B0502020503020304" pitchFamily="34" charset="0"/>
              </a:defRPr>
            </a:lvl1pPr>
          </a:lstStyle>
          <a:p>
            <a:fld id="{8747172F-2977-6249-877A-A4210B2164BD}" type="datetime1">
              <a:rPr lang="en-US" smtClean="0"/>
              <a:t>3/19/2026</a:t>
            </a:fld>
            <a:endParaRPr lang="en-US"/>
          </a:p>
        </p:txBody>
      </p:sp>
    </p:spTree>
    <p:extLst>
      <p:ext uri="{BB962C8B-B14F-4D97-AF65-F5344CB8AC3E}">
        <p14:creationId xmlns:p14="http://schemas.microsoft.com/office/powerpoint/2010/main" val="12893571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5000"/>
        </a:lnSpc>
        <a:spcBef>
          <a:spcPct val="0"/>
        </a:spcBef>
        <a:buNone/>
        <a:defRPr sz="2800" b="0" i="0" kern="1200" cap="none" spc="0" baseline="0">
          <a:solidFill>
            <a:schemeClr val="accent1"/>
          </a:solidFill>
          <a:latin typeface="Spectrum Sans" panose="020B0502020503020304" pitchFamily="34" charset="0"/>
          <a:ea typeface="+mj-ea"/>
          <a:cs typeface="Spectrum Sans" panose="020B0502020503020304" pitchFamily="34" charset="0"/>
        </a:defRPr>
      </a:lvl1pPr>
    </p:titleStyle>
    <p:bodyStyle>
      <a:lvl1pPr marL="0" indent="0" algn="l" defTabSz="914400" rtl="0" eaLnBrk="1" latinLnBrk="0" hangingPunct="1">
        <a:lnSpc>
          <a:spcPct val="110000"/>
        </a:lnSpc>
        <a:spcBef>
          <a:spcPts val="2400"/>
        </a:spcBef>
        <a:buFont typeface="Arial"/>
        <a:buNone/>
        <a:defRPr sz="2000" b="0" i="0" kern="1200">
          <a:solidFill>
            <a:schemeClr val="accent1"/>
          </a:solidFill>
          <a:latin typeface="Spectrum Sans Book" panose="020B0402020503020304" pitchFamily="34" charset="0"/>
          <a:ea typeface="+mn-ea"/>
          <a:cs typeface="Spectrum Sans Book" panose="020B0402020503020304" pitchFamily="34" charset="0"/>
        </a:defRPr>
      </a:lvl1pPr>
      <a:lvl2pPr marL="176213" indent="-176213" algn="l" defTabSz="914400" rtl="0" eaLnBrk="1" latinLnBrk="0" hangingPunct="1">
        <a:lnSpc>
          <a:spcPct val="110000"/>
        </a:lnSpc>
        <a:spcBef>
          <a:spcPts val="1000"/>
        </a:spcBef>
        <a:buFont typeface="Arial" panose="020B0604020202020204" pitchFamily="34" charset="0"/>
        <a:buChar char="•"/>
        <a:tabLst/>
        <a:defRPr sz="1400" b="0" i="0" kern="1200">
          <a:solidFill>
            <a:schemeClr val="accent1"/>
          </a:solidFill>
          <a:latin typeface="Spectrum Sans Book" panose="020B0402020503020304" pitchFamily="34" charset="0"/>
          <a:ea typeface="+mn-ea"/>
          <a:cs typeface="Spectrum Sans Book" panose="020B0402020503020304" pitchFamily="34" charset="0"/>
        </a:defRPr>
      </a:lvl2pPr>
      <a:lvl3pPr marL="344488" indent="-168275" algn="l" defTabSz="914400" rtl="0" eaLnBrk="1" latinLnBrk="0" hangingPunct="1">
        <a:lnSpc>
          <a:spcPct val="110000"/>
        </a:lnSpc>
        <a:spcBef>
          <a:spcPts val="400"/>
        </a:spcBef>
        <a:buFont typeface="Arial"/>
        <a:buChar char="–"/>
        <a:tabLst/>
        <a:defRPr sz="1100" b="0" i="0" kern="1200">
          <a:solidFill>
            <a:schemeClr val="accent1"/>
          </a:solidFill>
          <a:latin typeface="Spectrum Sans Book" panose="020B0402020503020304" pitchFamily="34" charset="0"/>
          <a:ea typeface="+mn-ea"/>
          <a:cs typeface="Spectrum Sans Book" panose="020B0402020503020304" pitchFamily="34" charset="0"/>
        </a:defRPr>
      </a:lvl3pPr>
      <a:lvl4pPr marL="0" indent="0" algn="l" defTabSz="914400" rtl="0" eaLnBrk="1" latinLnBrk="0" hangingPunct="1">
        <a:lnSpc>
          <a:spcPct val="100000"/>
        </a:lnSpc>
        <a:spcBef>
          <a:spcPts val="2400"/>
        </a:spcBef>
        <a:buFont typeface="Arial" panose="020B0604020202020204" pitchFamily="34" charset="0"/>
        <a:buNone/>
        <a:tabLst/>
        <a:defRPr sz="1100" b="0" i="0" kern="1200">
          <a:solidFill>
            <a:schemeClr val="tx1"/>
          </a:solidFill>
          <a:latin typeface="Arial" panose="020B0502020503020304" pitchFamily="34" charset="0"/>
          <a:ea typeface="+mn-ea"/>
          <a:cs typeface="Arial" panose="020B0502020503020304" pitchFamily="34" charset="0"/>
        </a:defRPr>
      </a:lvl4pPr>
      <a:lvl5pPr marL="519113" indent="-173038" algn="l" defTabSz="914400" rtl="0" eaLnBrk="1" latinLnBrk="0" hangingPunct="1">
        <a:lnSpc>
          <a:spcPct val="90000"/>
        </a:lnSpc>
        <a:spcBef>
          <a:spcPts val="200"/>
        </a:spcBef>
        <a:buFont typeface="Arial" panose="020B0604020202020204" pitchFamily="34" charset="0"/>
        <a:buChar char="•"/>
        <a:tabLst/>
        <a:defRPr sz="1200" b="0" i="0" kern="1200">
          <a:solidFill>
            <a:schemeClr val="tx1"/>
          </a:solidFill>
          <a:latin typeface="Arial" panose="020B0406030202020203" pitchFamily="34"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chart" Target="../charts/char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chart" Target="../charts/chart14.xml"/></Relationships>
</file>

<file path=ppt/slides/_rels/slide1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14.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chart" Target="../charts/chart20.xml"/></Relationships>
</file>

<file path=ppt/slides/_rels/slide15.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chart" Target="../charts/chart23.xml"/><Relationship Id="rId4" Type="http://schemas.openxmlformats.org/officeDocument/2006/relationships/chart" Target="../charts/chart22.xml"/></Relationships>
</file>

<file path=ppt/slides/_rels/slide16.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chart" Target="../charts/chart25.xml"/></Relationships>
</file>

<file path=ppt/slides/_rels/slide17.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16.xml"/><Relationship Id="rId1" Type="http://schemas.openxmlformats.org/officeDocument/2006/relationships/slideLayout" Target="../slideLayouts/slideLayout21.xml"/><Relationship Id="rId5" Type="http://schemas.openxmlformats.org/officeDocument/2006/relationships/chart" Target="../charts/chart28.xml"/><Relationship Id="rId4" Type="http://schemas.openxmlformats.org/officeDocument/2006/relationships/chart" Target="../charts/char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package" Target="../embeddings/Microsoft_Excel_Worksheet34.xlsx"/><Relationship Id="rId3" Type="http://schemas.openxmlformats.org/officeDocument/2006/relationships/package" Target="../embeddings/Microsoft_Excel_Worksheet29.xlsx"/><Relationship Id="rId7" Type="http://schemas.openxmlformats.org/officeDocument/2006/relationships/package" Target="../embeddings/Microsoft_Excel_Worksheet31.xlsx"/><Relationship Id="rId12"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image" Target="../media/image2.emf"/><Relationship Id="rId11" Type="http://schemas.openxmlformats.org/officeDocument/2006/relationships/package" Target="../embeddings/Microsoft_Excel_Worksheet33.xlsx"/><Relationship Id="rId5" Type="http://schemas.openxmlformats.org/officeDocument/2006/relationships/package" Target="../embeddings/Microsoft_Excel_Worksheet30.xlsx"/><Relationship Id="rId15" Type="http://schemas.openxmlformats.org/officeDocument/2006/relationships/image" Target="../media/image7.png"/><Relationship Id="rId10" Type="http://schemas.openxmlformats.org/officeDocument/2006/relationships/image" Target="../media/image4.emf"/><Relationship Id="rId4" Type="http://schemas.openxmlformats.org/officeDocument/2006/relationships/image" Target="../media/image1.emf"/><Relationship Id="rId9" Type="http://schemas.openxmlformats.org/officeDocument/2006/relationships/package" Target="../embeddings/Microsoft_Excel_Worksheet32.xlsx"/><Relationship Id="rId14" Type="http://schemas.openxmlformats.org/officeDocument/2006/relationships/image" Target="../media/image6.emf"/></Relationships>
</file>

<file path=ppt/slides/_rels/slide23.xml.rels><?xml version="1.0" encoding="UTF-8" standalone="yes"?>
<Relationships xmlns="http://schemas.openxmlformats.org/package/2006/relationships"><Relationship Id="rId8" Type="http://schemas.openxmlformats.org/officeDocument/2006/relationships/chart" Target="../charts/chart34.xml"/><Relationship Id="rId3" Type="http://schemas.openxmlformats.org/officeDocument/2006/relationships/chart" Target="../charts/chart30.xml"/><Relationship Id="rId7" Type="http://schemas.openxmlformats.org/officeDocument/2006/relationships/hyperlink" Target="https://chalk.charter.com/x/D8Bufg" TargetMode="External"/><Relationship Id="rId2" Type="http://schemas.openxmlformats.org/officeDocument/2006/relationships/notesSlide" Target="../notesSlides/notesSlide22.xml"/><Relationship Id="rId1" Type="http://schemas.openxmlformats.org/officeDocument/2006/relationships/slideLayout" Target="../slideLayouts/slideLayout21.xml"/><Relationship Id="rId6" Type="http://schemas.openxmlformats.org/officeDocument/2006/relationships/chart" Target="../charts/chart33.xml"/><Relationship Id="rId5" Type="http://schemas.openxmlformats.org/officeDocument/2006/relationships/chart" Target="../charts/chart32.xml"/><Relationship Id="rId10" Type="http://schemas.openxmlformats.org/officeDocument/2006/relationships/chart" Target="../charts/chart36.xml"/><Relationship Id="rId4" Type="http://schemas.openxmlformats.org/officeDocument/2006/relationships/chart" Target="../charts/chart31.xml"/><Relationship Id="rId9" Type="http://schemas.openxmlformats.org/officeDocument/2006/relationships/chart" Target="../charts/chart35.xml"/></Relationships>
</file>

<file path=ppt/slides/_rels/slide24.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016DE-70D7-52A6-59ED-B8FE7161EAE4}"/>
              </a:ext>
            </a:extLst>
          </p:cNvPr>
          <p:cNvSpPr>
            <a:spLocks noGrp="1"/>
          </p:cNvSpPr>
          <p:nvPr>
            <p:ph type="ctrTitle"/>
          </p:nvPr>
        </p:nvSpPr>
        <p:spPr/>
        <p:txBody>
          <a:bodyPr/>
          <a:lstStyle/>
          <a:p>
            <a:r>
              <a:rPr lang="en-US"/>
              <a:t>Monthly Ops Review</a:t>
            </a:r>
          </a:p>
        </p:txBody>
      </p:sp>
      <p:sp>
        <p:nvSpPr>
          <p:cNvPr id="3" name="Subtitle 2">
            <a:extLst>
              <a:ext uri="{FF2B5EF4-FFF2-40B4-BE49-F238E27FC236}">
                <a16:creationId xmlns:a16="http://schemas.microsoft.com/office/drawing/2014/main" id="{417C5B33-B93A-D503-1133-CC8E7073F182}"/>
              </a:ext>
            </a:extLst>
          </p:cNvPr>
          <p:cNvSpPr>
            <a:spLocks noGrp="1"/>
          </p:cNvSpPr>
          <p:nvPr>
            <p:ph type="subTitle" idx="1"/>
          </p:nvPr>
        </p:nvSpPr>
        <p:spPr/>
        <p:txBody>
          <a:bodyPr vert="horz" lIns="0" tIns="0" rIns="0" bIns="0" rtlCol="0" anchor="t">
            <a:noAutofit/>
          </a:bodyPr>
          <a:lstStyle/>
          <a:p>
            <a:r>
              <a:rPr lang="en-US">
                <a:latin typeface="Spectrum Sans Book"/>
                <a:cs typeface="Spectrum Sans Book"/>
              </a:rPr>
              <a:t>February 2026</a:t>
            </a:r>
          </a:p>
        </p:txBody>
      </p:sp>
    </p:spTree>
    <p:extLst>
      <p:ext uri="{BB962C8B-B14F-4D97-AF65-F5344CB8AC3E}">
        <p14:creationId xmlns:p14="http://schemas.microsoft.com/office/powerpoint/2010/main" val="115715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3589-23B1-DCC0-E2ED-44939CC45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77023-6B90-508A-5B5B-48F8350CA1D1}"/>
              </a:ext>
            </a:extLst>
          </p:cNvPr>
          <p:cNvSpPr>
            <a:spLocks noGrp="1"/>
          </p:cNvSpPr>
          <p:nvPr>
            <p:ph type="ctrTitle"/>
          </p:nvPr>
        </p:nvSpPr>
        <p:spPr>
          <a:xfrm>
            <a:off x="496887" y="4336528"/>
            <a:ext cx="10599737" cy="844847"/>
          </a:xfrm>
        </p:spPr>
        <p:txBody>
          <a:bodyPr/>
          <a:lstStyle/>
          <a:p>
            <a:r>
              <a:rPr lang="en-US" sz="4800" b="0" i="0" u="none" strike="noStrike" baseline="0">
                <a:latin typeface="Calibri"/>
                <a:ea typeface="Calibri"/>
                <a:cs typeface="Calibri"/>
              </a:rPr>
              <a:t>Data </a:t>
            </a:r>
            <a:r>
              <a:rPr lang="en-US" sz="4800" b="0" i="0" u="none" strike="noStrike" baseline="0">
                <a:ea typeface="Calibri"/>
              </a:rPr>
              <a:t>Services</a:t>
            </a:r>
            <a:r>
              <a:rPr lang="en-US" sz="4800" b="0" i="0" u="none" strike="noStrike" baseline="0">
                <a:latin typeface="Calibri"/>
                <a:ea typeface="Calibri"/>
                <a:cs typeface="Calibri"/>
              </a:rPr>
              <a:t> Development- Applications</a:t>
            </a:r>
            <a:endParaRPr lang="en-US" sz="4800"/>
          </a:p>
        </p:txBody>
      </p:sp>
      <p:sp>
        <p:nvSpPr>
          <p:cNvPr id="4" name="Slide Number Placeholder 3">
            <a:extLst>
              <a:ext uri="{FF2B5EF4-FFF2-40B4-BE49-F238E27FC236}">
                <a16:creationId xmlns:a16="http://schemas.microsoft.com/office/drawing/2014/main" id="{36DE948C-3CBC-B801-93CD-A8035FEC83B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sp>
        <p:nvSpPr>
          <p:cNvPr id="3" name="Subtitle 4">
            <a:extLst>
              <a:ext uri="{FF2B5EF4-FFF2-40B4-BE49-F238E27FC236}">
                <a16:creationId xmlns:a16="http://schemas.microsoft.com/office/drawing/2014/main" id="{4081CBB2-8704-7D05-0F70-7CB19E5A6F52}"/>
              </a:ext>
            </a:extLst>
          </p:cNvPr>
          <p:cNvSpPr>
            <a:spLocks noGrp="1"/>
          </p:cNvSpPr>
          <p:nvPr>
            <p:ph type="subTitle" idx="1"/>
          </p:nvPr>
        </p:nvSpPr>
        <p:spPr>
          <a:xfrm>
            <a:off x="511403" y="5180347"/>
            <a:ext cx="7817378" cy="276999"/>
          </a:xfrm>
        </p:spPr>
        <p:txBody>
          <a:bodyPr vert="horz" lIns="0" tIns="0" rIns="0" bIns="0" rtlCol="0" anchor="t">
            <a:noAutofit/>
          </a:bodyPr>
          <a:lstStyle/>
          <a:p>
            <a:r>
              <a:rPr lang="en-US">
                <a:latin typeface="Spectrum Sans Book"/>
                <a:cs typeface="Spectrum Sans Book"/>
              </a:rPr>
              <a:t>February 2026</a:t>
            </a:r>
          </a:p>
        </p:txBody>
      </p:sp>
      <p:sp>
        <p:nvSpPr>
          <p:cNvPr id="5" name="Subtitle 4">
            <a:extLst>
              <a:ext uri="{FF2B5EF4-FFF2-40B4-BE49-F238E27FC236}">
                <a16:creationId xmlns:a16="http://schemas.microsoft.com/office/drawing/2014/main" id="{3A6A0DB6-E28D-9A57-CDB5-79548EB6372B}"/>
              </a:ext>
            </a:extLst>
          </p:cNvPr>
          <p:cNvSpPr txBox="1">
            <a:spLocks/>
          </p:cNvSpPr>
          <p:nvPr/>
        </p:nvSpPr>
        <p:spPr>
          <a:xfrm>
            <a:off x="511403" y="4059529"/>
            <a:ext cx="7817378" cy="276999"/>
          </a:xfrm>
          <a:prstGeom prst="rect">
            <a:avLst/>
          </a:prstGeom>
        </p:spPr>
        <p:txBody>
          <a:bodyPr vert="horz" lIns="0" tIns="0" rIns="0" bIns="0" rtlCol="0">
            <a:noAutofit/>
          </a:bodyPr>
          <a:lstStyle>
            <a:lvl1pPr marL="0" indent="0" algn="l" defTabSz="914400" rtl="0" eaLnBrk="1" latinLnBrk="0" hangingPunct="1">
              <a:lnSpc>
                <a:spcPct val="110000"/>
              </a:lnSpc>
              <a:spcBef>
                <a:spcPts val="2400"/>
              </a:spcBef>
              <a:buFont typeface="Arial"/>
              <a:buNone/>
              <a:defRPr lang="en-US" sz="2000" b="0" i="0" kern="1200" cap="none" baseline="0" dirty="0">
                <a:solidFill>
                  <a:schemeClr val="accent1"/>
                </a:solidFill>
                <a:latin typeface="Spectrum Sans Book" panose="020B0402020503020304" pitchFamily="34" charset="0"/>
                <a:ea typeface="+mn-ea"/>
                <a:cs typeface="Spectrum Sans Book" panose="020B0402020503020304" pitchFamily="34" charset="0"/>
              </a:defRPr>
            </a:lvl1pPr>
            <a:lvl2pPr marL="176213" indent="-176213" algn="l" defTabSz="914400" rtl="0" eaLnBrk="1" latinLnBrk="0" hangingPunct="1">
              <a:lnSpc>
                <a:spcPct val="110000"/>
              </a:lnSpc>
              <a:spcBef>
                <a:spcPts val="1000"/>
              </a:spcBef>
              <a:buFont typeface="Arial" panose="020B0604020202020204" pitchFamily="34" charset="0"/>
              <a:buChar char="•"/>
              <a:tabLst/>
              <a:defRPr sz="1400" b="0" i="0" kern="1200">
                <a:solidFill>
                  <a:schemeClr val="accent1"/>
                </a:solidFill>
                <a:latin typeface="Spectrum Sans Book" panose="020B0402020503020304" pitchFamily="34" charset="0"/>
                <a:ea typeface="+mn-ea"/>
                <a:cs typeface="Spectrum Sans Book" panose="020B0402020503020304" pitchFamily="34" charset="0"/>
              </a:defRPr>
            </a:lvl2pPr>
            <a:lvl3pPr marL="344488" indent="-168275" algn="l" defTabSz="914400" rtl="0" eaLnBrk="1" latinLnBrk="0" hangingPunct="1">
              <a:lnSpc>
                <a:spcPct val="110000"/>
              </a:lnSpc>
              <a:spcBef>
                <a:spcPts val="400"/>
              </a:spcBef>
              <a:buFont typeface="Arial"/>
              <a:buChar char="–"/>
              <a:tabLst/>
              <a:defRPr sz="1100" b="0" i="0" kern="1200">
                <a:solidFill>
                  <a:schemeClr val="accent1"/>
                </a:solidFill>
                <a:latin typeface="Spectrum Sans Book" panose="020B0402020503020304" pitchFamily="34" charset="0"/>
                <a:ea typeface="+mn-ea"/>
                <a:cs typeface="Spectrum Sans Book" panose="020B0402020503020304" pitchFamily="34" charset="0"/>
              </a:defRPr>
            </a:lvl3pPr>
            <a:lvl4pPr marL="0" indent="0" algn="l" defTabSz="914400" rtl="0" eaLnBrk="1" latinLnBrk="0" hangingPunct="1">
              <a:lnSpc>
                <a:spcPct val="100000"/>
              </a:lnSpc>
              <a:spcBef>
                <a:spcPts val="2400"/>
              </a:spcBef>
              <a:buFont typeface="Arial" panose="020B0604020202020204" pitchFamily="34" charset="0"/>
              <a:buNone/>
              <a:tabLst/>
              <a:defRPr sz="1100" b="0" i="0" kern="1200">
                <a:solidFill>
                  <a:schemeClr val="tx1"/>
                </a:solidFill>
                <a:latin typeface="Arial" panose="020B0502020503020304" pitchFamily="34" charset="0"/>
                <a:ea typeface="+mn-ea"/>
                <a:cs typeface="Arial" panose="020B0502020503020304" pitchFamily="34" charset="0"/>
              </a:defRPr>
            </a:lvl4pPr>
            <a:lvl5pPr marL="519113" indent="-173038" algn="l" defTabSz="914400" rtl="0" eaLnBrk="1" latinLnBrk="0" hangingPunct="1">
              <a:lnSpc>
                <a:spcPct val="90000"/>
              </a:lnSpc>
              <a:spcBef>
                <a:spcPts val="200"/>
              </a:spcBef>
              <a:buFont typeface="Arial" panose="020B0604020202020204" pitchFamily="34" charset="0"/>
              <a:buChar char="•"/>
              <a:tabLst/>
              <a:defRPr sz="1200" b="0" i="0" kern="1200">
                <a:solidFill>
                  <a:schemeClr val="tx1"/>
                </a:solidFill>
                <a:latin typeface="Arial" panose="020B0406030202020203" pitchFamily="34"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2400"/>
              </a:spcBef>
              <a:spcAft>
                <a:spcPts val="0"/>
              </a:spcAft>
              <a:buClrTx/>
              <a:buSzTx/>
              <a:buFont typeface="Arial"/>
              <a:buNone/>
              <a:tabLst/>
              <a:defRPr/>
            </a:pPr>
            <a:r>
              <a:rPr kumimoji="0" lang="en-US" sz="20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rPr>
              <a:t>Software &amp; Data Platforms</a:t>
            </a:r>
          </a:p>
        </p:txBody>
      </p:sp>
    </p:spTree>
    <p:extLst>
      <p:ext uri="{BB962C8B-B14F-4D97-AF65-F5344CB8AC3E}">
        <p14:creationId xmlns:p14="http://schemas.microsoft.com/office/powerpoint/2010/main" val="322766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9692DF-5F1D-7BC7-A9BF-5BE0FBC63991}"/>
              </a:ext>
            </a:extLst>
          </p:cNvPr>
          <p:cNvSpPr>
            <a:spLocks noGrp="1"/>
          </p:cNvSpPr>
          <p:nvPr>
            <p:ph type="sldNum"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aphicFrame>
        <p:nvGraphicFramePr>
          <p:cNvPr id="10" name="Table Placeholder 11" descr="Table placeholder">
            <a:extLst>
              <a:ext uri="{FF2B5EF4-FFF2-40B4-BE49-F238E27FC236}">
                <a16:creationId xmlns:a16="http://schemas.microsoft.com/office/drawing/2014/main" id="{22105CCE-1437-85F5-E142-1193995FF92E}"/>
              </a:ext>
            </a:extLst>
          </p:cNvPr>
          <p:cNvGraphicFramePr>
            <a:graphicFrameLocks/>
          </p:cNvGraphicFramePr>
          <p:nvPr>
            <p:extLst>
              <p:ext uri="{D42A27DB-BD31-4B8C-83A1-F6EECF244321}">
                <p14:modId xmlns:p14="http://schemas.microsoft.com/office/powerpoint/2010/main" val="2445411745"/>
              </p:ext>
            </p:extLst>
          </p:nvPr>
        </p:nvGraphicFramePr>
        <p:xfrm>
          <a:off x="7116417" y="3330391"/>
          <a:ext cx="4911451" cy="2890761"/>
        </p:xfrm>
        <a:graphic>
          <a:graphicData uri="http://schemas.openxmlformats.org/drawingml/2006/table">
            <a:tbl>
              <a:tblPr firstRow="1" bandRow="1">
                <a:tableStyleId>{5C22544A-7EE6-4342-B048-85BDC9FD1C3A}</a:tableStyleId>
              </a:tblPr>
              <a:tblGrid>
                <a:gridCol w="1087934">
                  <a:extLst>
                    <a:ext uri="{9D8B030D-6E8A-4147-A177-3AD203B41FA5}">
                      <a16:colId xmlns:a16="http://schemas.microsoft.com/office/drawing/2014/main" val="3132775233"/>
                    </a:ext>
                  </a:extLst>
                </a:gridCol>
                <a:gridCol w="712366">
                  <a:extLst>
                    <a:ext uri="{9D8B030D-6E8A-4147-A177-3AD203B41FA5}">
                      <a16:colId xmlns:a16="http://schemas.microsoft.com/office/drawing/2014/main" val="45094366"/>
                    </a:ext>
                  </a:extLst>
                </a:gridCol>
                <a:gridCol w="1345613">
                  <a:extLst>
                    <a:ext uri="{9D8B030D-6E8A-4147-A177-3AD203B41FA5}">
                      <a16:colId xmlns:a16="http://schemas.microsoft.com/office/drawing/2014/main" val="518567288"/>
                    </a:ext>
                  </a:extLst>
                </a:gridCol>
                <a:gridCol w="832324">
                  <a:extLst>
                    <a:ext uri="{9D8B030D-6E8A-4147-A177-3AD203B41FA5}">
                      <a16:colId xmlns:a16="http://schemas.microsoft.com/office/drawing/2014/main" val="4057277874"/>
                    </a:ext>
                  </a:extLst>
                </a:gridCol>
                <a:gridCol w="933214">
                  <a:extLst>
                    <a:ext uri="{9D8B030D-6E8A-4147-A177-3AD203B41FA5}">
                      <a16:colId xmlns:a16="http://schemas.microsoft.com/office/drawing/2014/main" val="1851909653"/>
                    </a:ext>
                  </a:extLst>
                </a:gridCol>
              </a:tblGrid>
              <a:tr h="429703">
                <a:tc gridSpan="5">
                  <a:txBody>
                    <a:bodyPr/>
                    <a:lstStyle/>
                    <a:p>
                      <a:pPr algn="l"/>
                      <a:r>
                        <a:rPr lang="en-US" sz="2000" b="0" i="0">
                          <a:solidFill>
                            <a:schemeClr val="tx1"/>
                          </a:solidFill>
                          <a:latin typeface="Spectrum Sans" panose="020B0502020503020304" pitchFamily="34" charset="0"/>
                        </a:rPr>
                        <a:t>4. Product Health Measure</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40799">
                <a:tc gridSpan="5">
                  <a:txBody>
                    <a:bodyPr/>
                    <a:lstStyle/>
                    <a:p>
                      <a:pPr marL="0" algn="l" rtl="0" eaLnBrk="1" latinLnBrk="0" hangingPunct="1"/>
                      <a:r>
                        <a:rPr lang="en-US" sz="1200" b="0" i="0" kern="1200">
                          <a:solidFill>
                            <a:schemeClr val="tx1"/>
                          </a:solidFill>
                          <a:latin typeface="Spectrum Sans"/>
                          <a:ea typeface="+mn-ea"/>
                          <a:cs typeface="+mn-cs"/>
                        </a:rPr>
                        <a:t>There were no critical outages</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530771004"/>
                  </a:ext>
                </a:extLst>
              </a:tr>
              <a:tr h="496232">
                <a:tc>
                  <a:txBody>
                    <a:bodyPr/>
                    <a:lstStyle/>
                    <a:p>
                      <a:pPr algn="ctr"/>
                      <a:r>
                        <a:rPr lang="en-US" sz="8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Availability </a:t>
                      </a:r>
                    </a:p>
                    <a:p>
                      <a:pPr algn="ctr"/>
                      <a:r>
                        <a:rPr lang="en-US" sz="800" b="1" i="0">
                          <a:solidFill>
                            <a:schemeClr val="tx1"/>
                          </a:solidFill>
                          <a:latin typeface="Spectrum Sans Book" panose="020B0402020503020304" pitchFamily="34" charset="0"/>
                          <a:cs typeface="Spectrum Sans Book" panose="020B0402020503020304" pitchFamily="34" charset="0"/>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 Critical Outages/</a:t>
                      </a:r>
                    </a:p>
                    <a:p>
                      <a:pPr algn="ctr"/>
                      <a:r>
                        <a:rPr lang="en-US" sz="800" b="1" i="0">
                          <a:solidFill>
                            <a:schemeClr val="tx1"/>
                          </a:solidFill>
                          <a:latin typeface="Spectrum Sans Book"/>
                          <a:cs typeface="Spectrum Sans Book"/>
                        </a:rPr>
                        <a:t>Duration </a:t>
                      </a:r>
                    </a:p>
                    <a:p>
                      <a:pPr algn="ctr"/>
                      <a:r>
                        <a:rPr lang="en-US" sz="8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Availability</a:t>
                      </a:r>
                    </a:p>
                    <a:p>
                      <a:pPr algn="ctr"/>
                      <a:r>
                        <a:rPr lang="en-US" sz="8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i="0">
                          <a:solidFill>
                            <a:schemeClr val="tx1"/>
                          </a:solidFill>
                          <a:latin typeface="Spectrum Sans Book"/>
                          <a:cs typeface="Spectrum Sans Book"/>
                        </a:rPr>
                        <a:t># Critical Outages/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i="0">
                          <a:solidFill>
                            <a:schemeClr val="tx1"/>
                          </a:solidFill>
                          <a:latin typeface="Spectrum Sans Book"/>
                          <a:cs typeface="Spectrum Sans Book"/>
                        </a:rPr>
                        <a:t>Duration</a:t>
                      </a:r>
                    </a:p>
                    <a:p>
                      <a:pPr algn="ctr"/>
                      <a:r>
                        <a:rPr lang="en-US" sz="8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3030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Seamless Entertainment </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3030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Domain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9168771"/>
                  </a:ext>
                </a:extLst>
              </a:tr>
              <a:tr h="2586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Auth ID</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29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DSB</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29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Enterprise Data Services</a:t>
                      </a:r>
                      <a:endParaRPr kumimoji="0" lang="en-US" sz="800" b="0" i="0" u="none" strike="noStrike" kern="1200" cap="none" spc="0" normalizeH="0" baseline="0" noProof="0">
                        <a:ln>
                          <a:noFill/>
                        </a:ln>
                        <a:solidFill>
                          <a:srgbClr val="000000"/>
                        </a:solidFill>
                        <a:effectLst/>
                        <a:uLnTx/>
                        <a:uFillTx/>
                        <a:latin typeface="Spectrum Sans Book" panose="020B0402020503020304" pitchFamily="34" charset="0"/>
                        <a:ea typeface="+mn-ea"/>
                        <a:cs typeface="Spectrum Sans Book" panose="020B0402020503020304" pitchFamily="34" charset="0"/>
                      </a:endParaRP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98127"/>
                  </a:ext>
                </a:extLst>
              </a:tr>
            </a:tbl>
          </a:graphicData>
        </a:graphic>
      </p:graphicFrame>
      <p:graphicFrame>
        <p:nvGraphicFramePr>
          <p:cNvPr id="11" name="Table Placeholder 11" descr="Table placeholder">
            <a:extLst>
              <a:ext uri="{FF2B5EF4-FFF2-40B4-BE49-F238E27FC236}">
                <a16:creationId xmlns:a16="http://schemas.microsoft.com/office/drawing/2014/main" id="{C6218A88-312A-0210-0356-C2B873687E17}"/>
              </a:ext>
            </a:extLst>
          </p:cNvPr>
          <p:cNvGraphicFramePr>
            <a:graphicFrameLocks/>
          </p:cNvGraphicFramePr>
          <p:nvPr>
            <p:extLst>
              <p:ext uri="{D42A27DB-BD31-4B8C-83A1-F6EECF244321}">
                <p14:modId xmlns:p14="http://schemas.microsoft.com/office/powerpoint/2010/main" val="3798950954"/>
              </p:ext>
            </p:extLst>
          </p:nvPr>
        </p:nvGraphicFramePr>
        <p:xfrm>
          <a:off x="7116417" y="135378"/>
          <a:ext cx="4911449" cy="3022673"/>
        </p:xfrm>
        <a:graphic>
          <a:graphicData uri="http://schemas.openxmlformats.org/drawingml/2006/table">
            <a:tbl>
              <a:tblPr firstRow="1" bandRow="1">
                <a:tableStyleId>{5C22544A-7EE6-4342-B048-85BDC9FD1C3A}</a:tableStyleId>
              </a:tblPr>
              <a:tblGrid>
                <a:gridCol w="1309203">
                  <a:extLst>
                    <a:ext uri="{9D8B030D-6E8A-4147-A177-3AD203B41FA5}">
                      <a16:colId xmlns:a16="http://schemas.microsoft.com/office/drawing/2014/main" val="3132775233"/>
                    </a:ext>
                  </a:extLst>
                </a:gridCol>
                <a:gridCol w="878221">
                  <a:extLst>
                    <a:ext uri="{9D8B030D-6E8A-4147-A177-3AD203B41FA5}">
                      <a16:colId xmlns:a16="http://schemas.microsoft.com/office/drawing/2014/main" val="4057277874"/>
                    </a:ext>
                  </a:extLst>
                </a:gridCol>
                <a:gridCol w="865126">
                  <a:extLst>
                    <a:ext uri="{9D8B030D-6E8A-4147-A177-3AD203B41FA5}">
                      <a16:colId xmlns:a16="http://schemas.microsoft.com/office/drawing/2014/main" val="1851909653"/>
                    </a:ext>
                  </a:extLst>
                </a:gridCol>
                <a:gridCol w="1015715">
                  <a:extLst>
                    <a:ext uri="{9D8B030D-6E8A-4147-A177-3AD203B41FA5}">
                      <a16:colId xmlns:a16="http://schemas.microsoft.com/office/drawing/2014/main" val="494704392"/>
                    </a:ext>
                  </a:extLst>
                </a:gridCol>
                <a:gridCol w="843184">
                  <a:extLst>
                    <a:ext uri="{9D8B030D-6E8A-4147-A177-3AD203B41FA5}">
                      <a16:colId xmlns:a16="http://schemas.microsoft.com/office/drawing/2014/main" val="3717507442"/>
                    </a:ext>
                  </a:extLst>
                </a:gridCol>
              </a:tblGrid>
              <a:tr h="438734">
                <a:tc gridSpan="4">
                  <a:txBody>
                    <a:bodyPr/>
                    <a:lstStyle/>
                    <a:p>
                      <a:pPr algn="l"/>
                      <a:r>
                        <a:rPr lang="en-US" sz="2000" b="0" i="0">
                          <a:solidFill>
                            <a:schemeClr val="tx1"/>
                          </a:solidFill>
                          <a:latin typeface="Spectrum Sans"/>
                        </a:rPr>
                        <a:t>2. Quality and Dev Efficiency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12700" cmpd="sng">
                      <a:noFill/>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16627">
                <a:tc gridSpan="5">
                  <a:txBody>
                    <a:bodyPr/>
                    <a:lstStyle/>
                    <a:p>
                      <a:pPr marL="0" algn="l" rtl="0" eaLnBrk="1" latinLnBrk="0" hangingPunct="1"/>
                      <a:r>
                        <a:rPr lang="en-US" sz="1200" b="0" i="0" kern="1200">
                          <a:solidFill>
                            <a:schemeClr val="tx1"/>
                          </a:solidFill>
                          <a:latin typeface="Spectrum Sans"/>
                          <a:ea typeface="+mn-ea"/>
                          <a:cs typeface="+mn-cs"/>
                        </a:rPr>
                        <a:t>There was 1 (P2-P4) production defect leakage</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hMerge="1">
                  <a:txBody>
                    <a:bodyPr/>
                    <a:lstStyle/>
                    <a:p>
                      <a:endParaRPr lang="en-US"/>
                    </a:p>
                  </a:txBody>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771004"/>
                  </a:ext>
                </a:extLst>
              </a:tr>
              <a:tr h="851909">
                <a:tc>
                  <a:txBody>
                    <a:bodyPr/>
                    <a:lstStyle/>
                    <a:p>
                      <a:pPr algn="ctr"/>
                      <a:r>
                        <a:rPr lang="en-US" sz="8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P0-P1 Defect Leakage to Prod </a:t>
                      </a:r>
                    </a:p>
                    <a:p>
                      <a:pPr marL="0" algn="ctr" defTabSz="914400" rtl="0" eaLnBrk="1" fontAlgn="ctr" latinLnBrk="0" hangingPunct="1"/>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Total Prod Defects (P2-P4) </a:t>
                      </a:r>
                    </a:p>
                    <a:p>
                      <a:pPr marL="0" algn="ctr" defTabSz="914400" rtl="0" eaLnBrk="1" fontAlgn="ctr" latinLnBrk="0" hangingPunct="1"/>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P0-P1 Defect </a:t>
                      </a:r>
                    </a:p>
                    <a:p>
                      <a:pPr marL="0" algn="ctr" defTabSz="914400" rtl="0" eaLnBrk="1" fontAlgn="ctr" latinLnBrk="0" hangingPunct="1"/>
                      <a:r>
                        <a:rPr lang="en-US" sz="800" b="1" i="0" kern="1200">
                          <a:solidFill>
                            <a:schemeClr val="tx1"/>
                          </a:solidFill>
                          <a:latin typeface="Spectrum Sans Book"/>
                          <a:ea typeface="+mn-ea"/>
                          <a:cs typeface="Spectrum Sans Book"/>
                        </a:rPr>
                        <a:t>Leakage to Prod </a:t>
                      </a:r>
                    </a:p>
                    <a:p>
                      <a:pPr marL="0" algn="ctr" defTabSz="914400" rtl="0" eaLnBrk="1" fontAlgn="ctr" latinLnBrk="0" hangingPunct="1"/>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Total Prod Defects(P2-P4) </a:t>
                      </a:r>
                    </a:p>
                    <a:p>
                      <a:pPr marL="0" algn="ctr" defTabSz="914400" rtl="0" eaLnBrk="1" fontAlgn="ctr" latinLnBrk="0" hangingPunct="1"/>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3419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Seamless Entertainment </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314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Domain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700916"/>
                  </a:ext>
                </a:extLst>
              </a:tr>
              <a:tr h="2346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Auth ID</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222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DSB</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2955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Enterprise Data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3</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801911"/>
                  </a:ext>
                </a:extLst>
              </a:tr>
            </a:tbl>
          </a:graphicData>
        </a:graphic>
      </p:graphicFrame>
      <p:graphicFrame>
        <p:nvGraphicFramePr>
          <p:cNvPr id="12" name="Table Placeholder 11" descr="Table placeholder">
            <a:extLst>
              <a:ext uri="{FF2B5EF4-FFF2-40B4-BE49-F238E27FC236}">
                <a16:creationId xmlns:a16="http://schemas.microsoft.com/office/drawing/2014/main" id="{BC9F70EA-7E33-214D-C286-168C22AD5E57}"/>
              </a:ext>
            </a:extLst>
          </p:cNvPr>
          <p:cNvGraphicFramePr>
            <a:graphicFrameLocks/>
          </p:cNvGraphicFramePr>
          <p:nvPr>
            <p:extLst>
              <p:ext uri="{D42A27DB-BD31-4B8C-83A1-F6EECF244321}">
                <p14:modId xmlns:p14="http://schemas.microsoft.com/office/powerpoint/2010/main" val="109301942"/>
              </p:ext>
            </p:extLst>
          </p:nvPr>
        </p:nvGraphicFramePr>
        <p:xfrm>
          <a:off x="159981" y="3328403"/>
          <a:ext cx="6813310" cy="2863581"/>
        </p:xfrm>
        <a:graphic>
          <a:graphicData uri="http://schemas.openxmlformats.org/drawingml/2006/table">
            <a:tbl>
              <a:tblPr firstRow="1" bandRow="1">
                <a:tableStyleId>{5C22544A-7EE6-4342-B048-85BDC9FD1C3A}</a:tableStyleId>
              </a:tblPr>
              <a:tblGrid>
                <a:gridCol w="1199747">
                  <a:extLst>
                    <a:ext uri="{9D8B030D-6E8A-4147-A177-3AD203B41FA5}">
                      <a16:colId xmlns:a16="http://schemas.microsoft.com/office/drawing/2014/main" val="3132775233"/>
                    </a:ext>
                  </a:extLst>
                </a:gridCol>
                <a:gridCol w="920592">
                  <a:extLst>
                    <a:ext uri="{9D8B030D-6E8A-4147-A177-3AD203B41FA5}">
                      <a16:colId xmlns:a16="http://schemas.microsoft.com/office/drawing/2014/main" val="45094366"/>
                    </a:ext>
                  </a:extLst>
                </a:gridCol>
                <a:gridCol w="931053">
                  <a:extLst>
                    <a:ext uri="{9D8B030D-6E8A-4147-A177-3AD203B41FA5}">
                      <a16:colId xmlns:a16="http://schemas.microsoft.com/office/drawing/2014/main" val="518567288"/>
                    </a:ext>
                  </a:extLst>
                </a:gridCol>
                <a:gridCol w="972898">
                  <a:extLst>
                    <a:ext uri="{9D8B030D-6E8A-4147-A177-3AD203B41FA5}">
                      <a16:colId xmlns:a16="http://schemas.microsoft.com/office/drawing/2014/main" val="2318519665"/>
                    </a:ext>
                  </a:extLst>
                </a:gridCol>
                <a:gridCol w="962438">
                  <a:extLst>
                    <a:ext uri="{9D8B030D-6E8A-4147-A177-3AD203B41FA5}">
                      <a16:colId xmlns:a16="http://schemas.microsoft.com/office/drawing/2014/main" val="2187594111"/>
                    </a:ext>
                  </a:extLst>
                </a:gridCol>
                <a:gridCol w="840023">
                  <a:extLst>
                    <a:ext uri="{9D8B030D-6E8A-4147-A177-3AD203B41FA5}">
                      <a16:colId xmlns:a16="http://schemas.microsoft.com/office/drawing/2014/main" val="1161708541"/>
                    </a:ext>
                  </a:extLst>
                </a:gridCol>
                <a:gridCol w="986559">
                  <a:extLst>
                    <a:ext uri="{9D8B030D-6E8A-4147-A177-3AD203B41FA5}">
                      <a16:colId xmlns:a16="http://schemas.microsoft.com/office/drawing/2014/main" val="1061260190"/>
                    </a:ext>
                  </a:extLst>
                </a:gridCol>
              </a:tblGrid>
              <a:tr h="427222">
                <a:tc gridSpan="7">
                  <a:txBody>
                    <a:bodyPr/>
                    <a:lstStyle/>
                    <a:p>
                      <a:pPr algn="l"/>
                      <a:r>
                        <a:rPr lang="en-US" sz="2000" b="0" i="0">
                          <a:solidFill>
                            <a:schemeClr val="tx1"/>
                          </a:solidFill>
                          <a:latin typeface="Spectrum Sans"/>
                        </a:rPr>
                        <a:t>3. Rollout Success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38832">
                <a:tc gridSpan="7">
                  <a:txBody>
                    <a:bodyPr/>
                    <a:lstStyle/>
                    <a:p>
                      <a:r>
                        <a:rPr lang="en-US" sz="1200" b="0" i="0" kern="1200">
                          <a:solidFill>
                            <a:schemeClr val="tx1"/>
                          </a:solidFill>
                          <a:latin typeface="Spectrum Sans"/>
                          <a:ea typeface="+mn-ea"/>
                          <a:cs typeface="+mn-cs"/>
                        </a:rPr>
                        <a:t>There were 18 deployments, 16 Successful, 2 Rollback</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b="0" i="0" kern="1200">
                        <a:solidFill>
                          <a:schemeClr val="tx1"/>
                        </a:solidFill>
                        <a:latin typeface="Spectrum Sans" panose="020B0502020503020304" pitchFamily="34" charset="0"/>
                        <a:ea typeface="+mn-ea"/>
                        <a:cs typeface="+mn-cs"/>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771004"/>
                  </a:ext>
                </a:extLst>
              </a:tr>
              <a:tr h="563349">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Team </a:t>
                      </a:r>
                    </a:p>
                  </a:txBody>
                  <a:tcPr marL="75640" marR="8404" marT="8404" marB="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deployments </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Rollbacks </a:t>
                      </a:r>
                    </a:p>
                    <a:p>
                      <a:pPr marL="0" algn="ctr" defTabSz="914400" rtl="0" eaLnBrk="1" fontAlgn="ctr" latinLnBrk="0" hangingPunct="1"/>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of Unsuccessful deployments (Last Month)</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deployments </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Rollbacks </a:t>
                      </a:r>
                    </a:p>
                    <a:p>
                      <a:pPr marL="0" algn="ctr" defTabSz="914400" rtl="0" eaLnBrk="1" fontAlgn="ctr" latinLnBrk="0" hangingPunct="1"/>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of Unsuccessful deployments (YTD)</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324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Seamless Entertainment </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3271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Domain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6</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4025179"/>
                  </a:ext>
                </a:extLst>
              </a:tr>
              <a:tr h="261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Auth ID</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6</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282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DSB</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6</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324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Enterprise Data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14</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553235"/>
                  </a:ext>
                </a:extLst>
              </a:tr>
            </a:tbl>
          </a:graphicData>
        </a:graphic>
      </p:graphicFrame>
      <p:graphicFrame>
        <p:nvGraphicFramePr>
          <p:cNvPr id="15" name="Table Placeholder 11" descr="Table placeholder">
            <a:extLst>
              <a:ext uri="{FF2B5EF4-FFF2-40B4-BE49-F238E27FC236}">
                <a16:creationId xmlns:a16="http://schemas.microsoft.com/office/drawing/2014/main" id="{4AFE81A7-880E-8042-FBE1-FE29A63A8E4C}"/>
              </a:ext>
            </a:extLst>
          </p:cNvPr>
          <p:cNvGraphicFramePr>
            <a:graphicFrameLocks/>
          </p:cNvGraphicFramePr>
          <p:nvPr>
            <p:extLst>
              <p:ext uri="{D42A27DB-BD31-4B8C-83A1-F6EECF244321}">
                <p14:modId xmlns:p14="http://schemas.microsoft.com/office/powerpoint/2010/main" val="1138157136"/>
              </p:ext>
            </p:extLst>
          </p:nvPr>
        </p:nvGraphicFramePr>
        <p:xfrm>
          <a:off x="159982" y="135378"/>
          <a:ext cx="6813311" cy="2966286"/>
        </p:xfrm>
        <a:graphic>
          <a:graphicData uri="http://schemas.openxmlformats.org/drawingml/2006/table">
            <a:tbl>
              <a:tblPr firstRow="1" bandRow="1">
                <a:tableStyleId>{5C22544A-7EE6-4342-B048-85BDC9FD1C3A}</a:tableStyleId>
              </a:tblPr>
              <a:tblGrid>
                <a:gridCol w="799402">
                  <a:extLst>
                    <a:ext uri="{9D8B030D-6E8A-4147-A177-3AD203B41FA5}">
                      <a16:colId xmlns:a16="http://schemas.microsoft.com/office/drawing/2014/main" val="3132775233"/>
                    </a:ext>
                  </a:extLst>
                </a:gridCol>
                <a:gridCol w="436260">
                  <a:extLst>
                    <a:ext uri="{9D8B030D-6E8A-4147-A177-3AD203B41FA5}">
                      <a16:colId xmlns:a16="http://schemas.microsoft.com/office/drawing/2014/main" val="45094366"/>
                    </a:ext>
                  </a:extLst>
                </a:gridCol>
                <a:gridCol w="538370">
                  <a:extLst>
                    <a:ext uri="{9D8B030D-6E8A-4147-A177-3AD203B41FA5}">
                      <a16:colId xmlns:a16="http://schemas.microsoft.com/office/drawing/2014/main" val="518567288"/>
                    </a:ext>
                  </a:extLst>
                </a:gridCol>
                <a:gridCol w="694640">
                  <a:extLst>
                    <a:ext uri="{9D8B030D-6E8A-4147-A177-3AD203B41FA5}">
                      <a16:colId xmlns:a16="http://schemas.microsoft.com/office/drawing/2014/main" val="3428144696"/>
                    </a:ext>
                  </a:extLst>
                </a:gridCol>
                <a:gridCol w="712076">
                  <a:extLst>
                    <a:ext uri="{9D8B030D-6E8A-4147-A177-3AD203B41FA5}">
                      <a16:colId xmlns:a16="http://schemas.microsoft.com/office/drawing/2014/main" val="2321406896"/>
                    </a:ext>
                  </a:extLst>
                </a:gridCol>
                <a:gridCol w="410697">
                  <a:extLst>
                    <a:ext uri="{9D8B030D-6E8A-4147-A177-3AD203B41FA5}">
                      <a16:colId xmlns:a16="http://schemas.microsoft.com/office/drawing/2014/main" val="2187594111"/>
                    </a:ext>
                  </a:extLst>
                </a:gridCol>
                <a:gridCol w="678653">
                  <a:extLst>
                    <a:ext uri="{9D8B030D-6E8A-4147-A177-3AD203B41FA5}">
                      <a16:colId xmlns:a16="http://schemas.microsoft.com/office/drawing/2014/main" val="1161708541"/>
                    </a:ext>
                  </a:extLst>
                </a:gridCol>
                <a:gridCol w="658910">
                  <a:extLst>
                    <a:ext uri="{9D8B030D-6E8A-4147-A177-3AD203B41FA5}">
                      <a16:colId xmlns:a16="http://schemas.microsoft.com/office/drawing/2014/main" val="4057277874"/>
                    </a:ext>
                  </a:extLst>
                </a:gridCol>
                <a:gridCol w="702952">
                  <a:extLst>
                    <a:ext uri="{9D8B030D-6E8A-4147-A177-3AD203B41FA5}">
                      <a16:colId xmlns:a16="http://schemas.microsoft.com/office/drawing/2014/main" val="1851909653"/>
                    </a:ext>
                  </a:extLst>
                </a:gridCol>
                <a:gridCol w="693189">
                  <a:extLst>
                    <a:ext uri="{9D8B030D-6E8A-4147-A177-3AD203B41FA5}">
                      <a16:colId xmlns:a16="http://schemas.microsoft.com/office/drawing/2014/main" val="1066672648"/>
                    </a:ext>
                  </a:extLst>
                </a:gridCol>
                <a:gridCol w="488162">
                  <a:extLst>
                    <a:ext uri="{9D8B030D-6E8A-4147-A177-3AD203B41FA5}">
                      <a16:colId xmlns:a16="http://schemas.microsoft.com/office/drawing/2014/main" val="494704392"/>
                    </a:ext>
                  </a:extLst>
                </a:gridCol>
              </a:tblGrid>
              <a:tr h="334246">
                <a:tc gridSpan="11">
                  <a:txBody>
                    <a:bodyPr/>
                    <a:lstStyle/>
                    <a:p>
                      <a:pPr algn="l"/>
                      <a:r>
                        <a:rPr lang="en-US" sz="2000" b="0" i="0">
                          <a:solidFill>
                            <a:schemeClr val="tx1"/>
                          </a:solidFill>
                          <a:latin typeface="Spectrum Sans"/>
                        </a:rPr>
                        <a:t>1. On-Time and Planned Delivery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52336">
                <a:tc gridSpan="11">
                  <a:txBody>
                    <a:bodyPr/>
                    <a:lstStyle/>
                    <a:p>
                      <a:pPr marL="0" algn="l" rtl="0" eaLnBrk="1" latinLnBrk="0" hangingPunct="1"/>
                      <a:r>
                        <a:rPr lang="en-US" sz="1200" b="0" i="0" kern="1200">
                          <a:solidFill>
                            <a:schemeClr val="tx1"/>
                          </a:solidFill>
                          <a:latin typeface="Spectrum Sans"/>
                          <a:ea typeface="+mn-ea"/>
                          <a:cs typeface="+mn-cs"/>
                        </a:rPr>
                        <a:t>There were 2 Subcontracted work items delivered.</a:t>
                      </a:r>
                    </a:p>
                  </a:txBody>
                  <a:tcPr marL="0" marT="91440" anchor="ctr">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0771004"/>
                  </a:ext>
                </a:extLst>
              </a:tr>
              <a:tr h="645440">
                <a:tc>
                  <a:txBody>
                    <a:bodyPr/>
                    <a:lstStyle/>
                    <a:p>
                      <a:pPr algn="ctr"/>
                      <a:r>
                        <a:rPr lang="en-US" sz="8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1 delivered on-time (Last 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2 delivered </a:t>
                      </a:r>
                    </a:p>
                    <a:p>
                      <a:pPr marL="0" algn="ctr" defTabSz="914400" rtl="0" eaLnBrk="1" fontAlgn="ctr" latinLnBrk="0" hangingPunct="1"/>
                      <a:r>
                        <a:rPr lang="en-US" sz="800" b="1" i="0" kern="1200">
                          <a:solidFill>
                            <a:schemeClr val="tx1"/>
                          </a:solidFill>
                          <a:latin typeface="Spectrum Sans Book"/>
                          <a:ea typeface="+mn-ea"/>
                          <a:cs typeface="Spectrum Sans Book"/>
                        </a:rPr>
                        <a:t>on-time (Last </a:t>
                      </a:r>
                    </a:p>
                    <a:p>
                      <a:pPr marL="0" algn="ctr" defTabSz="914400" rtl="0" eaLnBrk="1" fontAlgn="ctr" latinLnBrk="0" hangingPunct="1"/>
                      <a:r>
                        <a:rPr lang="en-US" sz="800" b="1" i="0" kern="1200">
                          <a:solidFill>
                            <a:schemeClr val="tx1"/>
                          </a:solidFill>
                          <a:latin typeface="Spectrum Sans Book"/>
                          <a:ea typeface="+mn-ea"/>
                          <a:cs typeface="Spectrum Sans Book"/>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Subcontracted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delivered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(Last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Sustainability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delivered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(Last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Date changes </a:t>
                      </a:r>
                    </a:p>
                    <a:p>
                      <a:pPr marL="0" algn="ctr" defTabSz="914400" rtl="0" eaLnBrk="1" fontAlgn="ctr" latinLnBrk="0" hangingPunct="1"/>
                      <a:r>
                        <a:rPr lang="en-US" sz="800" b="1" i="0" kern="1200">
                          <a:solidFill>
                            <a:schemeClr val="tx1"/>
                          </a:solidFill>
                          <a:latin typeface="Spectrum Sans Book"/>
                          <a:ea typeface="+mn-ea"/>
                          <a:cs typeface="Spectrum Sans Book"/>
                        </a:rPr>
                        <a:t>for Track 1-2 (Last </a:t>
                      </a:r>
                    </a:p>
                    <a:p>
                      <a:pPr marL="0" algn="ctr" defTabSz="914400" rtl="0" eaLnBrk="1" fontAlgn="ctr" latinLnBrk="0" hangingPunct="1"/>
                      <a:r>
                        <a:rPr lang="en-US" sz="800" b="1" i="0" kern="1200">
                          <a:solidFill>
                            <a:schemeClr val="tx1"/>
                          </a:solidFill>
                          <a:latin typeface="Spectrum Sans Book"/>
                          <a:ea typeface="+mn-ea"/>
                          <a:cs typeface="Spectrum Sans Book"/>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1 delivered</a:t>
                      </a:r>
                    </a:p>
                    <a:p>
                      <a:pPr marL="0" algn="ctr" defTabSz="914400" rtl="0" eaLnBrk="1" fontAlgn="ctr" latinLnBrk="0" hangingPunct="1"/>
                      <a:r>
                        <a:rPr lang="en-US" sz="800" b="1" i="0" kern="1200">
                          <a:solidFill>
                            <a:schemeClr val="tx1"/>
                          </a:solidFill>
                          <a:latin typeface="Spectrum Sans Book"/>
                          <a:ea typeface="+mn-ea"/>
                          <a:cs typeface="Spectrum Sans Book"/>
                        </a:rPr>
                        <a:t>/ % </a:t>
                      </a:r>
                    </a:p>
                    <a:p>
                      <a:pPr marL="0" algn="ctr" defTabSz="914400" rtl="0" eaLnBrk="1" fontAlgn="ctr" latinLnBrk="0" hangingPunct="1"/>
                      <a:r>
                        <a:rPr lang="en-US" sz="800" b="1" i="0" kern="1200">
                          <a:solidFill>
                            <a:schemeClr val="tx1"/>
                          </a:solidFill>
                          <a:latin typeface="Spectrum Sans Book"/>
                          <a:ea typeface="+mn-ea"/>
                          <a:cs typeface="Spectrum Sans Book"/>
                        </a:rPr>
                        <a:t>completed </a:t>
                      </a:r>
                    </a:p>
                    <a:p>
                      <a:pPr marL="0" algn="ctr" defTabSz="914400" rtl="0" eaLnBrk="1" fontAlgn="ctr" latinLnBrk="0" hangingPunct="1"/>
                      <a:r>
                        <a:rPr lang="en-US" sz="800" b="1" i="0" kern="1200">
                          <a:solidFill>
                            <a:schemeClr val="tx1"/>
                          </a:solidFill>
                          <a:latin typeface="Spectrum Sans Book"/>
                          <a:ea typeface="+mn-ea"/>
                          <a:cs typeface="Spectrum Sans Book"/>
                        </a:rPr>
                        <a:t>on-time</a:t>
                      </a:r>
                    </a:p>
                    <a:p>
                      <a:pPr marL="0" algn="ctr" defTabSz="914400" rtl="0" eaLnBrk="1" fontAlgn="ctr" latinLnBrk="0" hangingPunct="1"/>
                      <a:r>
                        <a:rPr lang="en-US" sz="800" b="1" i="0" kern="1200">
                          <a:solidFill>
                            <a:schemeClr val="tx1"/>
                          </a:solidFill>
                          <a:latin typeface="Spectrum Sans Book"/>
                          <a:ea typeface="+mn-ea"/>
                          <a:cs typeface="Spectrum Sans Book"/>
                        </a:rPr>
                        <a:t> (YTD)</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2 delivered</a:t>
                      </a:r>
                    </a:p>
                    <a:p>
                      <a:pPr marL="0" algn="ctr" defTabSz="914400" rtl="0" eaLnBrk="1" fontAlgn="ctr" latinLnBrk="0" hangingPunct="1"/>
                      <a:r>
                        <a:rPr lang="en-US" sz="800" b="1" i="0" kern="1200">
                          <a:solidFill>
                            <a:schemeClr val="tx1"/>
                          </a:solidFill>
                          <a:latin typeface="Spectrum Sans Book"/>
                          <a:ea typeface="+mn-ea"/>
                          <a:cs typeface="Spectrum Sans Book"/>
                        </a:rPr>
                        <a:t>/ % completed on-time (YTD)</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Subcontracted delivered</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completed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(YTD)</a:t>
                      </a:r>
                    </a:p>
                  </a:txBody>
                  <a:tcPr marL="0" marR="0" marT="0" marB="0">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Sustainability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delivered</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completed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(YTD)</a:t>
                      </a:r>
                    </a:p>
                  </a:txBody>
                  <a:tcPr marL="0" marR="0" marT="0" marB="0">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Date </a:t>
                      </a:r>
                    </a:p>
                    <a:p>
                      <a:pPr marL="0" algn="ctr" defTabSz="914400" rtl="0" eaLnBrk="1" fontAlgn="ctr" latinLnBrk="0" hangingPunct="1"/>
                      <a:r>
                        <a:rPr lang="en-US" sz="800" b="1" i="0" kern="1200">
                          <a:solidFill>
                            <a:schemeClr val="tx1"/>
                          </a:solidFill>
                          <a:latin typeface="Spectrum Sans Book"/>
                          <a:ea typeface="+mn-ea"/>
                          <a:cs typeface="Spectrum Sans Book"/>
                        </a:rPr>
                        <a:t>changes </a:t>
                      </a:r>
                    </a:p>
                    <a:p>
                      <a:pPr marL="0" algn="ctr" defTabSz="914400" rtl="0" eaLnBrk="1" fontAlgn="ctr" latinLnBrk="0" hangingPunct="1"/>
                      <a:r>
                        <a:rPr lang="en-US" sz="800" b="1" i="0" kern="1200">
                          <a:solidFill>
                            <a:schemeClr val="tx1"/>
                          </a:solidFill>
                          <a:latin typeface="Spectrum Sans Book"/>
                          <a:ea typeface="+mn-ea"/>
                          <a:cs typeface="Spectrum Sans Book"/>
                        </a:rPr>
                        <a:t>for </a:t>
                      </a:r>
                    </a:p>
                    <a:p>
                      <a:pPr marL="0" algn="ctr" defTabSz="914400" rtl="0" eaLnBrk="1" fontAlgn="ctr" latinLnBrk="0" hangingPunct="1"/>
                      <a:r>
                        <a:rPr lang="en-US" sz="800" b="1" i="0" kern="1200">
                          <a:solidFill>
                            <a:schemeClr val="tx1"/>
                          </a:solidFill>
                          <a:latin typeface="Spectrum Sans Book"/>
                          <a:ea typeface="+mn-ea"/>
                          <a:cs typeface="Spectrum Sans Book"/>
                        </a:rPr>
                        <a:t>Track 1-2 (YTD)</a:t>
                      </a:r>
                    </a:p>
                  </a:txBody>
                  <a:tcPr marL="0" marR="0" marT="0" marB="0">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2535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Seamless Entertainment </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2535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Domain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1/100%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843099"/>
                  </a:ext>
                </a:extLst>
              </a:tr>
              <a:tr h="1932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Auth ID</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2072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DSB</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2/100%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2535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Enterprise Data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4/100%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8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2068475"/>
                  </a:ext>
                </a:extLst>
              </a:tr>
            </a:tbl>
          </a:graphicData>
        </a:graphic>
      </p:graphicFrame>
    </p:spTree>
    <p:extLst>
      <p:ext uri="{BB962C8B-B14F-4D97-AF65-F5344CB8AC3E}">
        <p14:creationId xmlns:p14="http://schemas.microsoft.com/office/powerpoint/2010/main" val="411077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7A5A64-212A-97C9-4BCC-DB4EEE3DDCA8}"/>
              </a:ext>
            </a:extLst>
          </p:cNvPr>
          <p:cNvSpPr/>
          <p:nvPr/>
        </p:nvSpPr>
        <p:spPr>
          <a:xfrm>
            <a:off x="316409" y="3540361"/>
            <a:ext cx="4490722" cy="260219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5050972" y="715443"/>
            <a:ext cx="6824620" cy="5427116"/>
          </a:xfrm>
          <a:solidFill>
            <a:schemeClr val="accent2">
              <a:alpha val="4706"/>
            </a:schemeClr>
          </a:solidFill>
        </p:spPr>
        <p:txBody>
          <a:bodyPr vert="horz" lIns="91440" tIns="91440" rIns="91440" bIns="91440" rtlCol="0" anchor="t">
            <a:noAutofit/>
          </a:bodyPr>
          <a:lstStyle/>
          <a:p>
            <a:pPr marL="115570" indent="-114300">
              <a:lnSpc>
                <a:spcPct val="100000"/>
              </a:lnSpc>
            </a:pPr>
            <a:r>
              <a:rPr lang="en-US" sz="1400" b="1">
                <a:latin typeface="Spectrum Sans Book"/>
                <a:cs typeface="Spectrum Sans Book"/>
              </a:rPr>
              <a:t>Key Highlights</a:t>
            </a:r>
          </a:p>
          <a:p>
            <a:pPr marL="115570" indent="-114300">
              <a:lnSpc>
                <a:spcPct val="100000"/>
              </a:lnSpc>
              <a:spcBef>
                <a:spcPts val="0"/>
              </a:spcBef>
              <a:spcAft>
                <a:spcPts val="100"/>
              </a:spcAft>
            </a:pPr>
            <a:endParaRPr lang="en-US" sz="1050" b="1">
              <a:latin typeface="Spectrum Sans Book"/>
              <a:cs typeface="Spectrum Sans Book"/>
            </a:endParaRPr>
          </a:p>
          <a:p>
            <a:pPr marL="115570" indent="-114300">
              <a:lnSpc>
                <a:spcPct val="150000"/>
              </a:lnSpc>
              <a:spcBef>
                <a:spcPts val="0"/>
              </a:spcBef>
              <a:spcAft>
                <a:spcPts val="100"/>
              </a:spcAft>
            </a:pPr>
            <a:r>
              <a:rPr lang="en-US" sz="1200" b="1">
                <a:latin typeface="Spectrum Sans Book"/>
                <a:cs typeface="Spectrum Sans Book"/>
              </a:rPr>
              <a:t>Subcontracted:</a:t>
            </a:r>
          </a:p>
          <a:p>
            <a:pPr marL="229870" lvl="1" indent="-118745">
              <a:lnSpc>
                <a:spcPct val="150000"/>
              </a:lnSpc>
              <a:spcBef>
                <a:spcPts val="0"/>
              </a:spcBef>
              <a:spcAft>
                <a:spcPts val="100"/>
              </a:spcAft>
              <a:buClr>
                <a:srgbClr val="323232"/>
              </a:buClr>
              <a:buNone/>
            </a:pPr>
            <a:r>
              <a:rPr lang="en-US" sz="1100" b="1">
                <a:latin typeface="Spectrum Sans Book"/>
              </a:rPr>
              <a:t>DSB: </a:t>
            </a:r>
          </a:p>
          <a:p>
            <a:pPr marL="229870" lvl="1" indent="-118745">
              <a:lnSpc>
                <a:spcPct val="150000"/>
              </a:lnSpc>
              <a:spcBef>
                <a:spcPts val="0"/>
              </a:spcBef>
              <a:spcAft>
                <a:spcPts val="100"/>
              </a:spcAft>
              <a:buClr>
                <a:srgbClr val="323232"/>
              </a:buClr>
            </a:pPr>
            <a:r>
              <a:rPr lang="en-US" sz="1000">
                <a:solidFill>
                  <a:srgbClr val="002038"/>
                </a:solidFill>
                <a:latin typeface="Spectrum Sans Book"/>
                <a:ea typeface="Calibri"/>
                <a:cs typeface="Calibri"/>
              </a:rPr>
              <a:t>Email Orphan Mailbox Clean Up (DSB) (CHPROJECT-29017/CHCAPABLTY-33070): Delivered Orphan Mailbox Lifecycle Management Service to manage the lifecycle of orphan mailboxes across L-TWC, L-BHN, and L-CHTR domains</a:t>
            </a:r>
            <a:r>
              <a:rPr lang="en-US" sz="1000">
                <a:solidFill>
                  <a:srgbClr val="002038"/>
                </a:solidFill>
                <a:latin typeface="Spectrum Sans Book"/>
              </a:rPr>
              <a:t>. (02/09)</a:t>
            </a:r>
          </a:p>
          <a:p>
            <a:pPr marL="229870" lvl="1" indent="-118745">
              <a:lnSpc>
                <a:spcPct val="150000"/>
              </a:lnSpc>
              <a:spcBef>
                <a:spcPts val="0"/>
              </a:spcBef>
              <a:spcAft>
                <a:spcPts val="100"/>
              </a:spcAft>
              <a:buClr>
                <a:srgbClr val="323232"/>
              </a:buClr>
            </a:pPr>
            <a:r>
              <a:rPr lang="en-US" sz="1000">
                <a:solidFill>
                  <a:srgbClr val="002038"/>
                </a:solidFill>
                <a:latin typeface="Spectrum Sans Book"/>
                <a:ea typeface="Calibri"/>
                <a:cs typeface="Calibri"/>
              </a:rPr>
              <a:t>Lifecycle Management Program – Databases (CHPROJECT-30913/CHCAPABLTY-36196): Migration of Streamline Auth/ Identity Scheduler database from older X7 to newer/supported X9 version. (02/24)</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On-Time and Planned Delivery</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sp>
        <p:nvSpPr>
          <p:cNvPr id="30" name="Rectangle 29">
            <a:extLst>
              <a:ext uri="{FF2B5EF4-FFF2-40B4-BE49-F238E27FC236}">
                <a16:creationId xmlns:a16="http://schemas.microsoft.com/office/drawing/2014/main" id="{45488A1F-5C39-966C-4802-06FADE5D9859}"/>
              </a:ext>
            </a:extLst>
          </p:cNvPr>
          <p:cNvSpPr/>
          <p:nvPr/>
        </p:nvSpPr>
        <p:spPr>
          <a:xfrm>
            <a:off x="316409" y="715442"/>
            <a:ext cx="4490722" cy="2720681"/>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31" name="Content Placeholder 7" descr="Chart placeholder">
            <a:extLst>
              <a:ext uri="{FF2B5EF4-FFF2-40B4-BE49-F238E27FC236}">
                <a16:creationId xmlns:a16="http://schemas.microsoft.com/office/drawing/2014/main" id="{0C258BF1-5094-8338-66BB-59FF8A6849CC}"/>
              </a:ext>
            </a:extLst>
          </p:cNvPr>
          <p:cNvGraphicFramePr>
            <a:graphicFrameLocks/>
          </p:cNvGraphicFramePr>
          <p:nvPr>
            <p:extLst>
              <p:ext uri="{D42A27DB-BD31-4B8C-83A1-F6EECF244321}">
                <p14:modId xmlns:p14="http://schemas.microsoft.com/office/powerpoint/2010/main" val="1243163551"/>
              </p:ext>
            </p:extLst>
          </p:nvPr>
        </p:nvGraphicFramePr>
        <p:xfrm>
          <a:off x="387433" y="795456"/>
          <a:ext cx="4350030" cy="2569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ontent Placeholder 7" descr="Chart placeholder">
            <a:extLst>
              <a:ext uri="{FF2B5EF4-FFF2-40B4-BE49-F238E27FC236}">
                <a16:creationId xmlns:a16="http://schemas.microsoft.com/office/drawing/2014/main" id="{F33C7846-0B23-7880-C7BF-766A80C0FD37}"/>
              </a:ext>
            </a:extLst>
          </p:cNvPr>
          <p:cNvGraphicFramePr>
            <a:graphicFrameLocks/>
          </p:cNvGraphicFramePr>
          <p:nvPr>
            <p:extLst>
              <p:ext uri="{D42A27DB-BD31-4B8C-83A1-F6EECF244321}">
                <p14:modId xmlns:p14="http://schemas.microsoft.com/office/powerpoint/2010/main" val="4015770157"/>
              </p:ext>
            </p:extLst>
          </p:nvPr>
        </p:nvGraphicFramePr>
        <p:xfrm>
          <a:off x="387431" y="3691282"/>
          <a:ext cx="4350032" cy="256975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6910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6500851" y="765610"/>
            <a:ext cx="5528480" cy="2691407"/>
          </a:xfrm>
          <a:solidFill>
            <a:schemeClr val="accent2">
              <a:alpha val="4706"/>
            </a:schemeClr>
          </a:solidFill>
        </p:spPr>
        <p:txBody>
          <a:bodyPr vert="horz" lIns="182880" tIns="182880" rIns="182880" bIns="0" rtlCol="0" anchor="t">
            <a:noAutofit/>
          </a:bodyPr>
          <a:lstStyle/>
          <a:p>
            <a:pPr>
              <a:spcBef>
                <a:spcPts val="0"/>
              </a:spcBef>
            </a:pPr>
            <a:r>
              <a:rPr lang="en-US" sz="1400" b="1">
                <a:latin typeface="Spectrum Sans Book"/>
                <a:cs typeface="Spectrum Sans Book"/>
              </a:rPr>
              <a:t>Key Highlights</a:t>
            </a:r>
          </a:p>
          <a:p>
            <a:pPr marL="171450" indent="-171450">
              <a:lnSpc>
                <a:spcPct val="100000"/>
              </a:lnSpc>
              <a:spcBef>
                <a:spcPts val="0"/>
              </a:spcBef>
              <a:buFont typeface="Wingdings" panose="05000000000000000000" pitchFamily="2" charset="2"/>
              <a:buChar char="§"/>
            </a:pPr>
            <a:endParaRPr lang="en-US" sz="1000" b="1">
              <a:solidFill>
                <a:srgbClr val="000000"/>
              </a:solidFill>
            </a:endParaRPr>
          </a:p>
          <a:p>
            <a:pPr marL="171450" indent="-171450">
              <a:lnSpc>
                <a:spcPct val="150000"/>
              </a:lnSpc>
              <a:spcBef>
                <a:spcPts val="0"/>
              </a:spcBef>
              <a:buFont typeface="Wingdings" panose="05000000000000000000" pitchFamily="2" charset="2"/>
              <a:buChar char="§"/>
            </a:pPr>
            <a:r>
              <a:rPr lang="en-US" sz="1100" b="1">
                <a:solidFill>
                  <a:srgbClr val="000000"/>
                </a:solidFill>
                <a:latin typeface="Spectrum Sans Book"/>
                <a:cs typeface="Spectrum Sans Book"/>
              </a:rPr>
              <a:t>Seamless Entertainment: </a:t>
            </a:r>
            <a:r>
              <a:rPr lang="en-US" sz="1100">
                <a:solidFill>
                  <a:srgbClr val="002038"/>
                </a:solidFill>
                <a:latin typeface="Spectrum Sans Book"/>
                <a:cs typeface="Spectrum Sans Book"/>
              </a:rPr>
              <a:t> No defects found </a:t>
            </a:r>
          </a:p>
          <a:p>
            <a:pPr marL="171450" indent="-171450">
              <a:lnSpc>
                <a:spcPct val="150000"/>
              </a:lnSpc>
              <a:spcBef>
                <a:spcPts val="0"/>
              </a:spcBef>
              <a:buFont typeface="Wingdings" panose="05000000000000000000" pitchFamily="2" charset="2"/>
              <a:buChar char="§"/>
            </a:pPr>
            <a:r>
              <a:rPr lang="en-US" sz="1100" b="1">
                <a:solidFill>
                  <a:srgbClr val="002038"/>
                </a:solidFill>
                <a:latin typeface="Spectrum Sans Book"/>
                <a:cs typeface="Spectrum Sans Book"/>
              </a:rPr>
              <a:t>AuthID:</a:t>
            </a:r>
            <a:r>
              <a:rPr lang="en-US" sz="1100">
                <a:solidFill>
                  <a:srgbClr val="002038"/>
                </a:solidFill>
                <a:latin typeface="Spectrum Sans Book"/>
                <a:cs typeface="Spectrum Sans Book"/>
              </a:rPr>
              <a:t> 6 defects in Test</a:t>
            </a:r>
          </a:p>
          <a:p>
            <a:pPr marL="171450" indent="-171450">
              <a:lnSpc>
                <a:spcPct val="150000"/>
              </a:lnSpc>
              <a:spcBef>
                <a:spcPts val="0"/>
              </a:spcBef>
              <a:buFont typeface="Wingdings" panose="05000000000000000000" pitchFamily="2" charset="2"/>
              <a:buChar char="§"/>
            </a:pPr>
            <a:r>
              <a:rPr lang="en-US" sz="1100" b="1">
                <a:solidFill>
                  <a:srgbClr val="000000"/>
                </a:solidFill>
                <a:latin typeface="Spectrum Sans Book"/>
                <a:cs typeface="Spectrum Sans Book"/>
              </a:rPr>
              <a:t>DSB: </a:t>
            </a:r>
            <a:r>
              <a:rPr lang="en-US" sz="1100">
                <a:solidFill>
                  <a:srgbClr val="000000"/>
                </a:solidFill>
                <a:latin typeface="Spectrum Sans Book"/>
                <a:cs typeface="Spectrum Sans Book"/>
              </a:rPr>
              <a:t> 1 (P2-P4) defect in Prod, 25</a:t>
            </a:r>
            <a:r>
              <a:rPr lang="en-US" sz="1100">
                <a:latin typeface="Spectrum Sans Book"/>
                <a:cs typeface="Spectrum Sans Book"/>
              </a:rPr>
              <a:t> defects in Dev</a:t>
            </a:r>
          </a:p>
          <a:p>
            <a:pPr marL="171450" indent="-171450">
              <a:lnSpc>
                <a:spcPct val="150000"/>
              </a:lnSpc>
              <a:spcBef>
                <a:spcPts val="0"/>
              </a:spcBef>
              <a:buFont typeface="Wingdings" panose="05000000000000000000" pitchFamily="2" charset="2"/>
              <a:buChar char="§"/>
            </a:pPr>
            <a:r>
              <a:rPr lang="en-US" sz="1100" b="1">
                <a:solidFill>
                  <a:srgbClr val="000000"/>
                </a:solidFill>
                <a:latin typeface="Spectrum Sans Book"/>
                <a:cs typeface="Spectrum Sans Book"/>
              </a:rPr>
              <a:t>Enterprise Data Services: </a:t>
            </a:r>
            <a:r>
              <a:rPr lang="en-US" sz="1100">
                <a:solidFill>
                  <a:srgbClr val="000000"/>
                </a:solidFill>
                <a:latin typeface="Spectrum Sans Book"/>
                <a:cs typeface="Spectrum Sans Book"/>
              </a:rPr>
              <a:t>23</a:t>
            </a:r>
            <a:r>
              <a:rPr lang="en-US" sz="1100">
                <a:latin typeface="Spectrum Sans Book"/>
                <a:cs typeface="Spectrum Sans Book"/>
              </a:rPr>
              <a:t> defects in Dev</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Quality and Dev Efficiency</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pSp>
        <p:nvGrpSpPr>
          <p:cNvPr id="3" name="Group 2">
            <a:extLst>
              <a:ext uri="{FF2B5EF4-FFF2-40B4-BE49-F238E27FC236}">
                <a16:creationId xmlns:a16="http://schemas.microsoft.com/office/drawing/2014/main" id="{646633C4-952F-0628-28F9-12E6C0C3C775}"/>
              </a:ext>
            </a:extLst>
          </p:cNvPr>
          <p:cNvGrpSpPr/>
          <p:nvPr/>
        </p:nvGrpSpPr>
        <p:grpSpPr>
          <a:xfrm>
            <a:off x="272121" y="765612"/>
            <a:ext cx="2977106" cy="2691406"/>
            <a:chOff x="428626" y="3562351"/>
            <a:chExt cx="4648200" cy="2686049"/>
          </a:xfrm>
        </p:grpSpPr>
        <p:sp>
          <p:nvSpPr>
            <p:cNvPr id="25" name="Rectangle 24">
              <a:extLst>
                <a:ext uri="{FF2B5EF4-FFF2-40B4-BE49-F238E27FC236}">
                  <a16:creationId xmlns:a16="http://schemas.microsoft.com/office/drawing/2014/main" id="{E19337FA-B0B8-8CAF-9255-B72B7F1A8E7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26" name="Content Placeholder 7" descr="Chart placeholder">
              <a:extLst>
                <a:ext uri="{FF2B5EF4-FFF2-40B4-BE49-F238E27FC236}">
                  <a16:creationId xmlns:a16="http://schemas.microsoft.com/office/drawing/2014/main" id="{15D0653A-DA5E-A22E-1D6E-78D092E16B9D}"/>
                </a:ext>
              </a:extLst>
            </p:cNvPr>
            <p:cNvGraphicFramePr>
              <a:graphicFrameLocks/>
            </p:cNvGraphicFramePr>
            <p:nvPr>
              <p:extLst>
                <p:ext uri="{D42A27DB-BD31-4B8C-83A1-F6EECF244321}">
                  <p14:modId xmlns:p14="http://schemas.microsoft.com/office/powerpoint/2010/main" val="1474386239"/>
                </p:ext>
              </p:extLst>
            </p:nvPr>
          </p:nvGraphicFramePr>
          <p:xfrm>
            <a:off x="486627" y="3562351"/>
            <a:ext cx="4562474" cy="2686049"/>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6" name="Group 5">
            <a:extLst>
              <a:ext uri="{FF2B5EF4-FFF2-40B4-BE49-F238E27FC236}">
                <a16:creationId xmlns:a16="http://schemas.microsoft.com/office/drawing/2014/main" id="{612CFE0E-BC0B-CDB0-FC1A-26A561619C44}"/>
              </a:ext>
            </a:extLst>
          </p:cNvPr>
          <p:cNvGrpSpPr/>
          <p:nvPr/>
        </p:nvGrpSpPr>
        <p:grpSpPr>
          <a:xfrm>
            <a:off x="3359033" y="765610"/>
            <a:ext cx="2977106" cy="2691408"/>
            <a:chOff x="428626" y="3562350"/>
            <a:chExt cx="4648200" cy="2686049"/>
          </a:xfrm>
        </p:grpSpPr>
        <p:sp>
          <p:nvSpPr>
            <p:cNvPr id="7" name="Rectangle 6">
              <a:extLst>
                <a:ext uri="{FF2B5EF4-FFF2-40B4-BE49-F238E27FC236}">
                  <a16:creationId xmlns:a16="http://schemas.microsoft.com/office/drawing/2014/main" id="{E708CF69-4587-E0BC-15E2-2CEA36E3EB3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8" name="Content Placeholder 7" descr="Chart placeholder">
              <a:extLst>
                <a:ext uri="{FF2B5EF4-FFF2-40B4-BE49-F238E27FC236}">
                  <a16:creationId xmlns:a16="http://schemas.microsoft.com/office/drawing/2014/main" id="{F0EA8A91-6621-7F03-971A-E286E01DBD7F}"/>
                </a:ext>
              </a:extLst>
            </p:cNvPr>
            <p:cNvGraphicFramePr>
              <a:graphicFrameLocks/>
            </p:cNvGraphicFramePr>
            <p:nvPr>
              <p:extLst>
                <p:ext uri="{D42A27DB-BD31-4B8C-83A1-F6EECF244321}">
                  <p14:modId xmlns:p14="http://schemas.microsoft.com/office/powerpoint/2010/main" val="2466061938"/>
                </p:ext>
              </p:extLst>
            </p:nvPr>
          </p:nvGraphicFramePr>
          <p:xfrm>
            <a:off x="472766" y="3562350"/>
            <a:ext cx="4562474" cy="2686049"/>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9" name="Group 8">
            <a:extLst>
              <a:ext uri="{FF2B5EF4-FFF2-40B4-BE49-F238E27FC236}">
                <a16:creationId xmlns:a16="http://schemas.microsoft.com/office/drawing/2014/main" id="{E2A86173-FFA3-EB8D-EEB9-8DDCF4D681D1}"/>
              </a:ext>
            </a:extLst>
          </p:cNvPr>
          <p:cNvGrpSpPr/>
          <p:nvPr/>
        </p:nvGrpSpPr>
        <p:grpSpPr>
          <a:xfrm>
            <a:off x="272121" y="3565146"/>
            <a:ext cx="2977106" cy="2691409"/>
            <a:chOff x="428626" y="3562349"/>
            <a:chExt cx="4648200" cy="2686050"/>
          </a:xfrm>
        </p:grpSpPr>
        <p:sp>
          <p:nvSpPr>
            <p:cNvPr id="11" name="Rectangle 10">
              <a:extLst>
                <a:ext uri="{FF2B5EF4-FFF2-40B4-BE49-F238E27FC236}">
                  <a16:creationId xmlns:a16="http://schemas.microsoft.com/office/drawing/2014/main" id="{A46D5649-1F10-9BC5-6918-DC0AB998E9A7}"/>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2" name="Content Placeholder 7" descr="Chart placeholder">
              <a:extLst>
                <a:ext uri="{FF2B5EF4-FFF2-40B4-BE49-F238E27FC236}">
                  <a16:creationId xmlns:a16="http://schemas.microsoft.com/office/drawing/2014/main" id="{312660B5-D597-2A3F-4212-2B27F96A62F8}"/>
                </a:ext>
              </a:extLst>
            </p:cNvPr>
            <p:cNvGraphicFramePr>
              <a:graphicFrameLocks/>
            </p:cNvGraphicFramePr>
            <p:nvPr>
              <p:extLst>
                <p:ext uri="{D42A27DB-BD31-4B8C-83A1-F6EECF244321}">
                  <p14:modId xmlns:p14="http://schemas.microsoft.com/office/powerpoint/2010/main" val="3355068740"/>
                </p:ext>
              </p:extLst>
            </p:nvPr>
          </p:nvGraphicFramePr>
          <p:xfrm>
            <a:off x="472766" y="3562349"/>
            <a:ext cx="4562474" cy="2686049"/>
          </p:xfrm>
          <a:graphic>
            <a:graphicData uri="http://schemas.openxmlformats.org/drawingml/2006/chart">
              <c:chart xmlns:c="http://schemas.openxmlformats.org/drawingml/2006/chart" xmlns:r="http://schemas.openxmlformats.org/officeDocument/2006/relationships" r:id="rId5"/>
            </a:graphicData>
          </a:graphic>
        </p:graphicFrame>
      </p:grpSp>
      <p:graphicFrame>
        <p:nvGraphicFramePr>
          <p:cNvPr id="19" name="Table Placeholder 11" descr="Table placeholder">
            <a:extLst>
              <a:ext uri="{FF2B5EF4-FFF2-40B4-BE49-F238E27FC236}">
                <a16:creationId xmlns:a16="http://schemas.microsoft.com/office/drawing/2014/main" id="{E9CDA80D-6597-88CE-737C-299D109E20C2}"/>
              </a:ext>
            </a:extLst>
          </p:cNvPr>
          <p:cNvGraphicFramePr>
            <a:graphicFrameLocks/>
          </p:cNvGraphicFramePr>
          <p:nvPr>
            <p:extLst>
              <p:ext uri="{D42A27DB-BD31-4B8C-83A1-F6EECF244321}">
                <p14:modId xmlns:p14="http://schemas.microsoft.com/office/powerpoint/2010/main" val="896769398"/>
              </p:ext>
            </p:extLst>
          </p:nvPr>
        </p:nvGraphicFramePr>
        <p:xfrm>
          <a:off x="6520394" y="3565146"/>
          <a:ext cx="5528480" cy="2691407"/>
        </p:xfrm>
        <a:graphic>
          <a:graphicData uri="http://schemas.openxmlformats.org/drawingml/2006/table">
            <a:tbl>
              <a:tblPr firstRow="1" bandRow="1">
                <a:tableStyleId>{5C22544A-7EE6-4342-B048-85BDC9FD1C3A}</a:tableStyleId>
              </a:tblPr>
              <a:tblGrid>
                <a:gridCol w="1147724">
                  <a:extLst>
                    <a:ext uri="{9D8B030D-6E8A-4147-A177-3AD203B41FA5}">
                      <a16:colId xmlns:a16="http://schemas.microsoft.com/office/drawing/2014/main" val="3132775233"/>
                    </a:ext>
                  </a:extLst>
                </a:gridCol>
                <a:gridCol w="1221440">
                  <a:extLst>
                    <a:ext uri="{9D8B030D-6E8A-4147-A177-3AD203B41FA5}">
                      <a16:colId xmlns:a16="http://schemas.microsoft.com/office/drawing/2014/main" val="45094366"/>
                    </a:ext>
                  </a:extLst>
                </a:gridCol>
                <a:gridCol w="1335819">
                  <a:extLst>
                    <a:ext uri="{9D8B030D-6E8A-4147-A177-3AD203B41FA5}">
                      <a16:colId xmlns:a16="http://schemas.microsoft.com/office/drawing/2014/main" val="518567288"/>
                    </a:ext>
                  </a:extLst>
                </a:gridCol>
                <a:gridCol w="1823497">
                  <a:extLst>
                    <a:ext uri="{9D8B030D-6E8A-4147-A177-3AD203B41FA5}">
                      <a16:colId xmlns:a16="http://schemas.microsoft.com/office/drawing/2014/main" val="2187594111"/>
                    </a:ext>
                  </a:extLst>
                </a:gridCol>
              </a:tblGrid>
              <a:tr h="471422">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latin typeface="Spectrum Sans"/>
                          <a:ea typeface="+mn-ea"/>
                          <a:cs typeface="+mn-cs"/>
                        </a:rPr>
                        <a:t>Mitigation Action Plans for Improving Quality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56485">
                <a:tc>
                  <a:txBody>
                    <a:bodyPr/>
                    <a:lstStyle/>
                    <a:p>
                      <a:pPr algn="ctr"/>
                      <a:r>
                        <a:rPr lang="en-US" sz="800" b="1" i="0">
                          <a:solidFill>
                            <a:schemeClr val="tx1"/>
                          </a:solidFill>
                          <a:latin typeface="Spectrum Sans Book"/>
                          <a:cs typeface="Spectrum Sans Book"/>
                        </a:rPr>
                        <a:t>Summary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Customer Impact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Root Cause</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Corrective and Preventive Actions</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1863500">
                <a:tc gridSpan="4">
                  <a:txBody>
                    <a:bodyPr/>
                    <a:lstStyle/>
                    <a:p>
                      <a:pPr lvl="0" algn="ctr">
                        <a:lnSpc>
                          <a:spcPct val="100000"/>
                        </a:lnSpc>
                        <a:spcBef>
                          <a:spcPts val="0"/>
                        </a:spcBef>
                        <a:spcAft>
                          <a:spcPts val="0"/>
                        </a:spcAft>
                        <a:buNone/>
                      </a:pPr>
                      <a:r>
                        <a:rPr lang="en-US" sz="1100" b="0" i="0" kern="1200" noProof="0">
                          <a:solidFill>
                            <a:srgbClr val="000000"/>
                          </a:solidFill>
                          <a:latin typeface="Spectrum Sans Book"/>
                          <a:ea typeface="+mn-ea"/>
                        </a:rPr>
                        <a:t>There was no P0-P1 defects in Feb 2026</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defTabSz="914400">
                        <a:tabLst/>
                        <a:defRPr/>
                      </a:pPr>
                      <a:endParaRPr lang="en-US"/>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defTabSz="914400">
                        <a:tabLst/>
                        <a:defRPr/>
                      </a:pPr>
                      <a:endParaRPr lang="en-US"/>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defTabSz="914400">
                        <a:tabLst/>
                        <a:defRPr/>
                      </a:pPr>
                      <a:endParaRPr lang="en-US"/>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5377646"/>
                  </a:ext>
                </a:extLst>
              </a:tr>
            </a:tbl>
          </a:graphicData>
        </a:graphic>
      </p:graphicFrame>
      <p:grpSp>
        <p:nvGrpSpPr>
          <p:cNvPr id="21" name="Group 20">
            <a:extLst>
              <a:ext uri="{FF2B5EF4-FFF2-40B4-BE49-F238E27FC236}">
                <a16:creationId xmlns:a16="http://schemas.microsoft.com/office/drawing/2014/main" id="{ADFB1D2A-EFDD-EC93-CF81-D00B7D2D1AC5}"/>
              </a:ext>
            </a:extLst>
          </p:cNvPr>
          <p:cNvGrpSpPr/>
          <p:nvPr/>
        </p:nvGrpSpPr>
        <p:grpSpPr>
          <a:xfrm>
            <a:off x="3359033" y="3565146"/>
            <a:ext cx="2977106" cy="2691408"/>
            <a:chOff x="428626" y="3562350"/>
            <a:chExt cx="4648200" cy="2686049"/>
          </a:xfrm>
        </p:grpSpPr>
        <p:sp>
          <p:nvSpPr>
            <p:cNvPr id="22" name="Rectangle 21">
              <a:extLst>
                <a:ext uri="{FF2B5EF4-FFF2-40B4-BE49-F238E27FC236}">
                  <a16:creationId xmlns:a16="http://schemas.microsoft.com/office/drawing/2014/main" id="{330C20EE-64DE-3A49-8938-11D2BF0B7F7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23" name="Content Placeholder 7" descr="Chart placeholder">
              <a:extLst>
                <a:ext uri="{FF2B5EF4-FFF2-40B4-BE49-F238E27FC236}">
                  <a16:creationId xmlns:a16="http://schemas.microsoft.com/office/drawing/2014/main" id="{8865A43F-6EBA-BC3C-3269-A09E8141AB5C}"/>
                </a:ext>
              </a:extLst>
            </p:cNvPr>
            <p:cNvGraphicFramePr>
              <a:graphicFrameLocks/>
            </p:cNvGraphicFramePr>
            <p:nvPr>
              <p:extLst>
                <p:ext uri="{D42A27DB-BD31-4B8C-83A1-F6EECF244321}">
                  <p14:modId xmlns:p14="http://schemas.microsoft.com/office/powerpoint/2010/main" val="667043364"/>
                </p:ext>
              </p:extLst>
            </p:nvPr>
          </p:nvGraphicFramePr>
          <p:xfrm>
            <a:off x="472766" y="3562350"/>
            <a:ext cx="4562474" cy="2686049"/>
          </p:xfrm>
          <a:graphic>
            <a:graphicData uri="http://schemas.openxmlformats.org/drawingml/2006/chart">
              <c:chart xmlns:c="http://schemas.openxmlformats.org/drawingml/2006/chart" xmlns:r="http://schemas.openxmlformats.org/officeDocument/2006/relationships" r:id="rId6"/>
            </a:graphicData>
          </a:graphic>
        </p:graphicFrame>
      </p:grpSp>
      <p:sp>
        <p:nvSpPr>
          <p:cNvPr id="2" name="Rectangle 1">
            <a:extLst>
              <a:ext uri="{FF2B5EF4-FFF2-40B4-BE49-F238E27FC236}">
                <a16:creationId xmlns:a16="http://schemas.microsoft.com/office/drawing/2014/main" id="{539269E0-2A6F-8BD5-06C2-4E01B2BBDB2D}"/>
              </a:ext>
            </a:extLst>
          </p:cNvPr>
          <p:cNvSpPr/>
          <p:nvPr/>
        </p:nvSpPr>
        <p:spPr>
          <a:xfrm>
            <a:off x="263242" y="3064602"/>
            <a:ext cx="2994863" cy="392415"/>
          </a:xfrm>
          <a:prstGeom prst="rect">
            <a:avLst/>
          </a:prstGeom>
        </p:spPr>
        <p:txBody>
          <a:bodyPr wrap="square">
            <a:spAutoFit/>
          </a:bodyPr>
          <a:lstStyle/>
          <a:p>
            <a:r>
              <a:rPr lang="en-US" sz="650">
                <a:latin typeface="Spectrum Sans Book" panose="020B0402020503020304"/>
              </a:rPr>
              <a:t>* Till Dec’25, the count of system test cases were reported. A new test automation model has been implemented, and counts from new model will be presented starting Jan’26</a:t>
            </a:r>
            <a:endParaRPr lang="en-IN" sz="650">
              <a:latin typeface="Spectrum Sans Book" panose="020B0402020503020304"/>
            </a:endParaRPr>
          </a:p>
        </p:txBody>
      </p:sp>
      <p:sp>
        <p:nvSpPr>
          <p:cNvPr id="13" name="Rectangle 12">
            <a:extLst>
              <a:ext uri="{FF2B5EF4-FFF2-40B4-BE49-F238E27FC236}">
                <a16:creationId xmlns:a16="http://schemas.microsoft.com/office/drawing/2014/main" id="{1D2FF5E3-ED3F-DC2B-6223-D4E4F5A25CD4}"/>
              </a:ext>
            </a:extLst>
          </p:cNvPr>
          <p:cNvSpPr/>
          <p:nvPr/>
        </p:nvSpPr>
        <p:spPr>
          <a:xfrm>
            <a:off x="3311617" y="3064602"/>
            <a:ext cx="2994863" cy="292388"/>
          </a:xfrm>
          <a:prstGeom prst="rect">
            <a:avLst/>
          </a:prstGeom>
        </p:spPr>
        <p:txBody>
          <a:bodyPr wrap="square">
            <a:spAutoFit/>
          </a:bodyPr>
          <a:lstStyle/>
          <a:p>
            <a:r>
              <a:rPr lang="en-US" sz="650">
                <a:latin typeface="Spectrum Sans Book" panose="020B0402020503020304"/>
              </a:rPr>
              <a:t>* 01’26 There is a decline in the number of test cases after the front-end test cases were deprecated from the test suite. </a:t>
            </a:r>
            <a:endParaRPr lang="en-IN" sz="650">
              <a:latin typeface="Spectrum Sans Book" panose="020B0402020503020304"/>
            </a:endParaRPr>
          </a:p>
        </p:txBody>
      </p:sp>
    </p:spTree>
    <p:extLst>
      <p:ext uri="{BB962C8B-B14F-4D97-AF65-F5344CB8AC3E}">
        <p14:creationId xmlns:p14="http://schemas.microsoft.com/office/powerpoint/2010/main" val="147477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5402392" y="685365"/>
            <a:ext cx="6604950" cy="1766365"/>
          </a:xfrm>
          <a:solidFill>
            <a:schemeClr val="accent2">
              <a:alpha val="4706"/>
            </a:schemeClr>
          </a:solidFill>
        </p:spPr>
        <p:txBody>
          <a:bodyPr/>
          <a:lstStyle/>
          <a:p>
            <a:pPr>
              <a:spcBef>
                <a:spcPts val="0"/>
              </a:spcBef>
            </a:pPr>
            <a:r>
              <a:rPr lang="en-US" sz="1400" b="1"/>
              <a:t>Key Highlights</a:t>
            </a:r>
          </a:p>
          <a:p>
            <a:pPr marL="171450" indent="-171450">
              <a:lnSpc>
                <a:spcPct val="100000"/>
              </a:lnSpc>
              <a:spcBef>
                <a:spcPts val="0"/>
              </a:spcBef>
              <a:buFont typeface="Wingdings" panose="05000000000000000000" pitchFamily="2" charset="2"/>
              <a:buChar char="§"/>
            </a:pPr>
            <a:endParaRPr lang="en-US" sz="900" b="1"/>
          </a:p>
          <a:p>
            <a:pPr>
              <a:spcBef>
                <a:spcPts val="0"/>
              </a:spcBef>
            </a:pPr>
            <a:endParaRPr lang="en-US" sz="1600"/>
          </a:p>
          <a:p>
            <a:pPr>
              <a:spcBef>
                <a:spcPts val="0"/>
              </a:spcBef>
            </a:pPr>
            <a:endParaRPr lang="en-US" sz="1600"/>
          </a:p>
          <a:p>
            <a:endParaRPr lang="en-US" sz="2000"/>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Rollout Success</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pSp>
        <p:nvGrpSpPr>
          <p:cNvPr id="11" name="Group 10">
            <a:extLst>
              <a:ext uri="{FF2B5EF4-FFF2-40B4-BE49-F238E27FC236}">
                <a16:creationId xmlns:a16="http://schemas.microsoft.com/office/drawing/2014/main" id="{8A99089A-9FD0-FCCB-64B4-5CC60C43262A}"/>
              </a:ext>
            </a:extLst>
          </p:cNvPr>
          <p:cNvGrpSpPr/>
          <p:nvPr/>
        </p:nvGrpSpPr>
        <p:grpSpPr>
          <a:xfrm>
            <a:off x="325490" y="685365"/>
            <a:ext cx="4971573" cy="2743635"/>
            <a:chOff x="428627" y="1351190"/>
            <a:chExt cx="6743698" cy="4403299"/>
          </a:xfrm>
        </p:grpSpPr>
        <p:sp>
          <p:nvSpPr>
            <p:cNvPr id="2" name="Rectangle 1">
              <a:extLst>
                <a:ext uri="{FF2B5EF4-FFF2-40B4-BE49-F238E27FC236}">
                  <a16:creationId xmlns:a16="http://schemas.microsoft.com/office/drawing/2014/main" id="{062A8076-9DE3-2255-5B63-CD7AD9DB89CF}"/>
                </a:ext>
              </a:extLst>
            </p:cNvPr>
            <p:cNvSpPr/>
            <p:nvPr/>
          </p:nvSpPr>
          <p:spPr>
            <a:xfrm>
              <a:off x="428627" y="1351190"/>
              <a:ext cx="6743698" cy="4403299"/>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3" name="Content Placeholder 7" descr="Chart placeholder">
              <a:extLst>
                <a:ext uri="{FF2B5EF4-FFF2-40B4-BE49-F238E27FC236}">
                  <a16:creationId xmlns:a16="http://schemas.microsoft.com/office/drawing/2014/main" id="{5198C8B6-22F4-81F4-3CC7-235AF059A3DE}"/>
                </a:ext>
              </a:extLst>
            </p:cNvPr>
            <p:cNvGraphicFramePr>
              <a:graphicFrameLocks/>
            </p:cNvGraphicFramePr>
            <p:nvPr>
              <p:extLst>
                <p:ext uri="{D42A27DB-BD31-4B8C-83A1-F6EECF244321}">
                  <p14:modId xmlns:p14="http://schemas.microsoft.com/office/powerpoint/2010/main" val="197893043"/>
                </p:ext>
              </p:extLst>
            </p:nvPr>
          </p:nvGraphicFramePr>
          <p:xfrm>
            <a:off x="571499" y="1351190"/>
            <a:ext cx="6383640" cy="4389006"/>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2" name="Group 11">
            <a:extLst>
              <a:ext uri="{FF2B5EF4-FFF2-40B4-BE49-F238E27FC236}">
                <a16:creationId xmlns:a16="http://schemas.microsoft.com/office/drawing/2014/main" id="{4F55C61B-0E63-DEF0-4BAD-07E11EAAC105}"/>
              </a:ext>
            </a:extLst>
          </p:cNvPr>
          <p:cNvGrpSpPr/>
          <p:nvPr/>
        </p:nvGrpSpPr>
        <p:grpSpPr>
          <a:xfrm>
            <a:off x="325490" y="3570578"/>
            <a:ext cx="4971573" cy="2752542"/>
            <a:chOff x="428627" y="1351190"/>
            <a:chExt cx="6743698" cy="4403299"/>
          </a:xfrm>
        </p:grpSpPr>
        <p:sp>
          <p:nvSpPr>
            <p:cNvPr id="13" name="Rectangle 12">
              <a:extLst>
                <a:ext uri="{FF2B5EF4-FFF2-40B4-BE49-F238E27FC236}">
                  <a16:creationId xmlns:a16="http://schemas.microsoft.com/office/drawing/2014/main" id="{9523D42F-B54F-CE7E-5B93-B51EBAB7602F}"/>
                </a:ext>
              </a:extLst>
            </p:cNvPr>
            <p:cNvSpPr/>
            <p:nvPr/>
          </p:nvSpPr>
          <p:spPr>
            <a:xfrm>
              <a:off x="428627" y="1351190"/>
              <a:ext cx="6743698" cy="4403299"/>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4" name="Content Placeholder 7" descr="Chart placeholder">
              <a:extLst>
                <a:ext uri="{FF2B5EF4-FFF2-40B4-BE49-F238E27FC236}">
                  <a16:creationId xmlns:a16="http://schemas.microsoft.com/office/drawing/2014/main" id="{08DDB546-1823-CA20-EE32-04DB7D5CB289}"/>
                </a:ext>
              </a:extLst>
            </p:cNvPr>
            <p:cNvGraphicFramePr>
              <a:graphicFrameLocks/>
            </p:cNvGraphicFramePr>
            <p:nvPr>
              <p:extLst>
                <p:ext uri="{D42A27DB-BD31-4B8C-83A1-F6EECF244321}">
                  <p14:modId xmlns:p14="http://schemas.microsoft.com/office/powerpoint/2010/main" val="1776159137"/>
                </p:ext>
              </p:extLst>
            </p:nvPr>
          </p:nvGraphicFramePr>
          <p:xfrm>
            <a:off x="571500" y="1351190"/>
            <a:ext cx="6383640" cy="4389005"/>
          </p:xfrm>
          <a:graphic>
            <a:graphicData uri="http://schemas.openxmlformats.org/drawingml/2006/chart">
              <c:chart xmlns:c="http://schemas.openxmlformats.org/drawingml/2006/chart" xmlns:r="http://schemas.openxmlformats.org/officeDocument/2006/relationships" r:id="rId4"/>
            </a:graphicData>
          </a:graphic>
        </p:graphicFrame>
      </p:grpSp>
      <p:graphicFrame>
        <p:nvGraphicFramePr>
          <p:cNvPr id="15" name="Table Placeholder 11" descr="Table placeholder">
            <a:extLst>
              <a:ext uri="{FF2B5EF4-FFF2-40B4-BE49-F238E27FC236}">
                <a16:creationId xmlns:a16="http://schemas.microsoft.com/office/drawing/2014/main" id="{C242D661-C5B1-771B-8A70-91A47C5E0F0D}"/>
              </a:ext>
            </a:extLst>
          </p:cNvPr>
          <p:cNvGraphicFramePr>
            <a:graphicFrameLocks/>
          </p:cNvGraphicFramePr>
          <p:nvPr>
            <p:extLst>
              <p:ext uri="{D42A27DB-BD31-4B8C-83A1-F6EECF244321}">
                <p14:modId xmlns:p14="http://schemas.microsoft.com/office/powerpoint/2010/main" val="3236650009"/>
              </p:ext>
            </p:extLst>
          </p:nvPr>
        </p:nvGraphicFramePr>
        <p:xfrm>
          <a:off x="5405437" y="2512218"/>
          <a:ext cx="6604949" cy="2329803"/>
        </p:xfrm>
        <a:graphic>
          <a:graphicData uri="http://schemas.openxmlformats.org/drawingml/2006/table">
            <a:tbl>
              <a:tblPr firstRow="1" bandRow="1">
                <a:tableStyleId>{5C22544A-7EE6-4342-B048-85BDC9FD1C3A}</a:tableStyleId>
              </a:tblPr>
              <a:tblGrid>
                <a:gridCol w="2187132">
                  <a:extLst>
                    <a:ext uri="{9D8B030D-6E8A-4147-A177-3AD203B41FA5}">
                      <a16:colId xmlns:a16="http://schemas.microsoft.com/office/drawing/2014/main" val="3132775233"/>
                    </a:ext>
                  </a:extLst>
                </a:gridCol>
                <a:gridCol w="2258568">
                  <a:extLst>
                    <a:ext uri="{9D8B030D-6E8A-4147-A177-3AD203B41FA5}">
                      <a16:colId xmlns:a16="http://schemas.microsoft.com/office/drawing/2014/main" val="694523486"/>
                    </a:ext>
                  </a:extLst>
                </a:gridCol>
                <a:gridCol w="2159249">
                  <a:extLst>
                    <a:ext uri="{9D8B030D-6E8A-4147-A177-3AD203B41FA5}">
                      <a16:colId xmlns:a16="http://schemas.microsoft.com/office/drawing/2014/main" val="1940637614"/>
                    </a:ext>
                  </a:extLst>
                </a:gridCol>
              </a:tblGrid>
              <a:tr h="426835">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latin typeface="Spectrum Sans"/>
                          <a:ea typeface="+mn-ea"/>
                          <a:cs typeface="+mn-cs"/>
                        </a:rPr>
                        <a:t>Mitigation Plans to Increase Success Rate</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a:p>
                  </a:txBody>
                  <a:tcPr>
                    <a:lnL w="12700" cmpd="sng">
                      <a:noFill/>
                    </a:lnL>
                  </a:tcPr>
                </a:tc>
                <a:extLst>
                  <a:ext uri="{0D108BD9-81ED-4DB2-BD59-A6C34878D82A}">
                    <a16:rowId xmlns:a16="http://schemas.microsoft.com/office/drawing/2014/main" val="2707413996"/>
                  </a:ext>
                </a:extLst>
              </a:tr>
              <a:tr h="213416">
                <a:tc>
                  <a:txBody>
                    <a:bodyPr/>
                    <a:lstStyle/>
                    <a:p>
                      <a:pPr algn="ctr"/>
                      <a:r>
                        <a:rPr lang="en-US" sz="800" b="1" i="0">
                          <a:solidFill>
                            <a:schemeClr val="tx1"/>
                          </a:solidFill>
                          <a:latin typeface="Spectrum Sans Book"/>
                          <a:cs typeface="Spectrum Sans Book" panose="020B0402020503020304" pitchFamily="34" charset="0"/>
                        </a:rPr>
                        <a:t>Executive Summary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Root Cause</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Lessons Learned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960377">
                <a:tc>
                  <a:txBody>
                    <a:bodyPr/>
                    <a:lstStyle/>
                    <a:p>
                      <a:pPr marL="0" lvl="0" algn="l" defTabSz="914400" rtl="0" eaLnBrk="1" latinLnBrk="0" hangingPunct="1">
                        <a:buNone/>
                      </a:pPr>
                      <a:r>
                        <a:rPr lang="en-US" sz="800" b="0" i="0" u="none" strike="noStrike" kern="1200" baseline="0">
                          <a:solidFill>
                            <a:srgbClr val="000000"/>
                          </a:solidFill>
                          <a:latin typeface="Spectrum Sans Book"/>
                          <a:ea typeface="+mn-ea"/>
                          <a:cs typeface="+mn-cs"/>
                        </a:rPr>
                        <a:t>Post the monthly deployment of the EDS Cache, the application exhausted the Redis connection pool, which degraded response times and led to SocketTimeoutExceptions. To prevent further impact, traffic was routed to the DR environment and prod changes were rolled back</a:t>
                      </a:r>
                      <a:endParaRPr lang="en-US" sz="800" b="0" i="0" u="none" strike="noStrike" kern="1200" baseline="0" noProof="0">
                        <a:solidFill>
                          <a:srgbClr val="000000"/>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defTabSz="914400" rtl="0" eaLnBrk="1" latinLnBrk="0" hangingPunct="1">
                        <a:buNone/>
                      </a:pPr>
                      <a:r>
                        <a:rPr lang="en-US" sz="800" b="0" i="0" u="none" strike="noStrike" kern="1200" baseline="0">
                          <a:solidFill>
                            <a:srgbClr val="000000"/>
                          </a:solidFill>
                          <a:latin typeface="Spectrum Sans Book"/>
                          <a:ea typeface="+mn-ea"/>
                          <a:cs typeface="+mn-cs"/>
                        </a:rPr>
                        <a:t>The system's approach of performing a Redis database check for every Kafka message to prevent duplicates created a heavy Redis workload, which exhausted the Redis connection pool. This led to degraded performance in EDS Cache Redis Account database and dependent service and listener components</a:t>
                      </a:r>
                      <a:endParaRPr lang="en-US" sz="800" b="0" i="0" u="none" strike="noStrike" kern="1200" baseline="0" noProof="0">
                        <a:solidFill>
                          <a:srgbClr val="000000"/>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a:buNone/>
                      </a:pPr>
                      <a:r>
                        <a:rPr lang="en-US" sz="800" b="0" i="0" u="none" strike="noStrike" kern="1200" baseline="0" noProof="0">
                          <a:solidFill>
                            <a:srgbClr val="000000"/>
                          </a:solidFill>
                          <a:latin typeface="Spectrum Sans Book"/>
                        </a:rPr>
                        <a:t>Implement mandatory design reviews before deployment to catch architectural issues early</a:t>
                      </a:r>
                    </a:p>
                    <a:p>
                      <a:pPr marL="0" lvl="0" algn="l">
                        <a:buNone/>
                      </a:pPr>
                      <a:r>
                        <a:rPr lang="en-US" sz="800" b="0" i="0" u="none" strike="noStrike" kern="1200" baseline="0" noProof="0">
                          <a:solidFill>
                            <a:srgbClr val="000000"/>
                          </a:solidFill>
                          <a:latin typeface="Spectrum Sans Book"/>
                        </a:rPr>
                        <a:t>Require performance testing for Redis dependency changes to prevent production incidents</a:t>
                      </a:r>
                      <a:br>
                        <a:rPr lang="en-US" sz="800" b="0" i="0" u="none" strike="noStrike" kern="1200" baseline="0" noProof="0">
                          <a:solidFill>
                            <a:srgbClr val="000000"/>
                          </a:solidFill>
                          <a:latin typeface="Spectrum Sans Book"/>
                        </a:rPr>
                      </a:br>
                      <a:endParaRPr lang="en-US" sz="800" b="0" i="0" u="none" strike="noStrike" kern="1200" baseline="0" noProof="0">
                        <a:solidFill>
                          <a:srgbClr val="000000"/>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597090"/>
                  </a:ext>
                </a:extLst>
              </a:tr>
              <a:tr h="729175">
                <a:tc>
                  <a:txBody>
                    <a:bodyPr/>
                    <a:lstStyle/>
                    <a:p>
                      <a:pPr marL="0" lvl="0" algn="l">
                        <a:buNone/>
                      </a:pPr>
                      <a:r>
                        <a:rPr lang="en-US" sz="800" kern="1200" noProof="0">
                          <a:solidFill>
                            <a:schemeClr val="tx1"/>
                          </a:solidFill>
                          <a:latin typeface="Spectrum Sans Book"/>
                          <a:ea typeface="+mn-ea"/>
                          <a:cs typeface="+mn-cs"/>
                        </a:rPr>
                        <a:t>Canary rollout of Streamline Authentication  upgrade to Spring Boot was rolled back; after NBOP tool reported re-authentication issues for customers thru Agent channel. Impact was minimal due to low traffic (0.01%).</a:t>
                      </a:r>
                      <a:endParaRPr lang="en-US" sz="800" kern="1200">
                        <a:solidFill>
                          <a:schemeClr val="tx1"/>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a:buNone/>
                      </a:pPr>
                      <a:r>
                        <a:rPr lang="en-US" sz="800" kern="1200" noProof="0">
                          <a:solidFill>
                            <a:schemeClr val="tx1"/>
                          </a:solidFill>
                          <a:latin typeface="Spectrum Sans Book"/>
                          <a:ea typeface="+mn-ea"/>
                          <a:cs typeface="+mn-cs"/>
                        </a:rPr>
                        <a:t>Streamline Authentication Spring Boot upgrade to new version did not maintain backward capability for </a:t>
                      </a:r>
                      <a:r>
                        <a:rPr lang="en-US" sz="800" b="0" i="1" u="none" strike="noStrike" kern="1200" noProof="0" err="1">
                          <a:solidFill>
                            <a:schemeClr val="tx1"/>
                          </a:solidFill>
                        </a:rPr>
                        <a:t>accountauthtoken</a:t>
                      </a:r>
                      <a:endParaRPr lang="en-US" sz="800" b="0" kern="1200">
                        <a:solidFill>
                          <a:schemeClr val="tx1"/>
                        </a:solidFill>
                        <a:latin typeface="Spectrum Sans Book"/>
                        <a:ea typeface="+mn-ea"/>
                        <a:cs typeface="+mn-cs"/>
                      </a:endParaRPr>
                    </a:p>
                    <a:p>
                      <a:pPr marL="0" lvl="0" algn="l">
                        <a:buNone/>
                      </a:pPr>
                      <a:r>
                        <a:rPr lang="en-US" sz="800" kern="1200" noProof="0">
                          <a:solidFill>
                            <a:schemeClr val="tx1"/>
                          </a:solidFill>
                          <a:latin typeface="Spectrum Sans Book"/>
                          <a:ea typeface="+mn-ea"/>
                          <a:cs typeface="+mn-cs"/>
                        </a:rPr>
                        <a:t>API by NBOP for customer authentication. </a:t>
                      </a:r>
                      <a:endParaRPr lang="en-US" sz="800" kern="1200">
                        <a:solidFill>
                          <a:schemeClr val="tx1"/>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a:buNone/>
                      </a:pPr>
                      <a:r>
                        <a:rPr lang="en-US" sz="800" kern="1200" noProof="0">
                          <a:solidFill>
                            <a:schemeClr val="tx1"/>
                          </a:solidFill>
                          <a:latin typeface="Spectrum Sans Book"/>
                          <a:ea typeface="+mn-ea"/>
                          <a:cs typeface="+mn-cs"/>
                        </a:rPr>
                        <a:t>Ensure backward compatibility during upgrades. </a:t>
                      </a:r>
                      <a:endParaRPr lang="en-US" sz="800" kern="1200">
                        <a:solidFill>
                          <a:schemeClr val="tx1"/>
                        </a:solidFill>
                        <a:latin typeface="Spectrum Sans Book"/>
                        <a:ea typeface="+mn-ea"/>
                        <a:cs typeface="+mn-cs"/>
                      </a:endParaRPr>
                    </a:p>
                    <a:p>
                      <a:pPr marL="0" lvl="0" algn="l">
                        <a:buNone/>
                      </a:pPr>
                      <a:r>
                        <a:rPr lang="en-US" sz="800" kern="1200" noProof="0">
                          <a:solidFill>
                            <a:schemeClr val="tx1"/>
                          </a:solidFill>
                          <a:latin typeface="Spectrum Sans Book"/>
                          <a:ea typeface="+mn-ea"/>
                          <a:cs typeface="+mn-cs"/>
                        </a:rPr>
                        <a:t>Address regression test gaps.</a:t>
                      </a:r>
                      <a:endParaRPr lang="en-US" sz="800" kern="1200">
                        <a:solidFill>
                          <a:schemeClr val="tx1"/>
                        </a:solidFill>
                        <a:latin typeface="Spectrum Sans Book"/>
                        <a:ea typeface="+mn-ea"/>
                        <a:cs typeface="+mn-cs"/>
                      </a:endParaRPr>
                    </a:p>
                    <a:p>
                      <a:pPr marL="0" lvl="0" algn="l">
                        <a:buNone/>
                      </a:pPr>
                      <a:r>
                        <a:rPr lang="en-US" sz="800" kern="1200" noProof="0">
                          <a:solidFill>
                            <a:schemeClr val="tx1"/>
                          </a:solidFill>
                          <a:latin typeface="Spectrum Sans Book"/>
                          <a:ea typeface="+mn-ea"/>
                          <a:cs typeface="+mn-cs"/>
                        </a:rPr>
                        <a:t>Enhance Prod Ops monitoring, to detect low-volume, client- or app-specific traffic and errors. </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6735060"/>
                  </a:ext>
                </a:extLst>
              </a:tr>
            </a:tbl>
          </a:graphicData>
        </a:graphic>
      </p:graphicFrame>
      <p:graphicFrame>
        <p:nvGraphicFramePr>
          <p:cNvPr id="7" name="Table 6">
            <a:extLst>
              <a:ext uri="{FF2B5EF4-FFF2-40B4-BE49-F238E27FC236}">
                <a16:creationId xmlns:a16="http://schemas.microsoft.com/office/drawing/2014/main" id="{F6B819F7-D8AF-4D7C-65B8-8FF1C8ECCE1B}"/>
              </a:ext>
            </a:extLst>
          </p:cNvPr>
          <p:cNvGraphicFramePr>
            <a:graphicFrameLocks noGrp="1"/>
          </p:cNvGraphicFramePr>
          <p:nvPr>
            <p:extLst>
              <p:ext uri="{D42A27DB-BD31-4B8C-83A1-F6EECF244321}">
                <p14:modId xmlns:p14="http://schemas.microsoft.com/office/powerpoint/2010/main" val="2545417757"/>
              </p:ext>
            </p:extLst>
          </p:nvPr>
        </p:nvGraphicFramePr>
        <p:xfrm>
          <a:off x="5402388" y="685365"/>
          <a:ext cx="6604950" cy="1766365"/>
        </p:xfrm>
        <a:graphic>
          <a:graphicData uri="http://schemas.openxmlformats.org/drawingml/2006/table">
            <a:tbl>
              <a:tblPr bandRow="1">
                <a:tableStyleId>{69012ECD-51FC-41F1-AA8D-1B2483CD663E}</a:tableStyleId>
              </a:tblPr>
              <a:tblGrid>
                <a:gridCol w="6396670">
                  <a:extLst>
                    <a:ext uri="{9D8B030D-6E8A-4147-A177-3AD203B41FA5}">
                      <a16:colId xmlns:a16="http://schemas.microsoft.com/office/drawing/2014/main" val="543953268"/>
                    </a:ext>
                  </a:extLst>
                </a:gridCol>
                <a:gridCol w="208280">
                  <a:extLst>
                    <a:ext uri="{9D8B030D-6E8A-4147-A177-3AD203B41FA5}">
                      <a16:colId xmlns:a16="http://schemas.microsoft.com/office/drawing/2014/main" val="2584569647"/>
                    </a:ext>
                  </a:extLst>
                </a:gridCol>
              </a:tblGrid>
              <a:tr h="1766365">
                <a:tc>
                  <a:txBody>
                    <a:bodyPr/>
                    <a:lstStyle/>
                    <a:p>
                      <a:pPr marL="0" indent="0">
                        <a:lnSpc>
                          <a:spcPct val="150000"/>
                        </a:lnSpc>
                        <a:spcBef>
                          <a:spcPts val="0"/>
                        </a:spcBef>
                        <a:buFont typeface="Wingdings" panose="05000000000000000000" pitchFamily="2" charset="2"/>
                        <a:buNone/>
                      </a:pPr>
                      <a:endParaRPr lang="en-US" sz="900" b="1">
                        <a:highlight>
                          <a:srgbClr val="FFFF00"/>
                        </a:highlight>
                        <a:latin typeface="Spectrum Sans Book"/>
                        <a:cs typeface="Spectrum Sans Book"/>
                      </a:endParaRPr>
                    </a:p>
                    <a:p>
                      <a:pPr marL="171450" indent="-171450">
                        <a:lnSpc>
                          <a:spcPct val="150000"/>
                        </a:lnSpc>
                        <a:spcBef>
                          <a:spcPts val="0"/>
                        </a:spcBef>
                        <a:buFont typeface="Wingdings" panose="05000000000000000000" pitchFamily="2" charset="2"/>
                        <a:buChar char="§"/>
                      </a:pPr>
                      <a:endParaRPr lang="en-US" sz="900" b="1">
                        <a:highlight>
                          <a:srgbClr val="FFFF00"/>
                        </a:highlight>
                        <a:latin typeface="Spectrum Sans Book"/>
                        <a:cs typeface="Spectrum Sans Book"/>
                      </a:endParaRPr>
                    </a:p>
                    <a:p>
                      <a:pPr marL="171450" indent="-171450">
                        <a:lnSpc>
                          <a:spcPct val="150000"/>
                        </a:lnSpc>
                        <a:spcBef>
                          <a:spcPts val="0"/>
                        </a:spcBef>
                        <a:buFont typeface="Wingdings" panose="05000000000000000000" pitchFamily="2" charset="2"/>
                        <a:buChar char="§"/>
                      </a:pPr>
                      <a:r>
                        <a:rPr lang="en-US" sz="900" b="1">
                          <a:latin typeface="Spectrum Sans Book"/>
                          <a:cs typeface="Spectrum Sans Book"/>
                        </a:rPr>
                        <a:t>Seamless Entertainment: </a:t>
                      </a:r>
                      <a:r>
                        <a:rPr lang="en-US" sz="900" b="0">
                          <a:latin typeface="Spectrum Sans Book"/>
                          <a:cs typeface="Spectrum Sans Book"/>
                        </a:rPr>
                        <a:t>2 Major </a:t>
                      </a:r>
                      <a:r>
                        <a:rPr lang="en-US" sz="900">
                          <a:latin typeface="Spectrum Sans Book"/>
                          <a:cs typeface="Spectrum Sans Book"/>
                        </a:rPr>
                        <a:t>deployments</a:t>
                      </a:r>
                    </a:p>
                    <a:p>
                      <a:pPr marL="171450" indent="-171450">
                        <a:lnSpc>
                          <a:spcPct val="150000"/>
                        </a:lnSpc>
                        <a:spcBef>
                          <a:spcPts val="0"/>
                        </a:spcBef>
                        <a:buFont typeface="Wingdings" panose="05000000000000000000" pitchFamily="2" charset="2"/>
                        <a:buChar char="§"/>
                      </a:pPr>
                      <a:r>
                        <a:rPr lang="en-US" sz="900" b="1">
                          <a:latin typeface="Spectrum Sans Book"/>
                          <a:cs typeface="Spectrum Sans Book"/>
                        </a:rPr>
                        <a:t>Domain Services: </a:t>
                      </a:r>
                      <a:r>
                        <a:rPr lang="en-US" sz="900" b="0">
                          <a:latin typeface="Spectrum Sans Book"/>
                          <a:cs typeface="Spectrum Sans Book"/>
                        </a:rPr>
                        <a:t>2 Minor deployments</a:t>
                      </a:r>
                    </a:p>
                    <a:p>
                      <a:pPr marL="171450" indent="-171450">
                        <a:lnSpc>
                          <a:spcPct val="150000"/>
                        </a:lnSpc>
                        <a:spcBef>
                          <a:spcPts val="0"/>
                        </a:spcBef>
                        <a:buFont typeface="Wingdings" panose="05000000000000000000" pitchFamily="2" charset="2"/>
                        <a:buChar char="§"/>
                      </a:pPr>
                      <a:r>
                        <a:rPr lang="en-US" sz="900" b="1">
                          <a:latin typeface="Spectrum Sans Book"/>
                          <a:cs typeface="Spectrum Sans Book"/>
                        </a:rPr>
                        <a:t>Auth ID: </a:t>
                      </a:r>
                      <a:r>
                        <a:rPr lang="en-US" sz="900" b="0">
                          <a:latin typeface="Spectrum Sans Book"/>
                          <a:cs typeface="Spectrum Sans Book"/>
                        </a:rPr>
                        <a:t>3 Minor deployment</a:t>
                      </a:r>
                    </a:p>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lang="en-US" sz="900" b="1">
                          <a:latin typeface="Spectrum Sans Book"/>
                          <a:cs typeface="Spectrum Sans Book"/>
                        </a:rPr>
                        <a:t>DSB: </a:t>
                      </a:r>
                      <a:r>
                        <a:rPr lang="en-US" sz="900" b="0">
                          <a:latin typeface="Spectrum Sans Book"/>
                          <a:cs typeface="Spectrum Sans Book"/>
                        </a:rPr>
                        <a:t>2 Major, </a:t>
                      </a:r>
                      <a:r>
                        <a:rPr lang="en-US" sz="900">
                          <a:latin typeface="Spectrum Sans Book"/>
                          <a:cs typeface="Spectrum Sans Book"/>
                        </a:rPr>
                        <a:t>4 Minor deployments, 1 Rollback</a:t>
                      </a:r>
                    </a:p>
                    <a:p>
                      <a:pPr marL="171450" indent="-171450">
                        <a:lnSpc>
                          <a:spcPct val="150000"/>
                        </a:lnSpc>
                        <a:spcBef>
                          <a:spcPts val="0"/>
                        </a:spcBef>
                        <a:buFont typeface="Wingdings" panose="05000000000000000000" pitchFamily="2" charset="2"/>
                        <a:buChar char="§"/>
                      </a:pPr>
                      <a:r>
                        <a:rPr lang="en-US" sz="900" b="1">
                          <a:latin typeface="Spectrum Sans Book"/>
                          <a:cs typeface="Spectrum Sans Book"/>
                        </a:rPr>
                        <a:t>Enterprise Data Services: </a:t>
                      </a:r>
                      <a:r>
                        <a:rPr lang="en-US" sz="900" b="0">
                          <a:latin typeface="Spectrum Sans Book"/>
                          <a:cs typeface="Spectrum Sans Book"/>
                        </a:rPr>
                        <a:t>4 </a:t>
                      </a:r>
                      <a:r>
                        <a:rPr lang="en-US" sz="900">
                          <a:latin typeface="Spectrum Sans Book"/>
                          <a:cs typeface="Spectrum Sans Book"/>
                        </a:rPr>
                        <a:t>Major,</a:t>
                      </a:r>
                      <a:r>
                        <a:rPr lang="en-US" sz="900" b="0">
                          <a:latin typeface="Spectrum Sans Book"/>
                          <a:cs typeface="Spectrum Sans Book"/>
                        </a:rPr>
                        <a:t> 1</a:t>
                      </a:r>
                      <a:r>
                        <a:rPr lang="en-US" sz="900">
                          <a:latin typeface="Spectrum Sans Book"/>
                          <a:cs typeface="Spectrum Sans Book"/>
                        </a:rPr>
                        <a:t> Minor deployments, 1 Rollback</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0" lvl="1" indent="0" algn="l" defTabSz="914400" rtl="0" eaLnBrk="1" latinLnBrk="0" hangingPunct="1">
                        <a:lnSpc>
                          <a:spcPct val="150000"/>
                        </a:lnSpc>
                        <a:spcBef>
                          <a:spcPts val="0"/>
                        </a:spcBef>
                        <a:buFont typeface="Wingdings" panose="05000000000000000000" pitchFamily="2" charset="2"/>
                        <a:buNone/>
                      </a:pPr>
                      <a:endParaRPr lang="en-US" sz="900" b="1" kern="1200">
                        <a:solidFill>
                          <a:schemeClr val="tx1"/>
                        </a:solidFill>
                        <a:highlight>
                          <a:srgbClr val="FFFF00"/>
                        </a:highlight>
                        <a:latin typeface="Spectrum Sans Book"/>
                        <a:ea typeface="+mn-ea"/>
                        <a:cs typeface="Spectrum Sans Book"/>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4082909421"/>
                  </a:ext>
                </a:extLst>
              </a:tr>
            </a:tbl>
          </a:graphicData>
        </a:graphic>
      </p:graphicFrame>
      <p:graphicFrame>
        <p:nvGraphicFramePr>
          <p:cNvPr id="6" name="Table Placeholder 11" descr="Table placeholder">
            <a:extLst>
              <a:ext uri="{FF2B5EF4-FFF2-40B4-BE49-F238E27FC236}">
                <a16:creationId xmlns:a16="http://schemas.microsoft.com/office/drawing/2014/main" id="{7F80A740-1712-8796-6A1D-A99495E5C02E}"/>
              </a:ext>
            </a:extLst>
          </p:cNvPr>
          <p:cNvGraphicFramePr>
            <a:graphicFrameLocks/>
          </p:cNvGraphicFramePr>
          <p:nvPr>
            <p:extLst>
              <p:ext uri="{D42A27DB-BD31-4B8C-83A1-F6EECF244321}">
                <p14:modId xmlns:p14="http://schemas.microsoft.com/office/powerpoint/2010/main" val="1925996611"/>
              </p:ext>
            </p:extLst>
          </p:nvPr>
        </p:nvGraphicFramePr>
        <p:xfrm>
          <a:off x="5402388" y="5157234"/>
          <a:ext cx="6604952" cy="1149084"/>
        </p:xfrm>
        <a:graphic>
          <a:graphicData uri="http://schemas.openxmlformats.org/drawingml/2006/table">
            <a:tbl>
              <a:tblPr firstRow="1" bandRow="1">
                <a:tableStyleId>{5C22544A-7EE6-4342-B048-85BDC9FD1C3A}</a:tableStyleId>
              </a:tblPr>
              <a:tblGrid>
                <a:gridCol w="2239983">
                  <a:extLst>
                    <a:ext uri="{9D8B030D-6E8A-4147-A177-3AD203B41FA5}">
                      <a16:colId xmlns:a16="http://schemas.microsoft.com/office/drawing/2014/main" val="3132775233"/>
                    </a:ext>
                  </a:extLst>
                </a:gridCol>
                <a:gridCol w="2241969">
                  <a:extLst>
                    <a:ext uri="{9D8B030D-6E8A-4147-A177-3AD203B41FA5}">
                      <a16:colId xmlns:a16="http://schemas.microsoft.com/office/drawing/2014/main" val="2034743235"/>
                    </a:ext>
                  </a:extLst>
                </a:gridCol>
                <a:gridCol w="2123000">
                  <a:extLst>
                    <a:ext uri="{9D8B030D-6E8A-4147-A177-3AD203B41FA5}">
                      <a16:colId xmlns:a16="http://schemas.microsoft.com/office/drawing/2014/main" val="2187594111"/>
                    </a:ext>
                  </a:extLst>
                </a:gridCol>
              </a:tblGrid>
              <a:tr h="321066">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latin typeface="Spectrum Sans"/>
                          <a:ea typeface="+mn-ea"/>
                          <a:cs typeface="+mn-cs"/>
                        </a:rPr>
                        <a:t>Mitigation Plans for Unsuccessful Releases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57558">
                <a:tc>
                  <a:txBody>
                    <a:bodyPr/>
                    <a:lstStyle/>
                    <a:p>
                      <a:pPr algn="ctr"/>
                      <a:r>
                        <a:rPr lang="en-US" sz="800" b="1" i="0">
                          <a:solidFill>
                            <a:schemeClr val="tx1"/>
                          </a:solidFill>
                          <a:latin typeface="Spectrum Sans Book"/>
                          <a:cs typeface="Spectrum Sans Book" panose="020B0402020503020304" pitchFamily="34" charset="0"/>
                        </a:rPr>
                        <a:t>Executive Summary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Root Cause</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Lessons Learned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480046">
                <a:tc gridSpan="3">
                  <a:txBody>
                    <a:bodyPr/>
                    <a:lstStyle/>
                    <a:p>
                      <a:pPr lvl="0" algn="ctr">
                        <a:buNone/>
                      </a:pPr>
                      <a:r>
                        <a:rPr lang="en-US" sz="900" kern="1200" noProof="0">
                          <a:solidFill>
                            <a:schemeClr val="tx1"/>
                          </a:solidFill>
                          <a:latin typeface="Spectrum Sans Book"/>
                          <a:ea typeface="+mn-ea"/>
                          <a:cs typeface="+mn-cs"/>
                        </a:rPr>
                        <a:t>There were no unsuccessful releases in Feb 2026</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vl="0" algn="l">
                        <a:buNone/>
                      </a:pPr>
                      <a:endParaRPr lang="en-US" sz="900" kern="1200">
                        <a:solidFill>
                          <a:schemeClr val="tx1"/>
                        </a:solidFill>
                        <a:latin typeface="Spectrum Sans Book"/>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vl="0" algn="l">
                        <a:buNone/>
                      </a:pPr>
                      <a:endParaRPr lang="en-US" sz="900" kern="1200" noProof="0">
                        <a:solidFill>
                          <a:schemeClr val="tx1"/>
                        </a:solidFill>
                        <a:latin typeface="Spectrum Sans Book"/>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7334480"/>
                  </a:ext>
                </a:extLst>
              </a:tr>
            </a:tbl>
          </a:graphicData>
        </a:graphic>
      </p:graphicFrame>
    </p:spTree>
    <p:extLst>
      <p:ext uri="{BB962C8B-B14F-4D97-AF65-F5344CB8AC3E}">
        <p14:creationId xmlns:p14="http://schemas.microsoft.com/office/powerpoint/2010/main" val="2137657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8116000" y="789300"/>
            <a:ext cx="3802715" cy="5346332"/>
          </a:xfrm>
          <a:solidFill>
            <a:schemeClr val="accent2">
              <a:alpha val="4706"/>
            </a:schemeClr>
          </a:solidFill>
        </p:spPr>
        <p:txBody>
          <a:bodyPr vert="horz" lIns="182880" tIns="182880" rIns="182880" bIns="0" rtlCol="0" anchor="t">
            <a:noAutofit/>
          </a:bodyPr>
          <a:lstStyle/>
          <a:p>
            <a:r>
              <a:rPr lang="en-US" sz="1600" b="1">
                <a:latin typeface="Spectrum Sans Book"/>
                <a:cs typeface="Spectrum Sans Book"/>
              </a:rPr>
              <a:t>Key Highlights</a:t>
            </a:r>
          </a:p>
          <a:p>
            <a:pPr>
              <a:spcBef>
                <a:spcPts val="750"/>
              </a:spcBef>
            </a:pPr>
            <a:r>
              <a:rPr lang="en-US" sz="1200" b="1">
                <a:solidFill>
                  <a:schemeClr val="tx1"/>
                </a:solidFill>
                <a:latin typeface="Spectrum Sans Book"/>
                <a:cs typeface="Spectrum Sans Book"/>
              </a:rPr>
              <a:t>Application Availability:</a:t>
            </a:r>
          </a:p>
          <a:p>
            <a:pPr marL="171450" indent="-171450">
              <a:spcBef>
                <a:spcPts val="750"/>
              </a:spcBef>
              <a:buFont typeface="Arial" panose="020B0604020202020204" pitchFamily="34" charset="0"/>
              <a:buChar char="•"/>
            </a:pPr>
            <a:r>
              <a:rPr lang="en-US" sz="1050">
                <a:solidFill>
                  <a:schemeClr val="tx1"/>
                </a:solidFill>
                <a:latin typeface="Spectrum Sans Book"/>
                <a:cs typeface="Spectrum Sans Book"/>
              </a:rPr>
              <a:t>All applications were at 100% availability</a:t>
            </a:r>
            <a:endParaRPr lang="en-US" sz="1050" b="1">
              <a:solidFill>
                <a:schemeClr val="tx1"/>
              </a:solidFill>
              <a:latin typeface="Spectrum Sans Book"/>
              <a:cs typeface="Spectrum Sans Book"/>
            </a:endParaRPr>
          </a:p>
          <a:p>
            <a:pPr>
              <a:spcBef>
                <a:spcPts val="750"/>
              </a:spcBef>
            </a:pPr>
            <a:r>
              <a:rPr lang="en-US" sz="1200" b="1" err="1">
                <a:solidFill>
                  <a:schemeClr val="tx1"/>
                </a:solidFill>
                <a:latin typeface="Spectrum Sans Book"/>
                <a:cs typeface="Spectrum Sans Book"/>
              </a:rPr>
              <a:t>ThreatMetrix</a:t>
            </a:r>
            <a:r>
              <a:rPr lang="en-US" sz="1200" b="1">
                <a:solidFill>
                  <a:schemeClr val="tx1"/>
                </a:solidFill>
                <a:latin typeface="Spectrum Sans Book"/>
                <a:cs typeface="Spectrum Sans Book"/>
              </a:rPr>
              <a:t>:</a:t>
            </a:r>
          </a:p>
          <a:p>
            <a:pPr marL="171450" indent="-171450">
              <a:spcBef>
                <a:spcPts val="750"/>
              </a:spcBef>
              <a:buFont typeface="Arial" panose="020B0604020202020204" pitchFamily="34" charset="0"/>
              <a:buChar char="•"/>
            </a:pPr>
            <a:r>
              <a:rPr lang="en-US" sz="1050">
                <a:solidFill>
                  <a:schemeClr val="tx1"/>
                </a:solidFill>
                <a:latin typeface="Spectrum Sans Book"/>
                <a:cs typeface="Spectrum Sans Book"/>
              </a:rPr>
              <a:t>The optimized login policy was enabled in Prod on 2/18, based on confirm fraud scenarios truth data analysis in collaboration with Lexis-Nexis. This optimization is expected to increase our fraud auth attempt capture by 42%; while keeping an exceptionally low 1.9% friction rate for real customers. </a:t>
            </a:r>
          </a:p>
          <a:p>
            <a:pPr>
              <a:spcBef>
                <a:spcPts val="750"/>
              </a:spcBef>
            </a:pPr>
            <a:r>
              <a:rPr lang="en-US" sz="1200" b="1">
                <a:solidFill>
                  <a:schemeClr val="tx1"/>
                </a:solidFill>
                <a:latin typeface="Spectrum Sans Book"/>
                <a:cs typeface="Spectrum Sans Book"/>
              </a:rPr>
              <a:t>Vulnerability Remediation</a:t>
            </a:r>
          </a:p>
          <a:p>
            <a:pPr marL="171450" indent="-171450">
              <a:spcBef>
                <a:spcPts val="750"/>
              </a:spcBef>
              <a:buFont typeface="Arial" panose="020B0604020202020204" pitchFamily="34" charset="0"/>
              <a:buChar char="•"/>
            </a:pPr>
            <a:r>
              <a:rPr lang="en-US" sz="1050">
                <a:solidFill>
                  <a:schemeClr val="tx1"/>
                </a:solidFill>
                <a:latin typeface="Spectrum Sans Book"/>
                <a:cs typeface="Spectrum Sans Book"/>
              </a:rPr>
              <a:t>Application Servers (10): Legacy application servers (pending decommission)</a:t>
            </a:r>
          </a:p>
          <a:p>
            <a:pPr marL="171450" indent="-171450">
              <a:spcBef>
                <a:spcPts val="750"/>
              </a:spcBef>
              <a:buFont typeface="Arial" panose="020B0604020202020204" pitchFamily="34" charset="0"/>
              <a:buChar char="•"/>
            </a:pPr>
            <a:r>
              <a:rPr lang="en-US" sz="1050">
                <a:solidFill>
                  <a:schemeClr val="tx1"/>
                </a:solidFill>
                <a:latin typeface="Spectrum Sans Book"/>
                <a:cs typeface="Spectrum Sans Book"/>
              </a:rPr>
              <a:t>Database Servers (3): The vendor has released updates to resolve these issues and will be applied in next monthly patch cycle.</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Product Health Measure</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pSp>
        <p:nvGrpSpPr>
          <p:cNvPr id="13" name="Group 12">
            <a:extLst>
              <a:ext uri="{FF2B5EF4-FFF2-40B4-BE49-F238E27FC236}">
                <a16:creationId xmlns:a16="http://schemas.microsoft.com/office/drawing/2014/main" id="{57CE730B-BBA3-7F01-5BDD-F0328245C1A0}"/>
              </a:ext>
            </a:extLst>
          </p:cNvPr>
          <p:cNvGrpSpPr/>
          <p:nvPr/>
        </p:nvGrpSpPr>
        <p:grpSpPr>
          <a:xfrm>
            <a:off x="338979" y="788593"/>
            <a:ext cx="3802715" cy="2477771"/>
            <a:chOff x="428624" y="933332"/>
            <a:chExt cx="4048125" cy="2046301"/>
          </a:xfrm>
        </p:grpSpPr>
        <p:sp>
          <p:nvSpPr>
            <p:cNvPr id="25" name="Rectangle 24">
              <a:extLst>
                <a:ext uri="{FF2B5EF4-FFF2-40B4-BE49-F238E27FC236}">
                  <a16:creationId xmlns:a16="http://schemas.microsoft.com/office/drawing/2014/main" id="{E19337FA-B0B8-8CAF-9255-B72B7F1A8E73}"/>
                </a:ext>
              </a:extLst>
            </p:cNvPr>
            <p:cNvSpPr/>
            <p:nvPr/>
          </p:nvSpPr>
          <p:spPr>
            <a:xfrm>
              <a:off x="428624" y="933332"/>
              <a:ext cx="4048125" cy="2046301"/>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6" name="Chart 5">
              <a:extLst>
                <a:ext uri="{FF2B5EF4-FFF2-40B4-BE49-F238E27FC236}">
                  <a16:creationId xmlns:a16="http://schemas.microsoft.com/office/drawing/2014/main" id="{224FC1D0-E682-91FF-3296-9A6543EA3A07}"/>
                </a:ext>
              </a:extLst>
            </p:cNvPr>
            <p:cNvGraphicFramePr/>
            <p:nvPr>
              <p:extLst>
                <p:ext uri="{D42A27DB-BD31-4B8C-83A1-F6EECF244321}">
                  <p14:modId xmlns:p14="http://schemas.microsoft.com/office/powerpoint/2010/main" val="1066766842"/>
                </p:ext>
              </p:extLst>
            </p:nvPr>
          </p:nvGraphicFramePr>
          <p:xfrm>
            <a:off x="428624" y="943978"/>
            <a:ext cx="4048125" cy="1982517"/>
          </p:xfrm>
          <a:graphic>
            <a:graphicData uri="http://schemas.openxmlformats.org/drawingml/2006/chart">
              <c:chart xmlns:c="http://schemas.openxmlformats.org/drawingml/2006/chart" xmlns:r="http://schemas.openxmlformats.org/officeDocument/2006/relationships" r:id="rId3"/>
            </a:graphicData>
          </a:graphic>
        </p:graphicFrame>
      </p:grpSp>
      <p:sp>
        <p:nvSpPr>
          <p:cNvPr id="8" name="Rectangle 7">
            <a:extLst>
              <a:ext uri="{FF2B5EF4-FFF2-40B4-BE49-F238E27FC236}">
                <a16:creationId xmlns:a16="http://schemas.microsoft.com/office/drawing/2014/main" id="{D5D98497-4214-213C-8B50-BA7C84A00517}"/>
              </a:ext>
            </a:extLst>
          </p:cNvPr>
          <p:cNvSpPr/>
          <p:nvPr/>
        </p:nvSpPr>
        <p:spPr>
          <a:xfrm>
            <a:off x="347735" y="3429000"/>
            <a:ext cx="7682469" cy="2706632"/>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5" name="Table Placeholder 11" descr="Table placeholder">
            <a:extLst>
              <a:ext uri="{FF2B5EF4-FFF2-40B4-BE49-F238E27FC236}">
                <a16:creationId xmlns:a16="http://schemas.microsoft.com/office/drawing/2014/main" id="{50149234-1821-31DB-C48A-E74C205A43A0}"/>
              </a:ext>
            </a:extLst>
          </p:cNvPr>
          <p:cNvGraphicFramePr>
            <a:graphicFrameLocks/>
          </p:cNvGraphicFramePr>
          <p:nvPr>
            <p:extLst>
              <p:ext uri="{D42A27DB-BD31-4B8C-83A1-F6EECF244321}">
                <p14:modId xmlns:p14="http://schemas.microsoft.com/office/powerpoint/2010/main" val="3254714248"/>
              </p:ext>
            </p:extLst>
          </p:nvPr>
        </p:nvGraphicFramePr>
        <p:xfrm>
          <a:off x="434858" y="3634092"/>
          <a:ext cx="7434493" cy="1233045"/>
        </p:xfrm>
        <a:graphic>
          <a:graphicData uri="http://schemas.openxmlformats.org/drawingml/2006/table">
            <a:tbl>
              <a:tblPr firstRow="1" bandRow="1">
                <a:tableStyleId>{5C22544A-7EE6-4342-B048-85BDC9FD1C3A}</a:tableStyleId>
              </a:tblPr>
              <a:tblGrid>
                <a:gridCol w="1514517">
                  <a:extLst>
                    <a:ext uri="{9D8B030D-6E8A-4147-A177-3AD203B41FA5}">
                      <a16:colId xmlns:a16="http://schemas.microsoft.com/office/drawing/2014/main" val="3132775233"/>
                    </a:ext>
                  </a:extLst>
                </a:gridCol>
                <a:gridCol w="1472757">
                  <a:extLst>
                    <a:ext uri="{9D8B030D-6E8A-4147-A177-3AD203B41FA5}">
                      <a16:colId xmlns:a16="http://schemas.microsoft.com/office/drawing/2014/main" val="45094366"/>
                    </a:ext>
                  </a:extLst>
                </a:gridCol>
                <a:gridCol w="1579146">
                  <a:extLst>
                    <a:ext uri="{9D8B030D-6E8A-4147-A177-3AD203B41FA5}">
                      <a16:colId xmlns:a16="http://schemas.microsoft.com/office/drawing/2014/main" val="518567288"/>
                    </a:ext>
                  </a:extLst>
                </a:gridCol>
                <a:gridCol w="1788372">
                  <a:extLst>
                    <a:ext uri="{9D8B030D-6E8A-4147-A177-3AD203B41FA5}">
                      <a16:colId xmlns:a16="http://schemas.microsoft.com/office/drawing/2014/main" val="2187594111"/>
                    </a:ext>
                  </a:extLst>
                </a:gridCol>
                <a:gridCol w="1079701">
                  <a:extLst>
                    <a:ext uri="{9D8B030D-6E8A-4147-A177-3AD203B41FA5}">
                      <a16:colId xmlns:a16="http://schemas.microsoft.com/office/drawing/2014/main" val="1161708541"/>
                    </a:ext>
                  </a:extLst>
                </a:gridCol>
              </a:tblGrid>
              <a:tr h="318469">
                <a:tc gridSpan="5">
                  <a:txBody>
                    <a:bodyPr/>
                    <a:lstStyle/>
                    <a:p>
                      <a:pPr algn="ctr"/>
                      <a:r>
                        <a:rPr lang="en-US" sz="1050" b="0" i="0">
                          <a:solidFill>
                            <a:schemeClr val="tx1"/>
                          </a:solidFill>
                          <a:latin typeface="Spectrum Sans" panose="020B0502020503020304" pitchFamily="34" charset="0"/>
                        </a:rPr>
                        <a:t>ThreatMetrix – Login Event Evaluation Trend</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28644">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Status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Count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%February</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%January</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MoM</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2286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panose="020B0402020503020304" pitchFamily="34" charset="0"/>
                          <a:ea typeface="+mn-ea"/>
                          <a:cs typeface="Spectrum Sans Book" panose="020B0402020503020304" pitchFamily="34" charset="0"/>
                        </a:rPr>
                        <a:t>Pass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11,793,971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47.09%</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39.57%</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2286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panose="020B0402020503020304" pitchFamily="34" charset="0"/>
                          <a:ea typeface="+mn-ea"/>
                          <a:cs typeface="Spectrum Sans Book" panose="020B0402020503020304" pitchFamily="34" charset="0"/>
                        </a:rPr>
                        <a:t>Reject</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t" latinLnBrk="0" hangingPunct="1"/>
                      <a:r>
                        <a:rPr lang="en-IN" sz="800" b="0" i="0" kern="1200">
                          <a:solidFill>
                            <a:schemeClr val="tx1"/>
                          </a:solidFill>
                          <a:latin typeface="Spectrum Sans Book" panose="020B0402020503020304" pitchFamily="34" charset="0"/>
                          <a:ea typeface="+mn-ea"/>
                        </a:rPr>
                        <a:t>1,021,371</a:t>
                      </a:r>
                    </a:p>
                  </a:txBody>
                  <a:tcPr marL="6350" marR="6350" marT="635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4.08%</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4.00%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466068"/>
                  </a:ext>
                </a:extLst>
              </a:tr>
              <a:tr h="2286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panose="020B0402020503020304" pitchFamily="34" charset="0"/>
                          <a:ea typeface="+mn-ea"/>
                          <a:cs typeface="Spectrum Sans Book" panose="020B0402020503020304" pitchFamily="34" charset="0"/>
                        </a:rPr>
                        <a:t>Review</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t" latinLnBrk="0" hangingPunct="1"/>
                      <a:r>
                        <a:rPr lang="en-IN" sz="800" b="0" i="0" kern="1200">
                          <a:solidFill>
                            <a:schemeClr val="tx1"/>
                          </a:solidFill>
                          <a:latin typeface="Spectrum Sans Book" panose="020B0402020503020304" pitchFamily="34" charset="0"/>
                          <a:ea typeface="+mn-ea"/>
                        </a:rPr>
                        <a:t>12,228,109</a:t>
                      </a:r>
                    </a:p>
                  </a:txBody>
                  <a:tcPr marL="6350" marR="6350" marT="635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800" b="0" i="0" kern="1200">
                          <a:solidFill>
                            <a:schemeClr val="tx1"/>
                          </a:solidFill>
                          <a:latin typeface="Spectrum Sans Book" panose="020B0402020503020304" pitchFamily="34" charset="0"/>
                          <a:ea typeface="+mn-ea"/>
                          <a:cs typeface="Spectrum Sans Book" panose="020B0402020503020304" pitchFamily="34" charset="0"/>
                        </a:rPr>
                        <a:t>48.83%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56.43%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0479417"/>
                  </a:ext>
                </a:extLst>
              </a:tr>
            </a:tbl>
          </a:graphicData>
        </a:graphic>
      </p:graphicFrame>
      <p:graphicFrame>
        <p:nvGraphicFramePr>
          <p:cNvPr id="16" name="Table Placeholder 11" descr="Table placeholder">
            <a:extLst>
              <a:ext uri="{FF2B5EF4-FFF2-40B4-BE49-F238E27FC236}">
                <a16:creationId xmlns:a16="http://schemas.microsoft.com/office/drawing/2014/main" id="{B297C937-921C-F944-01CF-38E89BA24427}"/>
              </a:ext>
            </a:extLst>
          </p:cNvPr>
          <p:cNvGraphicFramePr>
            <a:graphicFrameLocks/>
          </p:cNvGraphicFramePr>
          <p:nvPr>
            <p:extLst>
              <p:ext uri="{D42A27DB-BD31-4B8C-83A1-F6EECF244321}">
                <p14:modId xmlns:p14="http://schemas.microsoft.com/office/powerpoint/2010/main" val="390823217"/>
              </p:ext>
            </p:extLst>
          </p:nvPr>
        </p:nvGraphicFramePr>
        <p:xfrm>
          <a:off x="428626" y="5069889"/>
          <a:ext cx="7434493" cy="862991"/>
        </p:xfrm>
        <a:graphic>
          <a:graphicData uri="http://schemas.openxmlformats.org/drawingml/2006/table">
            <a:tbl>
              <a:tblPr firstRow="1" bandRow="1">
                <a:tableStyleId>{5C22544A-7EE6-4342-B048-85BDC9FD1C3A}</a:tableStyleId>
              </a:tblPr>
              <a:tblGrid>
                <a:gridCol w="3769211">
                  <a:extLst>
                    <a:ext uri="{9D8B030D-6E8A-4147-A177-3AD203B41FA5}">
                      <a16:colId xmlns:a16="http://schemas.microsoft.com/office/drawing/2014/main" val="3132775233"/>
                    </a:ext>
                  </a:extLst>
                </a:gridCol>
                <a:gridCol w="3665282">
                  <a:extLst>
                    <a:ext uri="{9D8B030D-6E8A-4147-A177-3AD203B41FA5}">
                      <a16:colId xmlns:a16="http://schemas.microsoft.com/office/drawing/2014/main" val="45094366"/>
                    </a:ext>
                  </a:extLst>
                </a:gridCol>
              </a:tblGrid>
              <a:tr h="348869">
                <a:tc gridSpan="2">
                  <a:txBody>
                    <a:bodyPr/>
                    <a:lstStyle/>
                    <a:p>
                      <a:pPr algn="ctr"/>
                      <a:r>
                        <a:rPr lang="en-US" sz="1000" b="0" i="0">
                          <a:solidFill>
                            <a:schemeClr val="tx1"/>
                          </a:solidFill>
                          <a:latin typeface="Spectrum Sans"/>
                        </a:rPr>
                        <a:t>Total Login Events Evaluated Count</a:t>
                      </a:r>
                      <a:endParaRPr lang="en-US" sz="1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570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January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22,040,785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2570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pectrum Sans Book"/>
                          <a:ea typeface="+mn-ea"/>
                          <a:cs typeface="Spectrum Sans Book"/>
                        </a:rPr>
                        <a:t>February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t" latinLnBrk="0" hangingPunct="1"/>
                      <a:r>
                        <a:rPr lang="en-IN" sz="800" b="1" i="0" kern="1200">
                          <a:solidFill>
                            <a:schemeClr val="tx1"/>
                          </a:solidFill>
                          <a:latin typeface="Spectrum Sans Book"/>
                          <a:ea typeface="+mn-ea"/>
                        </a:rPr>
                        <a:t>25,043,451</a:t>
                      </a:r>
                    </a:p>
                  </a:txBody>
                  <a:tcPr marL="6350" marR="6350" marT="635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bl>
          </a:graphicData>
        </a:graphic>
      </p:graphicFrame>
      <p:sp>
        <p:nvSpPr>
          <p:cNvPr id="2" name="Up Arrow 10">
            <a:extLst>
              <a:ext uri="{FF2B5EF4-FFF2-40B4-BE49-F238E27FC236}">
                <a16:creationId xmlns:a16="http://schemas.microsoft.com/office/drawing/2014/main" id="{24E215BD-F4E4-7C34-AF1B-994AB2C48D1A}"/>
              </a:ext>
            </a:extLst>
          </p:cNvPr>
          <p:cNvSpPr/>
          <p:nvPr/>
        </p:nvSpPr>
        <p:spPr>
          <a:xfrm>
            <a:off x="7246406" y="4248095"/>
            <a:ext cx="149535" cy="110201"/>
          </a:xfrm>
          <a:prstGeom prst="upArrow">
            <a:avLst/>
          </a:prstGeom>
          <a:solidFill>
            <a:schemeClr val="accent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Up Arrow 10">
            <a:extLst>
              <a:ext uri="{FF2B5EF4-FFF2-40B4-BE49-F238E27FC236}">
                <a16:creationId xmlns:a16="http://schemas.microsoft.com/office/drawing/2014/main" id="{227BFFE5-A737-87FC-BBF8-A148828DF970}"/>
              </a:ext>
            </a:extLst>
          </p:cNvPr>
          <p:cNvSpPr/>
          <p:nvPr/>
        </p:nvSpPr>
        <p:spPr>
          <a:xfrm>
            <a:off x="7246407" y="4479015"/>
            <a:ext cx="149535" cy="110201"/>
          </a:xfrm>
          <a:prstGeom prst="upArrow">
            <a:avLst/>
          </a:prstGeom>
          <a:solidFill>
            <a:schemeClr val="accent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Up Arrow 10">
            <a:extLst>
              <a:ext uri="{FF2B5EF4-FFF2-40B4-BE49-F238E27FC236}">
                <a16:creationId xmlns:a16="http://schemas.microsoft.com/office/drawing/2014/main" id="{504DA0AA-6457-1985-92A6-7824DE2F1B36}"/>
              </a:ext>
            </a:extLst>
          </p:cNvPr>
          <p:cNvSpPr/>
          <p:nvPr/>
        </p:nvSpPr>
        <p:spPr>
          <a:xfrm rot="10800000">
            <a:off x="7246406" y="4696330"/>
            <a:ext cx="149535" cy="110201"/>
          </a:xfrm>
          <a:prstGeom prst="upArrow">
            <a:avLst/>
          </a:prstGeom>
          <a:solidFill>
            <a:schemeClr val="accent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45488A1F-5C39-966C-4802-06FADE5D9859}"/>
              </a:ext>
            </a:extLst>
          </p:cNvPr>
          <p:cNvSpPr/>
          <p:nvPr/>
        </p:nvSpPr>
        <p:spPr>
          <a:xfrm>
            <a:off x="4227489" y="802887"/>
            <a:ext cx="3802715" cy="2463477"/>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2" name="Content Placeholder 7" descr="Chart placeholder">
            <a:extLst>
              <a:ext uri="{FF2B5EF4-FFF2-40B4-BE49-F238E27FC236}">
                <a16:creationId xmlns:a16="http://schemas.microsoft.com/office/drawing/2014/main" id="{23E4020E-9927-4729-B3AD-DA9E12A55AE0}"/>
              </a:ext>
            </a:extLst>
          </p:cNvPr>
          <p:cNvGraphicFramePr>
            <a:graphicFrameLocks/>
          </p:cNvGraphicFramePr>
          <p:nvPr>
            <p:extLst>
              <p:ext uri="{D42A27DB-BD31-4B8C-83A1-F6EECF244321}">
                <p14:modId xmlns:p14="http://schemas.microsoft.com/office/powerpoint/2010/main" val="3525178248"/>
              </p:ext>
            </p:extLst>
          </p:nvPr>
        </p:nvGraphicFramePr>
        <p:xfrm>
          <a:off x="4365087" y="869432"/>
          <a:ext cx="3504265" cy="233259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0603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Product Health Measure</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aphicFrame>
        <p:nvGraphicFramePr>
          <p:cNvPr id="12" name="Table Placeholder 11" descr="Table placeholder">
            <a:extLst>
              <a:ext uri="{FF2B5EF4-FFF2-40B4-BE49-F238E27FC236}">
                <a16:creationId xmlns:a16="http://schemas.microsoft.com/office/drawing/2014/main" id="{7387941D-AA82-C162-5A63-5A857F0BE526}"/>
              </a:ext>
            </a:extLst>
          </p:cNvPr>
          <p:cNvGraphicFramePr>
            <a:graphicFrameLocks/>
          </p:cNvGraphicFramePr>
          <p:nvPr>
            <p:extLst>
              <p:ext uri="{D42A27DB-BD31-4B8C-83A1-F6EECF244321}">
                <p14:modId xmlns:p14="http://schemas.microsoft.com/office/powerpoint/2010/main" val="136003432"/>
              </p:ext>
            </p:extLst>
          </p:nvPr>
        </p:nvGraphicFramePr>
        <p:xfrm>
          <a:off x="428626" y="1780562"/>
          <a:ext cx="11377892" cy="4338353"/>
        </p:xfrm>
        <a:graphic>
          <a:graphicData uri="http://schemas.openxmlformats.org/drawingml/2006/table">
            <a:tbl>
              <a:tblPr firstRow="1" bandRow="1">
                <a:tableStyleId>{5C22544A-7EE6-4342-B048-85BDC9FD1C3A}</a:tableStyleId>
              </a:tblPr>
              <a:tblGrid>
                <a:gridCol w="1066360">
                  <a:extLst>
                    <a:ext uri="{9D8B030D-6E8A-4147-A177-3AD203B41FA5}">
                      <a16:colId xmlns:a16="http://schemas.microsoft.com/office/drawing/2014/main" val="3132775233"/>
                    </a:ext>
                  </a:extLst>
                </a:gridCol>
                <a:gridCol w="616237">
                  <a:extLst>
                    <a:ext uri="{9D8B030D-6E8A-4147-A177-3AD203B41FA5}">
                      <a16:colId xmlns:a16="http://schemas.microsoft.com/office/drawing/2014/main" val="2832819454"/>
                    </a:ext>
                  </a:extLst>
                </a:gridCol>
                <a:gridCol w="694411">
                  <a:extLst>
                    <a:ext uri="{9D8B030D-6E8A-4147-A177-3AD203B41FA5}">
                      <a16:colId xmlns:a16="http://schemas.microsoft.com/office/drawing/2014/main" val="407368773"/>
                    </a:ext>
                  </a:extLst>
                </a:gridCol>
                <a:gridCol w="805364">
                  <a:extLst>
                    <a:ext uri="{9D8B030D-6E8A-4147-A177-3AD203B41FA5}">
                      <a16:colId xmlns:a16="http://schemas.microsoft.com/office/drawing/2014/main" val="768776595"/>
                    </a:ext>
                  </a:extLst>
                </a:gridCol>
                <a:gridCol w="1561637">
                  <a:extLst>
                    <a:ext uri="{9D8B030D-6E8A-4147-A177-3AD203B41FA5}">
                      <a16:colId xmlns:a16="http://schemas.microsoft.com/office/drawing/2014/main" val="45094366"/>
                    </a:ext>
                  </a:extLst>
                </a:gridCol>
                <a:gridCol w="2779059">
                  <a:extLst>
                    <a:ext uri="{9D8B030D-6E8A-4147-A177-3AD203B41FA5}">
                      <a16:colId xmlns:a16="http://schemas.microsoft.com/office/drawing/2014/main" val="518567288"/>
                    </a:ext>
                  </a:extLst>
                </a:gridCol>
                <a:gridCol w="2129767">
                  <a:extLst>
                    <a:ext uri="{9D8B030D-6E8A-4147-A177-3AD203B41FA5}">
                      <a16:colId xmlns:a16="http://schemas.microsoft.com/office/drawing/2014/main" val="2187594111"/>
                    </a:ext>
                  </a:extLst>
                </a:gridCol>
                <a:gridCol w="1725057">
                  <a:extLst>
                    <a:ext uri="{9D8B030D-6E8A-4147-A177-3AD203B41FA5}">
                      <a16:colId xmlns:a16="http://schemas.microsoft.com/office/drawing/2014/main" val="1161708541"/>
                    </a:ext>
                  </a:extLst>
                </a:gridCol>
              </a:tblGrid>
              <a:tr h="403400">
                <a:tc gridSpan="8">
                  <a:txBody>
                    <a:bodyPr/>
                    <a:lstStyle/>
                    <a:p>
                      <a:pPr algn="ctr"/>
                      <a:r>
                        <a:rPr lang="en-US" sz="1800" b="0" i="0">
                          <a:solidFill>
                            <a:schemeClr val="tx1"/>
                          </a:solidFill>
                          <a:latin typeface="Spectrum Sans"/>
                        </a:rPr>
                        <a:t>Non-Critical Impairments and Degradations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48390">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Impacted App</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Causing App</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Degradation</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/Impairment</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Duration (Hours)</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Customer Impact</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Executive Summary</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Mitigation Steps</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Lessons Learned/ Next Steps</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564472"/>
                  </a:ext>
                </a:extLst>
              </a:tr>
              <a:tr h="806801">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panose="020B0402020503020304" pitchFamily="34" charset="0"/>
                          <a:ea typeface="+mn-ea"/>
                          <a:cs typeface="Spectrum Sans Book" panose="020B0402020503020304" pitchFamily="34" charset="0"/>
                        </a:rPr>
                        <a:t>SPC</a:t>
                      </a:r>
                      <a:endParaRPr lang="en-IN"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panose="020B0402020503020304" pitchFamily="34" charset="0"/>
                          <a:ea typeface="+mn-ea"/>
                          <a:cs typeface="Spectrum Sans Book" panose="020B0402020503020304" pitchFamily="34" charset="0"/>
                        </a:rPr>
                        <a:t>Database</a:t>
                      </a:r>
                      <a:endParaRPr lang="en-IN"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Impairment</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0:17</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rtl="0" eaLnBrk="1" fontAlgn="auto" latinLnBrk="0" hangingPunct="1">
                        <a:lnSpc>
                          <a:spcPct val="100000"/>
                        </a:lnSpc>
                        <a:spcBef>
                          <a:spcPts val="0"/>
                        </a:spcBef>
                        <a:spcAft>
                          <a:spcPts val="0"/>
                        </a:spcAft>
                        <a:buClrTx/>
                        <a:buSzTx/>
                        <a:buFontTx/>
                        <a:buNone/>
                      </a:pPr>
                      <a:r>
                        <a:rPr lang="en-US" sz="800" b="0" i="0" kern="1200">
                          <a:solidFill>
                            <a:schemeClr val="accent1"/>
                          </a:solidFill>
                          <a:latin typeface="Spectrum Sans Book" panose="020B0402020503020304" pitchFamily="34" charset="0"/>
                          <a:ea typeface="+mn-ea"/>
                          <a:cs typeface="Spectrum Sans Book" panose="020B0402020503020304" pitchFamily="34" charset="0"/>
                        </a:rPr>
                        <a:t>Agent OS and Buyflow saw ~0.14% transaction failures due to lost connectivity to DRL PROD DB, causing multiple SPC API failures.</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panose="020B0402020503020304" pitchFamily="34" charset="0"/>
                          <a:ea typeface="+mn-ea"/>
                          <a:cs typeface="Spectrum Sans Book" panose="020B0402020503020304" pitchFamily="34" charset="0"/>
                        </a:rPr>
                        <a:t>OS-related error alerts on all three DRL DB nodes led the DBA team to perform a rolling reboot of the DRL PROD DB. This closed active connections and briefly impacted Agent OS and Buyflow. Services recovered after reboot completion, with no ongoing issues.</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b="0" i="0" kern="1200">
                          <a:solidFill>
                            <a:schemeClr val="accent1"/>
                          </a:solidFill>
                          <a:latin typeface="Spectrum Sans Book" panose="020B0402020503020304" pitchFamily="34" charset="0"/>
                          <a:ea typeface="+mn-ea"/>
                          <a:cs typeface="Spectrum Sans Book" panose="020B0402020503020304" pitchFamily="34" charset="0"/>
                        </a:rPr>
                        <a:t>Performed rolling reboot of DRL PROD DB to clear OS errors.</a:t>
                      </a:r>
                    </a:p>
                    <a:p>
                      <a:r>
                        <a:rPr lang="en-US" sz="800" b="0" i="0" kern="1200">
                          <a:solidFill>
                            <a:schemeClr val="accent1"/>
                          </a:solidFill>
                          <a:latin typeface="Spectrum Sans Book" panose="020B0402020503020304" pitchFamily="34" charset="0"/>
                          <a:ea typeface="+mn-ea"/>
                          <a:cs typeface="Spectrum Sans Book" panose="020B0402020503020304" pitchFamily="34" charset="0"/>
                        </a:rPr>
                        <a:t>Verified DB connectivity, SPC API health, and application stability post-reboot.</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b="0" i="0" kern="1200">
                          <a:solidFill>
                            <a:schemeClr val="accent1"/>
                          </a:solidFill>
                          <a:latin typeface="Spectrum Sans Book" panose="020B0402020503020304" pitchFamily="34" charset="0"/>
                          <a:ea typeface="+mn-ea"/>
                          <a:cs typeface="Spectrum Sans Book" panose="020B0402020503020304" pitchFamily="34" charset="0"/>
                        </a:rPr>
                        <a:t>Strengthen coordination and notification for DB maintenance/restarts.</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214279"/>
                  </a:ext>
                </a:extLst>
              </a:tr>
              <a:tr h="1523957">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IN" sz="800" b="0" i="0" kern="1200">
                          <a:solidFill>
                            <a:schemeClr val="accent1"/>
                          </a:solidFill>
                          <a:latin typeface="Spectrum Sans Book" panose="020B0402020503020304" pitchFamily="34" charset="0"/>
                          <a:ea typeface="+mn-ea"/>
                          <a:cs typeface="Spectrum Sans Book" panose="020B0402020503020304" pitchFamily="34" charset="0"/>
                        </a:rPr>
                        <a:t>UPC, EDS-AC(ECL), EDS-MDA</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panose="020B0402020503020304" pitchFamily="34" charset="0"/>
                          <a:ea typeface="+mn-ea"/>
                          <a:cs typeface="Spectrum Sans Book" panose="020B0402020503020304" pitchFamily="34" charset="0"/>
                        </a:rPr>
                        <a:t>Network</a:t>
                      </a:r>
                      <a:endParaRPr lang="en-IN"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Impairment</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0:23</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b="0" i="0" kern="1200">
                          <a:solidFill>
                            <a:schemeClr val="accent1"/>
                          </a:solidFill>
                          <a:latin typeface="Spectrum Sans Book"/>
                          <a:ea typeface="+mn-ea"/>
                          <a:cs typeface="+mn-cs"/>
                        </a:rPr>
                        <a:t>Applications impacted: Buyflow, DSB, Spectrum Mobile.</a:t>
                      </a:r>
                    </a:p>
                    <a:p>
                      <a:r>
                        <a:rPr lang="en-US" sz="800" b="0" i="0" kern="1200">
                          <a:solidFill>
                            <a:schemeClr val="accent1"/>
                          </a:solidFill>
                          <a:latin typeface="Spectrum Sans Book"/>
                          <a:ea typeface="+mn-ea"/>
                          <a:cs typeface="+mn-cs"/>
                        </a:rPr>
                        <a:t>Failure rates:</a:t>
                      </a:r>
                    </a:p>
                    <a:p>
                      <a:pPr marL="169863" lvl="1" indent="0"/>
                      <a:r>
                        <a:rPr lang="en-US" sz="800" b="0" i="0" kern="1200">
                          <a:solidFill>
                            <a:schemeClr val="accent1"/>
                          </a:solidFill>
                          <a:latin typeface="Spectrum Sans Book"/>
                          <a:ea typeface="+mn-ea"/>
                          <a:cs typeface="+mn-cs"/>
                        </a:rPr>
                        <a:t>UPC: 2.85%</a:t>
                      </a:r>
                    </a:p>
                    <a:p>
                      <a:pPr marL="169863" lvl="1" indent="0"/>
                      <a:r>
                        <a:rPr lang="en-US" sz="800" b="0" i="0" kern="1200">
                          <a:solidFill>
                            <a:schemeClr val="accent1"/>
                          </a:solidFill>
                          <a:latin typeface="Spectrum Sans Book"/>
                          <a:ea typeface="+mn-ea"/>
                          <a:cs typeface="+mn-cs"/>
                        </a:rPr>
                        <a:t>EDS‑AC (ECL): 6.69%</a:t>
                      </a:r>
                    </a:p>
                    <a:p>
                      <a:pPr marL="169863" lvl="1" indent="0"/>
                      <a:r>
                        <a:rPr lang="en-US" sz="800" b="0" i="0" kern="1200">
                          <a:solidFill>
                            <a:schemeClr val="accent1"/>
                          </a:solidFill>
                          <a:latin typeface="Spectrum Sans Book"/>
                          <a:ea typeface="+mn-ea"/>
                          <a:cs typeface="+mn-cs"/>
                        </a:rPr>
                        <a:t>EDS‑MDA: 6.803%</a:t>
                      </a:r>
                    </a:p>
                    <a:p>
                      <a:r>
                        <a:rPr lang="en-US" sz="800" b="0" i="0" kern="1200">
                          <a:solidFill>
                            <a:schemeClr val="accent1"/>
                          </a:solidFill>
                          <a:latin typeface="Spectrum Sans Book"/>
                          <a:ea typeface="+mn-ea"/>
                          <a:cs typeface="+mn-cs"/>
                        </a:rPr>
                        <a:t>Customer experience: Elevated transaction failures; failed transactions were successfully reprocessed during MDA retry.</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pPr>
                      <a:r>
                        <a:rPr lang="en-US" sz="800" b="0" i="0" kern="1200">
                          <a:solidFill>
                            <a:schemeClr val="accent1"/>
                          </a:solidFill>
                          <a:latin typeface="Spectrum Sans Book"/>
                          <a:ea typeface="+mn-ea"/>
                          <a:cs typeface="+mn-cs"/>
                        </a:rPr>
                        <a:t>During a planned Nexus 9K switch upgrade and associated failover in the AZ01 environment (CHG279097), network connectivity to NCW was disrupted, causing traffic to fail over to NCE and, for a period, to be split across both NCW and NCE for UPC. This led to JDBC connection exceptions for UPC, ECL, and MDA, impacting Buyflow, DSB, and Spectrum Mobile with increased transaction failures. EDS Ops and Network teams stabilized routing and restarted affected components, after which connectivity normalized and failed transactions were successfully retried.</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800" b="0" i="0" kern="1200">
                          <a:solidFill>
                            <a:schemeClr val="accent1"/>
                          </a:solidFill>
                          <a:latin typeface="Spectrum Sans Book"/>
                          <a:ea typeface="+mn-ea"/>
                          <a:cs typeface="+mn-cs"/>
                        </a:rPr>
                        <a:t>Engaged Network team to disable NCE side to stabilize traffic paths.</a:t>
                      </a:r>
                    </a:p>
                    <a:p>
                      <a:pPr marL="171450" indent="-171450">
                        <a:buFont typeface="Arial" panose="020B0604020202020204" pitchFamily="34" charset="0"/>
                        <a:buChar char="•"/>
                      </a:pPr>
                      <a:r>
                        <a:rPr lang="en-US" sz="800" b="0" i="0" kern="1200">
                          <a:solidFill>
                            <a:schemeClr val="accent1"/>
                          </a:solidFill>
                          <a:latin typeface="Spectrum Sans Book"/>
                          <a:ea typeface="+mn-ea"/>
                          <a:cs typeface="+mn-cs"/>
                        </a:rPr>
                        <a:t>Requested DSB and Spectrum Mobile teams to restart their applications.</a:t>
                      </a:r>
                    </a:p>
                    <a:p>
                      <a:pPr marL="171450" indent="-171450">
                        <a:buFont typeface="Arial" panose="020B0604020202020204" pitchFamily="34" charset="0"/>
                        <a:buChar char="•"/>
                      </a:pPr>
                      <a:r>
                        <a:rPr lang="en-US" sz="800" b="0" i="0" kern="1200">
                          <a:solidFill>
                            <a:schemeClr val="accent1"/>
                          </a:solidFill>
                          <a:latin typeface="Spectrum Sans Book"/>
                          <a:ea typeface="+mn-ea"/>
                          <a:cs typeface="+mn-cs"/>
                        </a:rPr>
                        <a:t>Performed restarts for ECL and MDA Core to clear JDBC connection exceptions.</a:t>
                      </a:r>
                    </a:p>
                    <a:p>
                      <a:pPr marL="171450" indent="-171450">
                        <a:buFont typeface="Arial" panose="020B0604020202020204" pitchFamily="34" charset="0"/>
                        <a:buChar char="•"/>
                      </a:pPr>
                      <a:r>
                        <a:rPr lang="en-US" sz="800" b="0" i="0" kern="1200">
                          <a:solidFill>
                            <a:schemeClr val="accent1"/>
                          </a:solidFill>
                          <a:latin typeface="Spectrum Sans Book"/>
                          <a:ea typeface="+mn-ea"/>
                          <a:cs typeface="+mn-cs"/>
                        </a:rPr>
                        <a:t>Confirmed that failed MDA transactions were successfully processed on retry and that error rates returned to normal.</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800" b="0" i="0" kern="1200">
                          <a:solidFill>
                            <a:schemeClr val="accent1"/>
                          </a:solidFill>
                          <a:latin typeface="Spectrum Sans Book"/>
                          <a:ea typeface="+mn-ea"/>
                          <a:cs typeface="+mn-cs"/>
                        </a:rPr>
                        <a:t>Improve network failover planning and validation for AZ01 to prevent split traffic scenarios between NCE and NCW.</a:t>
                      </a:r>
                    </a:p>
                    <a:p>
                      <a:pPr marL="0" algn="l" defTabSz="914400" rtl="0" eaLnBrk="1" latinLnBrk="0" hangingPunct="1"/>
                      <a:r>
                        <a:rPr lang="en-US" sz="800" b="0" i="0" kern="1200">
                          <a:solidFill>
                            <a:schemeClr val="accent1"/>
                          </a:solidFill>
                          <a:latin typeface="Spectrum Sans Book"/>
                          <a:ea typeface="+mn-ea"/>
                          <a:cs typeface="+mn-cs"/>
                        </a:rPr>
                        <a:t>Require closer coordination and communication between Network and EDS Ops during planned network changes (e.g., switch upgrades/failovers).</a:t>
                      </a:r>
                    </a:p>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1824638"/>
                  </a:ext>
                </a:extLst>
              </a:tr>
              <a:tr h="1342750">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IN" sz="800" b="0" i="0" kern="1200">
                          <a:solidFill>
                            <a:schemeClr val="accent1"/>
                          </a:solidFill>
                          <a:latin typeface="Spectrum Sans Book" panose="020B0402020503020304" pitchFamily="34" charset="0"/>
                          <a:ea typeface="+mn-ea"/>
                          <a:cs typeface="Spectrum Sans Book" panose="020B0402020503020304" pitchFamily="34" charset="0"/>
                        </a:rPr>
                        <a:t>UPC, CPP, Chat Services, SPC-ES</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panose="020B0402020503020304" pitchFamily="34" charset="0"/>
                          <a:ea typeface="+mn-ea"/>
                          <a:cs typeface="Spectrum Sans Book" panose="020B0402020503020304" pitchFamily="34" charset="0"/>
                        </a:rPr>
                        <a:t>Network</a:t>
                      </a:r>
                      <a:endParaRPr lang="en-IN"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Impairment</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0:45</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400" rtl="0" eaLnBrk="1" latinLnBrk="0" hangingPunct="1"/>
                      <a:r>
                        <a:rPr lang="en-US" sz="800" b="0" i="0" kern="1200">
                          <a:solidFill>
                            <a:schemeClr val="accent1"/>
                          </a:solidFill>
                          <a:latin typeface="Spectrum Sans Book"/>
                          <a:ea typeface="+mn-ea"/>
                          <a:cs typeface="+mn-cs"/>
                        </a:rPr>
                        <a:t>Applications impacted: Buyflow, DSB, Spectrum Mobile, UPC, CPP, Chat Services</a:t>
                      </a:r>
                    </a:p>
                    <a:p>
                      <a:pPr algn="l" defTabSz="914400" rtl="0" eaLnBrk="1" latinLnBrk="0" hangingPunct="1"/>
                      <a:r>
                        <a:rPr lang="en-US" sz="800" b="0" i="0" kern="1200">
                          <a:solidFill>
                            <a:schemeClr val="accent1"/>
                          </a:solidFill>
                          <a:latin typeface="Spectrum Sans Book"/>
                          <a:ea typeface="+mn-ea"/>
                          <a:cs typeface="+mn-cs"/>
                        </a:rPr>
                        <a:t>Failure rates:</a:t>
                      </a:r>
                    </a:p>
                    <a:p>
                      <a:pPr marL="457200" lvl="1" indent="-287338" algn="l" defTabSz="914400" rtl="0" eaLnBrk="1" latinLnBrk="0" hangingPunct="1"/>
                      <a:r>
                        <a:rPr lang="en-US" sz="800" b="0" i="0" kern="1200">
                          <a:solidFill>
                            <a:schemeClr val="accent1"/>
                          </a:solidFill>
                          <a:latin typeface="Spectrum Sans Book"/>
                          <a:ea typeface="+mn-ea"/>
                          <a:cs typeface="+mn-cs"/>
                        </a:rPr>
                        <a:t>UPC: 0.5%</a:t>
                      </a:r>
                    </a:p>
                    <a:p>
                      <a:pPr marL="457200" lvl="1" indent="-287338" algn="l" defTabSz="914400" rtl="0" eaLnBrk="1" latinLnBrk="0" hangingPunct="1"/>
                      <a:r>
                        <a:rPr lang="en-US" sz="800" b="0" i="0" kern="1200">
                          <a:solidFill>
                            <a:schemeClr val="accent1"/>
                          </a:solidFill>
                          <a:latin typeface="Spectrum Sans Book"/>
                          <a:ea typeface="+mn-ea"/>
                          <a:cs typeface="+mn-cs"/>
                        </a:rPr>
                        <a:t>CPP: 94.49%</a:t>
                      </a:r>
                    </a:p>
                    <a:p>
                      <a:pPr marL="457200" lvl="1" indent="-287338" algn="l" defTabSz="914400" rtl="0" eaLnBrk="1" latinLnBrk="0" hangingPunct="1"/>
                      <a:r>
                        <a:rPr lang="en-US" sz="800" b="0" i="0" kern="1200">
                          <a:solidFill>
                            <a:schemeClr val="accent1"/>
                          </a:solidFill>
                          <a:latin typeface="Spectrum Sans Book"/>
                          <a:ea typeface="+mn-ea"/>
                          <a:cs typeface="+mn-cs"/>
                        </a:rPr>
                        <a:t>Chat Services: 81%</a:t>
                      </a:r>
                    </a:p>
                    <a:p>
                      <a:pPr algn="l" defTabSz="914400" rtl="0" eaLnBrk="1" latinLnBrk="0" hangingPunct="1"/>
                      <a:r>
                        <a:rPr lang="en-US" sz="800" b="0" i="0" kern="1200">
                          <a:solidFill>
                            <a:schemeClr val="accent1"/>
                          </a:solidFill>
                          <a:latin typeface="Spectrum Sans Book"/>
                          <a:ea typeface="+mn-ea"/>
                          <a:cs typeface="+mn-cs"/>
                        </a:rPr>
                        <a:t>Buyflow, DSB, and Spectrum Mobile experienced intermittent failures during the network outage</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pPr>
                      <a:r>
                        <a:rPr lang="en-US" sz="800" b="0" i="0" kern="1200">
                          <a:solidFill>
                            <a:schemeClr val="accent1"/>
                          </a:solidFill>
                          <a:latin typeface="Spectrum Sans Book"/>
                          <a:ea typeface="+mn-ea"/>
                          <a:cs typeface="+mn-cs"/>
                        </a:rPr>
                        <a:t>During a Nexus 9K switch upgrade (CHG279095), a failover from A side to B side in the AZ04 environment failed when a B-side Nexus 9K device went offline. This caused AZ04 to become inaccessible and disrupted network connectivity, impacting multiple applications. With NCW connectivity down, traffic automatically failed over to NCE, and EDS Ops observed concurrent traffic on both NCE and NCW for UPC. This led to high failure rates for CPP and Chat Services and some impact to UPC, Buyflow, DSB, and Spectrum Mobile. Network routing changes and targeted restarts restored normal service.</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400" rtl="0" eaLnBrk="1" latinLnBrk="0" hangingPunct="1">
                        <a:buFont typeface="Arial" panose="020B0604020202020204" pitchFamily="34" charset="0"/>
                        <a:buChar char="•"/>
                      </a:pPr>
                      <a:r>
                        <a:rPr lang="en-US" sz="800" b="0" i="0" kern="1200">
                          <a:solidFill>
                            <a:schemeClr val="accent1"/>
                          </a:solidFill>
                          <a:latin typeface="Spectrum Sans Book"/>
                          <a:ea typeface="+mn-ea"/>
                          <a:cs typeface="+mn-cs"/>
                        </a:rPr>
                        <a:t>Engaged Network team to disable NCE for UPC to eliminate concurrent NCE/NCW traffic.</a:t>
                      </a:r>
                    </a:p>
                    <a:p>
                      <a:pPr marL="171450" indent="-171450" algn="l" defTabSz="914400" rtl="0" eaLnBrk="1" latinLnBrk="0" hangingPunct="1">
                        <a:buFont typeface="Arial" panose="020B0604020202020204" pitchFamily="34" charset="0"/>
                        <a:buChar char="•"/>
                      </a:pPr>
                      <a:r>
                        <a:rPr lang="en-US" sz="800" b="0" i="0" kern="1200">
                          <a:solidFill>
                            <a:schemeClr val="accent1"/>
                          </a:solidFill>
                          <a:latin typeface="Spectrum Sans Book"/>
                          <a:ea typeface="+mn-ea"/>
                          <a:cs typeface="+mn-cs"/>
                        </a:rPr>
                        <a:t>Requested DSB team to restart their services to recover from connectivity issues.</a:t>
                      </a:r>
                    </a:p>
                    <a:p>
                      <a:pPr marL="171450" indent="-171450" algn="l" defTabSz="914400" rtl="0" eaLnBrk="1" latinLnBrk="0" hangingPunct="1">
                        <a:buFont typeface="Arial" panose="020B0604020202020204" pitchFamily="34" charset="0"/>
                        <a:buChar char="•"/>
                      </a:pPr>
                      <a:r>
                        <a:rPr lang="en-US" sz="800" b="0" i="0" kern="1200">
                          <a:solidFill>
                            <a:schemeClr val="accent1"/>
                          </a:solidFill>
                          <a:latin typeface="Spectrum Sans Book"/>
                          <a:ea typeface="+mn-ea"/>
                          <a:cs typeface="+mn-cs"/>
                        </a:rPr>
                        <a:t>For SPC-ES, switched traffic from NCW to NCE to bypass the impacted path.</a:t>
                      </a:r>
                    </a:p>
                    <a:p>
                      <a:pPr marL="171450" indent="-171450" algn="l" defTabSz="914400" rtl="0" eaLnBrk="1" latinLnBrk="0" hangingPunct="1">
                        <a:buFont typeface="Arial" panose="020B0604020202020204" pitchFamily="34" charset="0"/>
                        <a:buChar char="•"/>
                      </a:pPr>
                      <a:r>
                        <a:rPr lang="en-US" sz="800" b="0" i="0" kern="1200">
                          <a:solidFill>
                            <a:schemeClr val="accent1"/>
                          </a:solidFill>
                          <a:latin typeface="Spectrum Sans Book"/>
                          <a:ea typeface="+mn-ea"/>
                          <a:cs typeface="+mn-cs"/>
                        </a:rPr>
                        <a:t>Monitored application and transaction health until error rates returned to normal.</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800" b="0" i="0" kern="1200">
                          <a:solidFill>
                            <a:schemeClr val="accent1"/>
                          </a:solidFill>
                          <a:latin typeface="Spectrum Sans Book"/>
                          <a:ea typeface="+mn-ea"/>
                          <a:cs typeface="+mn-cs"/>
                        </a:rPr>
                        <a:t>Strengthen failover validation for Nexus 9K upgrades to prevent full environment inaccessibility.</a:t>
                      </a:r>
                    </a:p>
                    <a:p>
                      <a:pPr marL="0" algn="l" defTabSz="914400" rtl="0" eaLnBrk="1" latinLnBrk="0" hangingPunct="1"/>
                      <a:r>
                        <a:rPr lang="en-US" sz="800" b="0" i="0" kern="1200">
                          <a:solidFill>
                            <a:schemeClr val="accent1"/>
                          </a:solidFill>
                          <a:latin typeface="Spectrum Sans Book"/>
                          <a:ea typeface="+mn-ea"/>
                          <a:cs typeface="+mn-cs"/>
                        </a:rPr>
                        <a:t>Enhance coordination and real-time communication between Network and EDS Ops during planned network changes.</a:t>
                      </a:r>
                    </a:p>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647539"/>
                  </a:ext>
                </a:extLst>
              </a:tr>
            </a:tbl>
          </a:graphicData>
        </a:graphic>
      </p:graphicFrame>
      <p:graphicFrame>
        <p:nvGraphicFramePr>
          <p:cNvPr id="11" name="Table Placeholder 11" descr="Table placeholder">
            <a:extLst>
              <a:ext uri="{FF2B5EF4-FFF2-40B4-BE49-F238E27FC236}">
                <a16:creationId xmlns:a16="http://schemas.microsoft.com/office/drawing/2014/main" id="{05C20859-8206-FD73-ECA0-81B4CF3DEF4A}"/>
              </a:ext>
            </a:extLst>
          </p:cNvPr>
          <p:cNvGraphicFramePr>
            <a:graphicFrameLocks/>
          </p:cNvGraphicFramePr>
          <p:nvPr>
            <p:extLst>
              <p:ext uri="{D42A27DB-BD31-4B8C-83A1-F6EECF244321}">
                <p14:modId xmlns:p14="http://schemas.microsoft.com/office/powerpoint/2010/main" val="2011375523"/>
              </p:ext>
            </p:extLst>
          </p:nvPr>
        </p:nvGraphicFramePr>
        <p:xfrm>
          <a:off x="428627" y="716814"/>
          <a:ext cx="11377893" cy="996224"/>
        </p:xfrm>
        <a:graphic>
          <a:graphicData uri="http://schemas.openxmlformats.org/drawingml/2006/table">
            <a:tbl>
              <a:tblPr firstRow="1" bandRow="1">
                <a:tableStyleId>{5C22544A-7EE6-4342-B048-85BDC9FD1C3A}</a:tableStyleId>
              </a:tblPr>
              <a:tblGrid>
                <a:gridCol w="881744">
                  <a:extLst>
                    <a:ext uri="{9D8B030D-6E8A-4147-A177-3AD203B41FA5}">
                      <a16:colId xmlns:a16="http://schemas.microsoft.com/office/drawing/2014/main" val="3132775233"/>
                    </a:ext>
                  </a:extLst>
                </a:gridCol>
                <a:gridCol w="2492761">
                  <a:extLst>
                    <a:ext uri="{9D8B030D-6E8A-4147-A177-3AD203B41FA5}">
                      <a16:colId xmlns:a16="http://schemas.microsoft.com/office/drawing/2014/main" val="952525855"/>
                    </a:ext>
                  </a:extLst>
                </a:gridCol>
                <a:gridCol w="1140415">
                  <a:extLst>
                    <a:ext uri="{9D8B030D-6E8A-4147-A177-3AD203B41FA5}">
                      <a16:colId xmlns:a16="http://schemas.microsoft.com/office/drawing/2014/main" val="457956187"/>
                    </a:ext>
                  </a:extLst>
                </a:gridCol>
                <a:gridCol w="1868882">
                  <a:extLst>
                    <a:ext uri="{9D8B030D-6E8A-4147-A177-3AD203B41FA5}">
                      <a16:colId xmlns:a16="http://schemas.microsoft.com/office/drawing/2014/main" val="4054069115"/>
                    </a:ext>
                  </a:extLst>
                </a:gridCol>
                <a:gridCol w="2458029">
                  <a:extLst>
                    <a:ext uri="{9D8B030D-6E8A-4147-A177-3AD203B41FA5}">
                      <a16:colId xmlns:a16="http://schemas.microsoft.com/office/drawing/2014/main" val="2268739836"/>
                    </a:ext>
                  </a:extLst>
                </a:gridCol>
                <a:gridCol w="2536062">
                  <a:extLst>
                    <a:ext uri="{9D8B030D-6E8A-4147-A177-3AD203B41FA5}">
                      <a16:colId xmlns:a16="http://schemas.microsoft.com/office/drawing/2014/main" val="3116565536"/>
                    </a:ext>
                  </a:extLst>
                </a:gridCol>
              </a:tblGrid>
              <a:tr h="367280">
                <a:tc gridSpan="6">
                  <a:txBody>
                    <a:bodyPr/>
                    <a:lstStyle/>
                    <a:p>
                      <a:pPr algn="ctr"/>
                      <a:r>
                        <a:rPr lang="en-US" sz="1800" b="0" i="0">
                          <a:solidFill>
                            <a:schemeClr val="tx1"/>
                          </a:solidFill>
                          <a:latin typeface="Spectrum Sans"/>
                        </a:rPr>
                        <a:t>Critical Outages</a:t>
                      </a: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190442">
                <a:tc>
                  <a:txBody>
                    <a:bodyPr/>
                    <a:lstStyle/>
                    <a:p>
                      <a:pPr algn="ctr"/>
                      <a:r>
                        <a:rPr lang="en-US" sz="800" b="1" i="0">
                          <a:solidFill>
                            <a:schemeClr val="tx1"/>
                          </a:solidFill>
                          <a:latin typeface="Spectrum Sans Book"/>
                          <a:cs typeface="Spectrum Sans Book"/>
                        </a:rPr>
                        <a:t>Application</a:t>
                      </a:r>
                    </a:p>
                  </a:txBody>
                  <a:tcPr marL="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Summary</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Duration (hours)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Customer Impact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Mitigation Steps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Lessons Learned</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9541586"/>
                  </a:ext>
                </a:extLst>
              </a:tr>
              <a:tr h="371384">
                <a:tc gridSpan="6">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There were no critical outages in Feb 2026</a:t>
                      </a:r>
                    </a:p>
                    <a:p>
                      <a:pPr marL="53975" marR="0" lvl="0" indent="0" algn="ctr"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a:ea typeface="+mn-ea"/>
                        <a:cs typeface="+mn-cs"/>
                      </a:endParaRPr>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endParaRPr lang="en-IN"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a:ea typeface="+mn-ea"/>
                        <a:cs typeface="+mn-cs"/>
                      </a:endParaRPr>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1557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9999410"/>
                  </a:ext>
                </a:extLst>
              </a:tr>
            </a:tbl>
          </a:graphicData>
        </a:graphic>
      </p:graphicFrame>
    </p:spTree>
    <p:extLst>
      <p:ext uri="{BB962C8B-B14F-4D97-AF65-F5344CB8AC3E}">
        <p14:creationId xmlns:p14="http://schemas.microsoft.com/office/powerpoint/2010/main" val="2645525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Product Health Measure</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aphicFrame>
        <p:nvGraphicFramePr>
          <p:cNvPr id="12" name="Table Placeholder 11" descr="Table placeholder">
            <a:extLst>
              <a:ext uri="{FF2B5EF4-FFF2-40B4-BE49-F238E27FC236}">
                <a16:creationId xmlns:a16="http://schemas.microsoft.com/office/drawing/2014/main" id="{7387941D-AA82-C162-5A63-5A857F0BE526}"/>
              </a:ext>
            </a:extLst>
          </p:cNvPr>
          <p:cNvGraphicFramePr>
            <a:graphicFrameLocks/>
          </p:cNvGraphicFramePr>
          <p:nvPr>
            <p:extLst>
              <p:ext uri="{D42A27DB-BD31-4B8C-83A1-F6EECF244321}">
                <p14:modId xmlns:p14="http://schemas.microsoft.com/office/powerpoint/2010/main" val="3189295069"/>
              </p:ext>
            </p:extLst>
          </p:nvPr>
        </p:nvGraphicFramePr>
        <p:xfrm>
          <a:off x="428626" y="692765"/>
          <a:ext cx="11377892" cy="2909784"/>
        </p:xfrm>
        <a:graphic>
          <a:graphicData uri="http://schemas.openxmlformats.org/drawingml/2006/table">
            <a:tbl>
              <a:tblPr firstRow="1" bandRow="1">
                <a:tableStyleId>{5C22544A-7EE6-4342-B048-85BDC9FD1C3A}</a:tableStyleId>
              </a:tblPr>
              <a:tblGrid>
                <a:gridCol w="790574">
                  <a:extLst>
                    <a:ext uri="{9D8B030D-6E8A-4147-A177-3AD203B41FA5}">
                      <a16:colId xmlns:a16="http://schemas.microsoft.com/office/drawing/2014/main" val="3132775233"/>
                    </a:ext>
                  </a:extLst>
                </a:gridCol>
                <a:gridCol w="779929">
                  <a:extLst>
                    <a:ext uri="{9D8B030D-6E8A-4147-A177-3AD203B41FA5}">
                      <a16:colId xmlns:a16="http://schemas.microsoft.com/office/drawing/2014/main" val="2832819454"/>
                    </a:ext>
                  </a:extLst>
                </a:gridCol>
                <a:gridCol w="806505">
                  <a:extLst>
                    <a:ext uri="{9D8B030D-6E8A-4147-A177-3AD203B41FA5}">
                      <a16:colId xmlns:a16="http://schemas.microsoft.com/office/drawing/2014/main" val="407368773"/>
                    </a:ext>
                  </a:extLst>
                </a:gridCol>
                <a:gridCol w="556131">
                  <a:extLst>
                    <a:ext uri="{9D8B030D-6E8A-4147-A177-3AD203B41FA5}">
                      <a16:colId xmlns:a16="http://schemas.microsoft.com/office/drawing/2014/main" val="768776595"/>
                    </a:ext>
                  </a:extLst>
                </a:gridCol>
                <a:gridCol w="1972235">
                  <a:extLst>
                    <a:ext uri="{9D8B030D-6E8A-4147-A177-3AD203B41FA5}">
                      <a16:colId xmlns:a16="http://schemas.microsoft.com/office/drawing/2014/main" val="45094366"/>
                    </a:ext>
                  </a:extLst>
                </a:gridCol>
                <a:gridCol w="2877671">
                  <a:extLst>
                    <a:ext uri="{9D8B030D-6E8A-4147-A177-3AD203B41FA5}">
                      <a16:colId xmlns:a16="http://schemas.microsoft.com/office/drawing/2014/main" val="518567288"/>
                    </a:ext>
                  </a:extLst>
                </a:gridCol>
                <a:gridCol w="1869790">
                  <a:extLst>
                    <a:ext uri="{9D8B030D-6E8A-4147-A177-3AD203B41FA5}">
                      <a16:colId xmlns:a16="http://schemas.microsoft.com/office/drawing/2014/main" val="2187594111"/>
                    </a:ext>
                  </a:extLst>
                </a:gridCol>
                <a:gridCol w="1725057">
                  <a:extLst>
                    <a:ext uri="{9D8B030D-6E8A-4147-A177-3AD203B41FA5}">
                      <a16:colId xmlns:a16="http://schemas.microsoft.com/office/drawing/2014/main" val="1161708541"/>
                    </a:ext>
                  </a:extLst>
                </a:gridCol>
              </a:tblGrid>
              <a:tr h="461525">
                <a:tc gridSpan="8">
                  <a:txBody>
                    <a:bodyPr/>
                    <a:lstStyle/>
                    <a:p>
                      <a:pPr algn="ctr"/>
                      <a:r>
                        <a:rPr lang="en-US" sz="1800" b="0" i="0">
                          <a:solidFill>
                            <a:schemeClr val="tx1"/>
                          </a:solidFill>
                          <a:latin typeface="Spectrum Sans"/>
                        </a:rPr>
                        <a:t>Non-Critical Impairments and Degradations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84179">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Impacted App</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Causing App</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Degradation</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/Impairment</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Duration (Hours)</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Customer Impact</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Executive Summary</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Mitigation Steps</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Lessons Learned/ Next Steps</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564472"/>
                  </a:ext>
                </a:extLst>
              </a:tr>
              <a:tr h="971292">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panose="020B0402020503020304" pitchFamily="34" charset="0"/>
                          <a:ea typeface="+mn-ea"/>
                          <a:cs typeface="Spectrum Sans Book" panose="020B0402020503020304" pitchFamily="34" charset="0"/>
                        </a:rPr>
                        <a:t>SPC</a:t>
                      </a:r>
                      <a:endParaRPr lang="en-IN"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IN" sz="800" b="0" i="0" kern="1200">
                          <a:solidFill>
                            <a:schemeClr val="accent1"/>
                          </a:solidFill>
                          <a:latin typeface="Spectrum Sans Book" panose="020B0402020503020304" pitchFamily="34" charset="0"/>
                          <a:ea typeface="+mn-ea"/>
                          <a:cs typeface="Spectrum Sans Book" panose="020B0402020503020304" pitchFamily="34" charset="0"/>
                        </a:rPr>
                        <a:t>PINXT Shared Gateway</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Impairment</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Spectrum Sans Book" panose="020B0402020503020304" pitchFamily="34" charset="0"/>
                        </a:rPr>
                        <a:t>1:46</a:t>
                      </a:r>
                      <a:endParaRPr lang="en-IN" sz="800" b="0" i="0" kern="1200">
                        <a:solidFill>
                          <a:schemeClr val="accent1"/>
                        </a:solidFill>
                        <a:latin typeface="Spectrum Sans Book"/>
                        <a:ea typeface="+mn-ea"/>
                        <a:cs typeface="Spectrum Sans Book" panose="020B0402020503020304" pitchFamily="34" charset="0"/>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800" b="0" i="0" u="none" strike="noStrike" kern="1200" cap="none" spc="0" normalizeH="0" baseline="0">
                          <a:ln>
                            <a:noFill/>
                          </a:ln>
                          <a:solidFill>
                            <a:srgbClr val="000000"/>
                          </a:solidFill>
                          <a:effectLst/>
                          <a:uLnTx/>
                          <a:uFillTx/>
                          <a:latin typeface="Spectrum Sans Book"/>
                          <a:ea typeface="+mn-ea"/>
                          <a:cs typeface="+mn-cs"/>
                        </a:rPr>
                        <a:t>Application impacted: </a:t>
                      </a:r>
                      <a:r>
                        <a:rPr kumimoji="0" lang="en-US" sz="800" b="0" i="0" u="none" strike="noStrike" kern="1200" cap="none" spc="0" normalizeH="0" baseline="0" err="1">
                          <a:ln>
                            <a:noFill/>
                          </a:ln>
                          <a:solidFill>
                            <a:srgbClr val="000000"/>
                          </a:solidFill>
                          <a:effectLst/>
                          <a:uLnTx/>
                          <a:uFillTx/>
                          <a:latin typeface="Spectrum Sans Book"/>
                          <a:ea typeface="+mn-ea"/>
                          <a:cs typeface="+mn-cs"/>
                        </a:rPr>
                        <a:t>Buyflow</a:t>
                      </a:r>
                      <a:endParaRPr kumimoji="0" lang="en-US" sz="800" b="0" i="0" u="none" strike="noStrike" kern="1200" cap="none" spc="0" normalizeH="0" baseline="0">
                        <a:ln>
                          <a:noFill/>
                        </a:ln>
                        <a:solidFill>
                          <a:srgbClr val="000000"/>
                        </a:solidFill>
                        <a:effectLst/>
                        <a:uLnTx/>
                        <a:uFillTx/>
                        <a:latin typeface="Spectrum Sans Book"/>
                        <a:ea typeface="+mn-ea"/>
                        <a:cs typeface="+mn-cs"/>
                      </a:endParaRPr>
                    </a:p>
                    <a:p>
                      <a:r>
                        <a:rPr kumimoji="0" lang="en-US" sz="800" b="0" i="0" u="none" strike="noStrike" kern="1200" cap="none" spc="0" normalizeH="0" baseline="0">
                          <a:ln>
                            <a:noFill/>
                          </a:ln>
                          <a:solidFill>
                            <a:srgbClr val="000000"/>
                          </a:solidFill>
                          <a:effectLst/>
                          <a:uLnTx/>
                          <a:uFillTx/>
                          <a:latin typeface="Spectrum Sans Book"/>
                          <a:ea typeface="+mn-ea"/>
                          <a:cs typeface="+mn-cs"/>
                        </a:rPr>
                        <a:t>Impact: ~0.21% failures due to 503 “Service Temporarily Unavailable” errors from the PINXT Shared Gateway endpoint for getSeamlessEntertainmentAppsV1x0</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mn-cs"/>
                        </a:rPr>
                        <a:t>Buyflow experienced a small increase in failed transactions (0.21%) caused by 503 errors from the PINXT Shared Gateway endpoint for SPC service getSeamlessEntertainmentAppsV1x0. The issue was traced to a traffic shift from the Prod active environment to an Inactive environment for the PINXT Shared Gateway endpoint. Once traffic was returned to the Prod active environment, errors stopped, and service normalized.</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Font typeface="Arial" panose="020B0604020202020204" pitchFamily="34" charset="0"/>
                        <a:buNone/>
                      </a:pPr>
                      <a:r>
                        <a:rPr kumimoji="0" lang="en-US" sz="800" b="0" i="0" u="none" strike="noStrike" kern="1200" cap="none" spc="0" normalizeH="0" baseline="0">
                          <a:ln>
                            <a:noFill/>
                          </a:ln>
                          <a:solidFill>
                            <a:srgbClr val="000000"/>
                          </a:solidFill>
                          <a:effectLst/>
                          <a:uLnTx/>
                          <a:uFillTx/>
                          <a:latin typeface="Spectrum Sans Book"/>
                          <a:ea typeface="+mn-ea"/>
                          <a:cs typeface="+mn-cs"/>
                        </a:rPr>
                        <a:t>EDS Ops identified 503 errors from the PINXT Shared Gateway endpoint and engaged the PINXT Shared Gateway team to restore traffic from the Inactive environment back to the Prod active environment for the PINXT Shared Gateway endpoint and monitored Buyflow and API error rates to confirm full recovery.</a:t>
                      </a: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mn-cs"/>
                        </a:rPr>
                        <a:t>Ensure clear communication and coordination between EDS Ops and the PINXT Shared Gateway team before and during traffic shifts.</a:t>
                      </a:r>
                    </a:p>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panose="020B0402020503020304" pitchFamily="34" charset="0"/>
                        <a:ea typeface="+mn-ea"/>
                        <a:cs typeface="Spectrum Sans Book" panose="020B0402020503020304" pitchFamily="34" charset="0"/>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550200"/>
                  </a:ext>
                </a:extLst>
              </a:tr>
              <a:tr h="971292">
                <a:tc>
                  <a:txBody>
                    <a:bodyPr/>
                    <a:lstStyle/>
                    <a:p>
                      <a:pPr marL="53975" lvl="0" indent="0" algn="ctr" defTabSz="914400">
                        <a:lnSpc>
                          <a:spcPct val="100000"/>
                        </a:lnSpc>
                        <a:spcBef>
                          <a:spcPts val="0"/>
                        </a:spcBef>
                        <a:spcAft>
                          <a:spcPts val="0"/>
                        </a:spcAft>
                        <a:buNone/>
                        <a:tabLst/>
                        <a:defRPr/>
                      </a:pPr>
                      <a:r>
                        <a:rPr lang="en-US" sz="800" b="0" i="0" kern="1200">
                          <a:solidFill>
                            <a:schemeClr val="accent1"/>
                          </a:solidFill>
                          <a:latin typeface="Spectrum Sans Book"/>
                          <a:ea typeface="+mn-ea"/>
                          <a:cs typeface="Spectrum Sans Book" panose="020B0402020503020304" pitchFamily="34" charset="0"/>
                        </a:rPr>
                        <a:t>SPC</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pPr marL="53975" lvl="0" indent="0" algn="ctr" defTabSz="914400">
                        <a:lnSpc>
                          <a:spcPct val="100000"/>
                        </a:lnSpc>
                        <a:spcBef>
                          <a:spcPts val="0"/>
                        </a:spcBef>
                        <a:spcAft>
                          <a:spcPts val="0"/>
                        </a:spcAft>
                        <a:buNone/>
                        <a:tabLst/>
                        <a:defRPr/>
                      </a:pPr>
                      <a:r>
                        <a:rPr lang="en-IN" sz="800" b="0" i="0" kern="1200">
                          <a:solidFill>
                            <a:schemeClr val="accent1"/>
                          </a:solidFill>
                          <a:latin typeface="Spectrum Sans Book"/>
                          <a:ea typeface="+mn-ea"/>
                          <a:cs typeface="Spectrum Sans Book" panose="020B0402020503020304" pitchFamily="34" charset="0"/>
                        </a:rPr>
                        <a:t>Network</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pPr marL="53975" lvl="0" indent="0" algn="ctr" defTabSz="914400">
                        <a:lnSpc>
                          <a:spcPct val="100000"/>
                        </a:lnSpc>
                        <a:spcBef>
                          <a:spcPts val="0"/>
                        </a:spcBef>
                        <a:spcAft>
                          <a:spcPts val="0"/>
                        </a:spcAft>
                        <a:buNone/>
                        <a:tabLst/>
                        <a:defRPr/>
                      </a:pPr>
                      <a:r>
                        <a:rPr lang="en-US" sz="800" b="0" i="0" kern="1200">
                          <a:solidFill>
                            <a:schemeClr val="accent1"/>
                          </a:solidFill>
                          <a:latin typeface="Spectrum Sans Book"/>
                          <a:ea typeface="+mn-ea"/>
                          <a:cs typeface="Spectrum Sans Book" panose="020B0402020503020304" pitchFamily="34" charset="0"/>
                        </a:rPr>
                        <a:t>Degradation</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pPr marL="53975" lvl="0" indent="0" algn="ctr" defTabSz="914400">
                        <a:lnSpc>
                          <a:spcPct val="100000"/>
                        </a:lnSpc>
                        <a:spcBef>
                          <a:spcPts val="0"/>
                        </a:spcBef>
                        <a:spcAft>
                          <a:spcPts val="0"/>
                        </a:spcAft>
                        <a:buNone/>
                        <a:tabLst/>
                        <a:defRPr/>
                      </a:pPr>
                      <a:r>
                        <a:rPr lang="en-US" sz="800" b="0" i="0" kern="1200">
                          <a:solidFill>
                            <a:schemeClr val="accent1"/>
                          </a:solidFill>
                          <a:latin typeface="Spectrum Sans Book"/>
                          <a:ea typeface="+mn-ea"/>
                          <a:cs typeface="Spectrum Sans Book" panose="020B0402020503020304" pitchFamily="34" charset="0"/>
                        </a:rPr>
                        <a:t>2:12</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r>
                        <a:rPr kumimoji="0" lang="en-US" sz="800" b="0" i="0" u="none" strike="noStrike" kern="1200" cap="none" spc="0" normalizeH="0" baseline="0">
                          <a:ln>
                            <a:noFill/>
                          </a:ln>
                          <a:solidFill>
                            <a:srgbClr val="000000"/>
                          </a:solidFill>
                          <a:effectLst/>
                          <a:uLnTx/>
                          <a:uFillTx/>
                          <a:latin typeface="Spectrum Sans Book"/>
                          <a:ea typeface="+mn-ea"/>
                          <a:cs typeface="+mn-cs"/>
                        </a:rPr>
                        <a:t>Application: Buyflow</a:t>
                      </a:r>
                    </a:p>
                    <a:p>
                      <a:r>
                        <a:rPr kumimoji="0" lang="en-US" sz="800" b="0" i="0" u="none" strike="noStrike" kern="1200" cap="none" spc="0" normalizeH="0" baseline="0">
                          <a:ln>
                            <a:noFill/>
                          </a:ln>
                          <a:solidFill>
                            <a:srgbClr val="000000"/>
                          </a:solidFill>
                          <a:effectLst/>
                          <a:uLnTx/>
                          <a:uFillTx/>
                          <a:latin typeface="Spectrum Sans Book"/>
                          <a:ea typeface="+mn-ea"/>
                          <a:cs typeface="+mn-cs"/>
                        </a:rPr>
                        <a:t>Performance degradation (increased response times); no ongoing impact after fix and validation.</a:t>
                      </a:r>
                    </a:p>
                    <a:p>
                      <a:br>
                        <a:rPr lang="en-US" sz="800"/>
                      </a:br>
                      <a:endParaRPr lang="en-US"/>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pPr marL="53975" lvl="0" indent="0" algn="l">
                        <a:lnSpc>
                          <a:spcPct val="100000"/>
                        </a:lnSpc>
                        <a:spcBef>
                          <a:spcPts val="0"/>
                        </a:spcBef>
                        <a:spcAft>
                          <a:spcPts val="0"/>
                        </a:spcAft>
                        <a:buNone/>
                      </a:pPr>
                      <a:r>
                        <a:rPr kumimoji="0" lang="en-US" sz="800" b="0" i="0" u="none" strike="noStrike" kern="1200" cap="none" spc="0" normalizeH="0" baseline="0">
                          <a:ln>
                            <a:noFill/>
                          </a:ln>
                          <a:solidFill>
                            <a:srgbClr val="000000"/>
                          </a:solidFill>
                          <a:effectLst/>
                          <a:uLnTx/>
                          <a:uFillTx/>
                          <a:latin typeface="Spectrum Sans Book"/>
                          <a:ea typeface="+mn-ea"/>
                          <a:cs typeface="+mn-cs"/>
                        </a:rPr>
                        <a:t>Buyflow experienced latency on GetEquipment calls when connectivity between SPC and EDS Cache Services was blocked by a data center firewall, driven by an </a:t>
                      </a:r>
                      <a:r>
                        <a:rPr kumimoji="0" lang="en-US" sz="800" b="1" i="0" u="none" strike="noStrike" kern="1200" cap="none" spc="0" normalizeH="0" baseline="0">
                          <a:ln>
                            <a:noFill/>
                          </a:ln>
                          <a:solidFill>
                            <a:srgbClr val="000000"/>
                          </a:solidFill>
                          <a:effectLst/>
                          <a:uLnTx/>
                          <a:uFillTx/>
                          <a:latin typeface="Spectrum Sans Book"/>
                          <a:ea typeface="+mn-ea"/>
                          <a:cs typeface="+mn-cs"/>
                        </a:rPr>
                        <a:t>Illumio policy</a:t>
                      </a:r>
                      <a:r>
                        <a:rPr kumimoji="0" lang="en-US" sz="800" b="0" i="0" u="none" strike="noStrike" kern="1200" cap="none" spc="0" normalizeH="0" baseline="0">
                          <a:ln>
                            <a:noFill/>
                          </a:ln>
                          <a:solidFill>
                            <a:srgbClr val="000000"/>
                          </a:solidFill>
                          <a:effectLst/>
                          <a:uLnTx/>
                          <a:uFillTx/>
                          <a:latin typeface="Spectrum Sans Book"/>
                          <a:ea typeface="+mn-ea"/>
                          <a:cs typeface="+mn-cs"/>
                        </a:rPr>
                        <a:t>. EDS Ops engaged the Network/Firewall team, who identified and corrected the policy. Traffic was rerouted to NCW to mitigate impact, and service performance returned to normal once connectivity was restored and validated.</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mn-cs"/>
                        </a:rPr>
                        <a:t>EDS Ops temporarily switched EDS Cache traffic to NCW to restore service.</a:t>
                      </a:r>
                    </a:p>
                    <a:p>
                      <a:r>
                        <a:rPr kumimoji="0" lang="en-US" sz="800" b="0" i="0" u="none" strike="noStrike" kern="1200" cap="none" spc="0" normalizeH="0" baseline="0">
                          <a:ln>
                            <a:noFill/>
                          </a:ln>
                          <a:solidFill>
                            <a:srgbClr val="000000"/>
                          </a:solidFill>
                          <a:effectLst/>
                          <a:uLnTx/>
                          <a:uFillTx/>
                          <a:latin typeface="Spectrum Sans Book"/>
                          <a:ea typeface="+mn-ea"/>
                          <a:cs typeface="+mn-cs"/>
                        </a:rPr>
                        <a:t>Firewall team updated Illumio policy, adding required IPs to allow traffic.</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tc>
                  <a:txBody>
                    <a:bodyPr/>
                    <a:lstStyle/>
                    <a:p>
                      <a:pPr marL="53975" lvl="0" indent="0" algn="l">
                        <a:lnSpc>
                          <a:spcPct val="100000"/>
                        </a:lnSpc>
                        <a:spcBef>
                          <a:spcPts val="0"/>
                        </a:spcBef>
                        <a:spcAft>
                          <a:spcPts val="0"/>
                        </a:spcAft>
                        <a:buNone/>
                      </a:pPr>
                      <a:r>
                        <a:rPr kumimoji="0" lang="en-US" sz="800" b="0" i="0" u="none" strike="noStrike" kern="1200" cap="none" spc="0" normalizeH="0" baseline="0">
                          <a:ln>
                            <a:noFill/>
                          </a:ln>
                          <a:solidFill>
                            <a:srgbClr val="000000"/>
                          </a:solidFill>
                          <a:effectLst/>
                          <a:uLnTx/>
                          <a:uFillTx/>
                          <a:latin typeface="Spectrum Sans Book"/>
                          <a:ea typeface="+mn-ea"/>
                          <a:cs typeface="+mn-cs"/>
                        </a:rPr>
                        <a:t>Strengthen change controls and impact analysis for Illumio/firewall policy updates on shared services</a:t>
                      </a:r>
                    </a:p>
                  </a:txBody>
                  <a:tcPr marL="45720" marR="45720">
                    <a:lnL w="0">
                      <a:noFill/>
                    </a:lnL>
                    <a:lnR w="0">
                      <a:noFill/>
                    </a:lnR>
                    <a:lnT w="9525" cap="flat" cmpd="sng" algn="ctr">
                      <a:solidFill>
                        <a:schemeClr val="bg1">
                          <a:lumMod val="75000"/>
                        </a:schemeClr>
                      </a:solidFill>
                      <a:prstDash val="solid"/>
                      <a:round/>
                      <a:headEnd type="none" w="med" len="med"/>
                      <a:tailEnd type="none" w="med" len="med"/>
                    </a:lnT>
                    <a:lnB w="9524">
                      <a:solidFill>
                        <a:schemeClr val="bg1">
                          <a:lumMod val="75000"/>
                        </a:schemeClr>
                      </a:solidFill>
                    </a:lnB>
                    <a:lnTlToBr w="0">
                      <a:noFill/>
                    </a:lnTlToBr>
                    <a:lnBlToTr w="0">
                      <a:noFill/>
                    </a:lnBlToTr>
                    <a:noFill/>
                  </a:tcPr>
                </a:tc>
                <a:extLst>
                  <a:ext uri="{0D108BD9-81ED-4DB2-BD59-A6C34878D82A}">
                    <a16:rowId xmlns:a16="http://schemas.microsoft.com/office/drawing/2014/main" val="1239168195"/>
                  </a:ext>
                </a:extLst>
              </a:tr>
            </a:tbl>
          </a:graphicData>
        </a:graphic>
      </p:graphicFrame>
      <p:graphicFrame>
        <p:nvGraphicFramePr>
          <p:cNvPr id="5" name="Table Placeholder 11" descr="Table placeholder">
            <a:extLst>
              <a:ext uri="{FF2B5EF4-FFF2-40B4-BE49-F238E27FC236}">
                <a16:creationId xmlns:a16="http://schemas.microsoft.com/office/drawing/2014/main" id="{063AEC68-F07E-2801-4E24-D2A3D2B5CF8D}"/>
              </a:ext>
            </a:extLst>
          </p:cNvPr>
          <p:cNvGraphicFramePr>
            <a:graphicFrameLocks/>
          </p:cNvGraphicFramePr>
          <p:nvPr>
            <p:extLst>
              <p:ext uri="{D42A27DB-BD31-4B8C-83A1-F6EECF244321}">
                <p14:modId xmlns:p14="http://schemas.microsoft.com/office/powerpoint/2010/main" val="1580715959"/>
              </p:ext>
            </p:extLst>
          </p:nvPr>
        </p:nvGraphicFramePr>
        <p:xfrm>
          <a:off x="428626" y="3795386"/>
          <a:ext cx="4723818" cy="2388219"/>
        </p:xfrm>
        <a:graphic>
          <a:graphicData uri="http://schemas.openxmlformats.org/drawingml/2006/table">
            <a:tbl>
              <a:tblPr firstRow="1" bandRow="1">
                <a:tableStyleId>{5C22544A-7EE6-4342-B048-85BDC9FD1C3A}</a:tableStyleId>
              </a:tblPr>
              <a:tblGrid>
                <a:gridCol w="1195649">
                  <a:extLst>
                    <a:ext uri="{9D8B030D-6E8A-4147-A177-3AD203B41FA5}">
                      <a16:colId xmlns:a16="http://schemas.microsoft.com/office/drawing/2014/main" val="656081927"/>
                    </a:ext>
                  </a:extLst>
                </a:gridCol>
                <a:gridCol w="1950073">
                  <a:extLst>
                    <a:ext uri="{9D8B030D-6E8A-4147-A177-3AD203B41FA5}">
                      <a16:colId xmlns:a16="http://schemas.microsoft.com/office/drawing/2014/main" val="3132775233"/>
                    </a:ext>
                  </a:extLst>
                </a:gridCol>
                <a:gridCol w="738441">
                  <a:extLst>
                    <a:ext uri="{9D8B030D-6E8A-4147-A177-3AD203B41FA5}">
                      <a16:colId xmlns:a16="http://schemas.microsoft.com/office/drawing/2014/main" val="4057277874"/>
                    </a:ext>
                  </a:extLst>
                </a:gridCol>
                <a:gridCol w="839655">
                  <a:extLst>
                    <a:ext uri="{9D8B030D-6E8A-4147-A177-3AD203B41FA5}">
                      <a16:colId xmlns:a16="http://schemas.microsoft.com/office/drawing/2014/main" val="1851909653"/>
                    </a:ext>
                  </a:extLst>
                </a:gridCol>
              </a:tblGrid>
              <a:tr h="203494">
                <a:tc gridSpan="4">
                  <a:txBody>
                    <a:bodyPr/>
                    <a:lstStyle/>
                    <a:p>
                      <a:pPr algn="l"/>
                      <a:r>
                        <a:rPr lang="en-US" sz="1800" b="0" i="0">
                          <a:solidFill>
                            <a:schemeClr val="tx1"/>
                          </a:solidFill>
                          <a:latin typeface="Spectrum Sans"/>
                        </a:rPr>
                        <a:t>Ecosystem Resiliency Improvement Worklist</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12700" cmpd="sng">
                      <a:noFill/>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174303">
                <a:tc>
                  <a:txBody>
                    <a:bodyPr/>
                    <a:lstStyle/>
                    <a:p>
                      <a:pPr algn="ctr"/>
                      <a:r>
                        <a:rPr lang="en-US" sz="800" b="1" i="0">
                          <a:solidFill>
                            <a:schemeClr val="tx1"/>
                          </a:solidFill>
                          <a:latin typeface="Spectrum Sans Book"/>
                          <a:cs typeface="Spectrum Sans Book"/>
                        </a:rPr>
                        <a:t>Issue</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kern="1200">
                          <a:solidFill>
                            <a:schemeClr val="tx1"/>
                          </a:solidFill>
                          <a:latin typeface="Spectrum Sans Book"/>
                          <a:ea typeface="+mn-ea"/>
                          <a:cs typeface="Spectrum Sans Book"/>
                        </a:rPr>
                        <a:t>Improvement/Action Plan</a:t>
                      </a:r>
                      <a:endParaRPr lang="en-US" sz="800" b="1" i="0">
                        <a:solidFill>
                          <a:schemeClr val="tx1"/>
                        </a:solidFill>
                        <a:latin typeface="Spectrum Sans Book"/>
                        <a:cs typeface="Spectrum Sans Book"/>
                      </a:endParaRP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Target Date</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2026 Impact Minutes</a:t>
                      </a:r>
                    </a:p>
                  </a:txBody>
                  <a:tcPr marL="75640" marR="8404" marT="8404" marB="0"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1724495">
                <a:tc>
                  <a:txBody>
                    <a:bodyPr/>
                    <a:lstStyle/>
                    <a:p>
                      <a:pPr marL="55563"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EDS- AnyConnect: </a:t>
                      </a:r>
                      <a:r>
                        <a:rPr kumimoji="0" lang="en-US" sz="800" b="0" i="0" u="none" strike="noStrike" kern="1200" cap="none" spc="0" normalizeH="0" baseline="0" err="1">
                          <a:ln>
                            <a:noFill/>
                          </a:ln>
                          <a:solidFill>
                            <a:srgbClr val="000000"/>
                          </a:solidFill>
                          <a:effectLst/>
                          <a:uLnTx/>
                          <a:uFillTx/>
                          <a:latin typeface="Spectrum Sans Book"/>
                          <a:ea typeface="+mn-ea"/>
                          <a:cs typeface="Spectrum Sans Book"/>
                        </a:rPr>
                        <a:t>Netserv</a:t>
                      </a:r>
                      <a:r>
                        <a:rPr kumimoji="0" lang="en-US" sz="800" b="0" i="0" u="none" strike="noStrike" kern="1200" cap="none" spc="0" normalizeH="0" baseline="0">
                          <a:ln>
                            <a:noFill/>
                          </a:ln>
                          <a:solidFill>
                            <a:srgbClr val="000000"/>
                          </a:solidFill>
                          <a:effectLst/>
                          <a:uLnTx/>
                          <a:uFillTx/>
                          <a:latin typeface="Spectrum Sans Book"/>
                          <a:ea typeface="+mn-ea"/>
                          <a:cs typeface="Spectrum Sans Book"/>
                        </a:rPr>
                        <a:t> impairment caused by </a:t>
                      </a:r>
                      <a:r>
                        <a:rPr kumimoji="0" lang="en-US" sz="800" b="0" i="0" u="none" strike="noStrike" kern="1200" cap="none" spc="0" normalizeH="0" baseline="0" err="1">
                          <a:ln>
                            <a:noFill/>
                          </a:ln>
                          <a:solidFill>
                            <a:srgbClr val="000000"/>
                          </a:solidFill>
                          <a:effectLst/>
                          <a:uLnTx/>
                          <a:uFillTx/>
                          <a:latin typeface="Spectrum Sans Book"/>
                          <a:ea typeface="+mn-ea"/>
                          <a:cs typeface="Spectrum Sans Book"/>
                        </a:rPr>
                        <a:t>SoloCache</a:t>
                      </a:r>
                      <a:r>
                        <a:rPr kumimoji="0" lang="en-US" sz="800" b="0" i="0" u="none" strike="noStrike" kern="1200" cap="none" spc="0" normalizeH="0" baseline="0">
                          <a:ln>
                            <a:noFill/>
                          </a:ln>
                          <a:solidFill>
                            <a:srgbClr val="000000"/>
                          </a:solidFill>
                          <a:effectLst/>
                          <a:uLnTx/>
                          <a:uFillTx/>
                          <a:latin typeface="Spectrum Sans Book"/>
                          <a:ea typeface="+mn-ea"/>
                          <a:cs typeface="Spectrum Sans Book"/>
                        </a:rPr>
                        <a:t> unavailability [AWS SSD HBase issue]</a:t>
                      </a:r>
                    </a:p>
                  </a:txBody>
                  <a:tcPr marL="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The required MAC address-to-account number correlations can be retrieved from other data sources [DRL, </a:t>
                      </a:r>
                      <a:r>
                        <a:rPr kumimoji="0" lang="en-US" sz="800" b="0" i="0" u="none" strike="noStrike" kern="1200" cap="none" spc="0" normalizeH="0" baseline="0" err="1">
                          <a:ln>
                            <a:noFill/>
                          </a:ln>
                          <a:solidFill>
                            <a:srgbClr val="000000"/>
                          </a:solidFill>
                          <a:effectLst/>
                          <a:uLnTx/>
                          <a:uFillTx/>
                          <a:latin typeface="Spectrum Sans Book"/>
                          <a:ea typeface="+mn-ea"/>
                          <a:cs typeface="Spectrum Sans Book"/>
                        </a:rPr>
                        <a:t>DSCache</a:t>
                      </a:r>
                      <a:r>
                        <a:rPr kumimoji="0" lang="en-US" sz="800" b="0" i="0" u="none" strike="noStrike" kern="1200" cap="none" spc="0" normalizeH="0" baseline="0">
                          <a:ln>
                            <a:noFill/>
                          </a:ln>
                          <a:solidFill>
                            <a:srgbClr val="000000"/>
                          </a:solidFill>
                          <a:effectLst/>
                          <a:uLnTx/>
                          <a:uFillTx/>
                          <a:latin typeface="Spectrum Sans Book"/>
                          <a:ea typeface="+mn-ea"/>
                          <a:cs typeface="Spectrum Sans Book"/>
                        </a:rPr>
                        <a:t>]. To improve resilience, EDS to develop a solution that implements a feature flag, allowing data source switch as needed for retrieving the required data</a:t>
                      </a: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Mar’2026</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a:cs typeface="Spectrum Sans Book"/>
                      </a:endParaRPr>
                    </a:p>
                  </a:txBody>
                  <a:tcP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700916"/>
                  </a:ext>
                </a:extLst>
              </a:tr>
            </a:tbl>
          </a:graphicData>
        </a:graphic>
      </p:graphicFrame>
      <p:sp>
        <p:nvSpPr>
          <p:cNvPr id="2" name="Rectangle 1">
            <a:extLst>
              <a:ext uri="{FF2B5EF4-FFF2-40B4-BE49-F238E27FC236}">
                <a16:creationId xmlns:a16="http://schemas.microsoft.com/office/drawing/2014/main" id="{AB2766B2-CDE0-8459-BE61-C716AEDD14C2}"/>
              </a:ext>
            </a:extLst>
          </p:cNvPr>
          <p:cNvSpPr/>
          <p:nvPr/>
        </p:nvSpPr>
        <p:spPr>
          <a:xfrm>
            <a:off x="5281534" y="3795386"/>
            <a:ext cx="3252863" cy="2388219"/>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3" name="Chart 2">
            <a:extLst>
              <a:ext uri="{FF2B5EF4-FFF2-40B4-BE49-F238E27FC236}">
                <a16:creationId xmlns:a16="http://schemas.microsoft.com/office/drawing/2014/main" id="{6DBD9213-5AC4-9A89-8635-36C1E3356CC2}"/>
              </a:ext>
            </a:extLst>
          </p:cNvPr>
          <p:cNvGraphicFramePr/>
          <p:nvPr/>
        </p:nvGraphicFramePr>
        <p:xfrm>
          <a:off x="5345145" y="3889056"/>
          <a:ext cx="3046711" cy="225213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C9AD5889-E3FF-9D81-772A-E5C89791BC02}"/>
              </a:ext>
            </a:extLst>
          </p:cNvPr>
          <p:cNvSpPr/>
          <p:nvPr/>
        </p:nvSpPr>
        <p:spPr>
          <a:xfrm>
            <a:off x="8598008" y="3795386"/>
            <a:ext cx="3252863" cy="2388219"/>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7" name="Chart 6">
            <a:extLst>
              <a:ext uri="{FF2B5EF4-FFF2-40B4-BE49-F238E27FC236}">
                <a16:creationId xmlns:a16="http://schemas.microsoft.com/office/drawing/2014/main" id="{86F98CEA-97D6-2B6A-8AD3-9DF6239E25E1}"/>
              </a:ext>
            </a:extLst>
          </p:cNvPr>
          <p:cNvGraphicFramePr/>
          <p:nvPr>
            <p:extLst>
              <p:ext uri="{D42A27DB-BD31-4B8C-83A1-F6EECF244321}">
                <p14:modId xmlns:p14="http://schemas.microsoft.com/office/powerpoint/2010/main" val="1165236867"/>
              </p:ext>
            </p:extLst>
          </p:nvPr>
        </p:nvGraphicFramePr>
        <p:xfrm>
          <a:off x="8661619" y="3889056"/>
          <a:ext cx="3046711" cy="225213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963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3589-23B1-DCC0-E2ED-44939CC45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77023-6B90-508A-5B5B-48F8350CA1D1}"/>
              </a:ext>
            </a:extLst>
          </p:cNvPr>
          <p:cNvSpPr>
            <a:spLocks noGrp="1"/>
          </p:cNvSpPr>
          <p:nvPr>
            <p:ph type="ctrTitle"/>
          </p:nvPr>
        </p:nvSpPr>
        <p:spPr>
          <a:xfrm>
            <a:off x="496888" y="4336528"/>
            <a:ext cx="10177738" cy="844847"/>
          </a:xfrm>
        </p:spPr>
        <p:txBody>
          <a:bodyPr/>
          <a:lstStyle/>
          <a:p>
            <a:r>
              <a:rPr lang="en-US" sz="4000" b="0" i="0" u="none" strike="noStrike" baseline="0">
                <a:ea typeface="Calibri"/>
              </a:rPr>
              <a:t>Data Services Development- Platforms</a:t>
            </a:r>
            <a:endParaRPr lang="en-US" sz="4000"/>
          </a:p>
        </p:txBody>
      </p:sp>
      <p:sp>
        <p:nvSpPr>
          <p:cNvPr id="4" name="Slide Number Placeholder 3">
            <a:extLst>
              <a:ext uri="{FF2B5EF4-FFF2-40B4-BE49-F238E27FC236}">
                <a16:creationId xmlns:a16="http://schemas.microsoft.com/office/drawing/2014/main" id="{36DE948C-3CBC-B801-93CD-A8035FEC83B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sp>
        <p:nvSpPr>
          <p:cNvPr id="3" name="Subtitle 4">
            <a:extLst>
              <a:ext uri="{FF2B5EF4-FFF2-40B4-BE49-F238E27FC236}">
                <a16:creationId xmlns:a16="http://schemas.microsoft.com/office/drawing/2014/main" id="{4081CBB2-8704-7D05-0F70-7CB19E5A6F52}"/>
              </a:ext>
            </a:extLst>
          </p:cNvPr>
          <p:cNvSpPr>
            <a:spLocks noGrp="1"/>
          </p:cNvSpPr>
          <p:nvPr>
            <p:ph type="subTitle" idx="1"/>
          </p:nvPr>
        </p:nvSpPr>
        <p:spPr>
          <a:xfrm>
            <a:off x="511403" y="5180347"/>
            <a:ext cx="7817378" cy="276999"/>
          </a:xfrm>
        </p:spPr>
        <p:txBody>
          <a:bodyPr vert="horz" lIns="0" tIns="0" rIns="0" bIns="0" rtlCol="0" anchor="t">
            <a:noAutofit/>
          </a:bodyPr>
          <a:lstStyle/>
          <a:p>
            <a:r>
              <a:rPr lang="en-US">
                <a:latin typeface="Spectrum Sans Book"/>
              </a:rPr>
              <a:t>February 2026</a:t>
            </a:r>
          </a:p>
        </p:txBody>
      </p:sp>
      <p:sp>
        <p:nvSpPr>
          <p:cNvPr id="5" name="Subtitle 4">
            <a:extLst>
              <a:ext uri="{FF2B5EF4-FFF2-40B4-BE49-F238E27FC236}">
                <a16:creationId xmlns:a16="http://schemas.microsoft.com/office/drawing/2014/main" id="{3A6A0DB6-E28D-9A57-CDB5-79548EB6372B}"/>
              </a:ext>
            </a:extLst>
          </p:cNvPr>
          <p:cNvSpPr txBox="1">
            <a:spLocks/>
          </p:cNvSpPr>
          <p:nvPr/>
        </p:nvSpPr>
        <p:spPr>
          <a:xfrm>
            <a:off x="511403" y="4059529"/>
            <a:ext cx="7817378" cy="276999"/>
          </a:xfrm>
          <a:prstGeom prst="rect">
            <a:avLst/>
          </a:prstGeom>
        </p:spPr>
        <p:txBody>
          <a:bodyPr vert="horz" lIns="0" tIns="0" rIns="0" bIns="0" rtlCol="0">
            <a:noAutofit/>
          </a:bodyPr>
          <a:lstStyle>
            <a:lvl1pPr marL="0" indent="0" algn="l" defTabSz="914400" rtl="0" eaLnBrk="1" latinLnBrk="0" hangingPunct="1">
              <a:lnSpc>
                <a:spcPct val="110000"/>
              </a:lnSpc>
              <a:spcBef>
                <a:spcPts val="2400"/>
              </a:spcBef>
              <a:buFont typeface="Arial"/>
              <a:buNone/>
              <a:defRPr lang="en-US" sz="2000" b="0" i="0" kern="1200" cap="none" baseline="0" dirty="0">
                <a:solidFill>
                  <a:schemeClr val="accent1"/>
                </a:solidFill>
                <a:latin typeface="Spectrum Sans Book" panose="020B0402020503020304" pitchFamily="34" charset="0"/>
                <a:ea typeface="+mn-ea"/>
                <a:cs typeface="Spectrum Sans Book" panose="020B0402020503020304" pitchFamily="34" charset="0"/>
              </a:defRPr>
            </a:lvl1pPr>
            <a:lvl2pPr marL="176213" indent="-176213" algn="l" defTabSz="914400" rtl="0" eaLnBrk="1" latinLnBrk="0" hangingPunct="1">
              <a:lnSpc>
                <a:spcPct val="110000"/>
              </a:lnSpc>
              <a:spcBef>
                <a:spcPts val="1000"/>
              </a:spcBef>
              <a:buFont typeface="Arial" panose="020B0604020202020204" pitchFamily="34" charset="0"/>
              <a:buChar char="•"/>
              <a:tabLst/>
              <a:defRPr sz="1400" b="0" i="0" kern="1200">
                <a:solidFill>
                  <a:schemeClr val="accent1"/>
                </a:solidFill>
                <a:latin typeface="Spectrum Sans Book" panose="020B0402020503020304" pitchFamily="34" charset="0"/>
                <a:ea typeface="+mn-ea"/>
                <a:cs typeface="Spectrum Sans Book" panose="020B0402020503020304" pitchFamily="34" charset="0"/>
              </a:defRPr>
            </a:lvl2pPr>
            <a:lvl3pPr marL="344488" indent="-168275" algn="l" defTabSz="914400" rtl="0" eaLnBrk="1" latinLnBrk="0" hangingPunct="1">
              <a:lnSpc>
                <a:spcPct val="110000"/>
              </a:lnSpc>
              <a:spcBef>
                <a:spcPts val="400"/>
              </a:spcBef>
              <a:buFont typeface="Arial"/>
              <a:buChar char="–"/>
              <a:tabLst/>
              <a:defRPr sz="1100" b="0" i="0" kern="1200">
                <a:solidFill>
                  <a:schemeClr val="accent1"/>
                </a:solidFill>
                <a:latin typeface="Spectrum Sans Book" panose="020B0402020503020304" pitchFamily="34" charset="0"/>
                <a:ea typeface="+mn-ea"/>
                <a:cs typeface="Spectrum Sans Book" panose="020B0402020503020304" pitchFamily="34" charset="0"/>
              </a:defRPr>
            </a:lvl3pPr>
            <a:lvl4pPr marL="0" indent="0" algn="l" defTabSz="914400" rtl="0" eaLnBrk="1" latinLnBrk="0" hangingPunct="1">
              <a:lnSpc>
                <a:spcPct val="100000"/>
              </a:lnSpc>
              <a:spcBef>
                <a:spcPts val="2400"/>
              </a:spcBef>
              <a:buFont typeface="Arial" panose="020B0604020202020204" pitchFamily="34" charset="0"/>
              <a:buNone/>
              <a:tabLst/>
              <a:defRPr sz="1100" b="0" i="0" kern="1200">
                <a:solidFill>
                  <a:schemeClr val="tx1"/>
                </a:solidFill>
                <a:latin typeface="Arial" panose="020B0502020503020304" pitchFamily="34" charset="0"/>
                <a:ea typeface="+mn-ea"/>
                <a:cs typeface="Arial" panose="020B0502020503020304" pitchFamily="34" charset="0"/>
              </a:defRPr>
            </a:lvl4pPr>
            <a:lvl5pPr marL="519113" indent="-173038" algn="l" defTabSz="914400" rtl="0" eaLnBrk="1" latinLnBrk="0" hangingPunct="1">
              <a:lnSpc>
                <a:spcPct val="90000"/>
              </a:lnSpc>
              <a:spcBef>
                <a:spcPts val="200"/>
              </a:spcBef>
              <a:buFont typeface="Arial" panose="020B0604020202020204" pitchFamily="34" charset="0"/>
              <a:buChar char="•"/>
              <a:tabLst/>
              <a:defRPr sz="1200" b="0" i="0" kern="1200">
                <a:solidFill>
                  <a:schemeClr val="tx1"/>
                </a:solidFill>
                <a:latin typeface="Arial" panose="020B0406030202020203" pitchFamily="34"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2400"/>
              </a:spcBef>
              <a:spcAft>
                <a:spcPts val="0"/>
              </a:spcAft>
              <a:buClrTx/>
              <a:buSzTx/>
              <a:buFont typeface="Arial"/>
              <a:buNone/>
              <a:tabLst/>
              <a:defRPr/>
            </a:pPr>
            <a:r>
              <a:rPr kumimoji="0" lang="en-US" sz="20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rPr>
              <a:t>Software &amp; Data Platforms</a:t>
            </a:r>
          </a:p>
        </p:txBody>
      </p:sp>
    </p:spTree>
    <p:extLst>
      <p:ext uri="{BB962C8B-B14F-4D97-AF65-F5344CB8AC3E}">
        <p14:creationId xmlns:p14="http://schemas.microsoft.com/office/powerpoint/2010/main" val="1283961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9692DF-5F1D-7BC7-A9BF-5BE0FBC63991}"/>
              </a:ext>
            </a:extLst>
          </p:cNvPr>
          <p:cNvSpPr>
            <a:spLocks noGrp="1"/>
          </p:cNvSpPr>
          <p:nvPr>
            <p:ph type="sldNum"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aphicFrame>
        <p:nvGraphicFramePr>
          <p:cNvPr id="10" name="Table Placeholder 11" descr="Table placeholder">
            <a:extLst>
              <a:ext uri="{FF2B5EF4-FFF2-40B4-BE49-F238E27FC236}">
                <a16:creationId xmlns:a16="http://schemas.microsoft.com/office/drawing/2014/main" id="{22105CCE-1437-85F5-E142-1193995FF92E}"/>
              </a:ext>
            </a:extLst>
          </p:cNvPr>
          <p:cNvGraphicFramePr>
            <a:graphicFrameLocks/>
          </p:cNvGraphicFramePr>
          <p:nvPr>
            <p:extLst>
              <p:ext uri="{D42A27DB-BD31-4B8C-83A1-F6EECF244321}">
                <p14:modId xmlns:p14="http://schemas.microsoft.com/office/powerpoint/2010/main" val="1678016830"/>
              </p:ext>
            </p:extLst>
          </p:nvPr>
        </p:nvGraphicFramePr>
        <p:xfrm>
          <a:off x="7315200" y="3421356"/>
          <a:ext cx="4723311" cy="2639138"/>
        </p:xfrm>
        <a:graphic>
          <a:graphicData uri="http://schemas.openxmlformats.org/drawingml/2006/table">
            <a:tbl>
              <a:tblPr firstRow="1" bandRow="1">
                <a:tableStyleId>{5C22544A-7EE6-4342-B048-85BDC9FD1C3A}</a:tableStyleId>
              </a:tblPr>
              <a:tblGrid>
                <a:gridCol w="895896">
                  <a:extLst>
                    <a:ext uri="{9D8B030D-6E8A-4147-A177-3AD203B41FA5}">
                      <a16:colId xmlns:a16="http://schemas.microsoft.com/office/drawing/2014/main" val="3132775233"/>
                    </a:ext>
                  </a:extLst>
                </a:gridCol>
                <a:gridCol w="913814">
                  <a:extLst>
                    <a:ext uri="{9D8B030D-6E8A-4147-A177-3AD203B41FA5}">
                      <a16:colId xmlns:a16="http://schemas.microsoft.com/office/drawing/2014/main" val="45094366"/>
                    </a:ext>
                  </a:extLst>
                </a:gridCol>
                <a:gridCol w="1119869">
                  <a:extLst>
                    <a:ext uri="{9D8B030D-6E8A-4147-A177-3AD203B41FA5}">
                      <a16:colId xmlns:a16="http://schemas.microsoft.com/office/drawing/2014/main" val="518567288"/>
                    </a:ext>
                  </a:extLst>
                </a:gridCol>
                <a:gridCol w="725676">
                  <a:extLst>
                    <a:ext uri="{9D8B030D-6E8A-4147-A177-3AD203B41FA5}">
                      <a16:colId xmlns:a16="http://schemas.microsoft.com/office/drawing/2014/main" val="2187594111"/>
                    </a:ext>
                  </a:extLst>
                </a:gridCol>
                <a:gridCol w="1068056">
                  <a:extLst>
                    <a:ext uri="{9D8B030D-6E8A-4147-A177-3AD203B41FA5}">
                      <a16:colId xmlns:a16="http://schemas.microsoft.com/office/drawing/2014/main" val="1161708541"/>
                    </a:ext>
                  </a:extLst>
                </a:gridCol>
              </a:tblGrid>
              <a:tr h="428439">
                <a:tc gridSpan="5">
                  <a:txBody>
                    <a:bodyPr/>
                    <a:lstStyle/>
                    <a:p>
                      <a:pPr algn="l"/>
                      <a:r>
                        <a:rPr lang="en-US" sz="2000" b="0" i="0">
                          <a:solidFill>
                            <a:schemeClr val="tx1"/>
                          </a:solidFill>
                          <a:latin typeface="Spectrum Sans" panose="020B0502020503020304" pitchFamily="34" charset="0"/>
                        </a:rPr>
                        <a:t>4. Product Health Measure</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53138">
                <a:tc gridSpan="5">
                  <a:txBody>
                    <a:bodyPr/>
                    <a:lstStyle/>
                    <a:p>
                      <a:pPr marL="0" algn="just" rtl="0" eaLnBrk="1" latinLnBrk="0" hangingPunct="1"/>
                      <a:r>
                        <a:rPr lang="en-US" sz="1200" b="0" i="0" kern="1200">
                          <a:solidFill>
                            <a:schemeClr val="tx1"/>
                          </a:solidFill>
                          <a:latin typeface="Spectrum Sans"/>
                          <a:ea typeface="+mn-ea"/>
                          <a:cs typeface="+mn-cs"/>
                        </a:rPr>
                        <a:t>There was 1 critical outage</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0771004"/>
                  </a:ext>
                </a:extLst>
              </a:tr>
              <a:tr h="426488">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Availability </a:t>
                      </a:r>
                    </a:p>
                    <a:p>
                      <a:pPr algn="ctr"/>
                      <a:r>
                        <a:rPr lang="en-US" sz="800" b="1" i="0">
                          <a:solidFill>
                            <a:schemeClr val="tx1"/>
                          </a:solidFill>
                          <a:latin typeface="Spectrum Sans Book" panose="020B0402020503020304" pitchFamily="34" charset="0"/>
                          <a:cs typeface="Spectrum Sans Book" panose="020B0402020503020304" pitchFamily="34" charset="0"/>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 Critical Outages/</a:t>
                      </a:r>
                    </a:p>
                    <a:p>
                      <a:pPr algn="ctr"/>
                      <a:r>
                        <a:rPr lang="en-US" sz="800" b="1" i="0">
                          <a:solidFill>
                            <a:schemeClr val="tx1"/>
                          </a:solidFill>
                          <a:latin typeface="Spectrum Sans Book" panose="020B0402020503020304" pitchFamily="34" charset="0"/>
                          <a:cs typeface="Spectrum Sans Book" panose="020B0402020503020304" pitchFamily="34" charset="0"/>
                        </a:rPr>
                        <a:t>Duration </a:t>
                      </a:r>
                    </a:p>
                    <a:p>
                      <a:pPr algn="ctr"/>
                      <a:r>
                        <a:rPr lang="en-US" sz="800" b="1" i="0">
                          <a:solidFill>
                            <a:schemeClr val="tx1"/>
                          </a:solidFill>
                          <a:latin typeface="Spectrum Sans Book" panose="020B0402020503020304" pitchFamily="34" charset="0"/>
                          <a:cs typeface="Spectrum Sans Book" panose="020B0402020503020304" pitchFamily="34" charset="0"/>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panose="020B0402020503020304" pitchFamily="34" charset="0"/>
                          <a:cs typeface="Spectrum Sans Book" panose="020B0402020503020304" pitchFamily="34" charset="0"/>
                        </a:rPr>
                        <a:t>Availability</a:t>
                      </a:r>
                    </a:p>
                    <a:p>
                      <a:pPr algn="ctr"/>
                      <a:r>
                        <a:rPr lang="en-US" sz="800" b="1" i="0">
                          <a:solidFill>
                            <a:schemeClr val="tx1"/>
                          </a:solidFill>
                          <a:latin typeface="Spectrum Sans Book" panose="020B0402020503020304" pitchFamily="34" charset="0"/>
                          <a:cs typeface="Spectrum Sans Book" panose="020B0402020503020304" pitchFamily="34" charset="0"/>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i="0">
                          <a:solidFill>
                            <a:schemeClr val="tx1"/>
                          </a:solidFill>
                          <a:latin typeface="Spectrum Sans Book" panose="020B0402020503020304" pitchFamily="34" charset="0"/>
                          <a:cs typeface="Spectrum Sans Book" panose="020B0402020503020304" pitchFamily="34" charset="0"/>
                        </a:rPr>
                        <a:t># Critical Outages/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i="0">
                          <a:solidFill>
                            <a:schemeClr val="tx1"/>
                          </a:solidFill>
                          <a:latin typeface="Spectrum Sans Book" panose="020B0402020503020304" pitchFamily="34" charset="0"/>
                          <a:cs typeface="Spectrum Sans Book" panose="020B0402020503020304" pitchFamily="34" charset="0"/>
                        </a:rPr>
                        <a:t>Duration</a:t>
                      </a:r>
                    </a:p>
                    <a:p>
                      <a:pPr algn="ctr"/>
                      <a:r>
                        <a:rPr lang="en-US" sz="800" b="1" i="0">
                          <a:solidFill>
                            <a:schemeClr val="tx1"/>
                          </a:solidFill>
                          <a:latin typeface="Spectrum Sans Book" panose="020B0402020503020304" pitchFamily="34" charset="0"/>
                          <a:cs typeface="Spectrum Sans Book" panose="020B0402020503020304" pitchFamily="34" charset="0"/>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16306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Effie</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1630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CATS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1630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EDP</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1630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SOLO</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98127"/>
                  </a:ext>
                </a:extLst>
              </a:tr>
              <a:tr h="16306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PING</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2760077"/>
                  </a:ext>
                </a:extLst>
              </a:tr>
              <a:tr h="16306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Gateways - AWS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700" b="0" i="0" kern="1200">
                          <a:solidFill>
                            <a:schemeClr val="tx1"/>
                          </a:solidFill>
                          <a:latin typeface="Spectrum Sans Book" panose="020B0402020503020304" pitchFamily="34" charset="0"/>
                          <a:ea typeface="+mn-ea"/>
                          <a:cs typeface="Spectrum Sans Book" panose="020B0402020503020304" pitchFamily="34" charset="0"/>
                        </a:rPr>
                        <a:t>99.85%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99.93%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a:solidFill>
                            <a:schemeClr val="tx1"/>
                          </a:solidFill>
                          <a:latin typeface="Spectrum Sans Book" panose="020B0402020503020304" pitchFamily="34" charset="0"/>
                          <a:cs typeface="Spectrum Sans Book" panose="020B0402020503020304" pitchFamily="34" charset="0"/>
                        </a:rPr>
                        <a:t>1/1:00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1231953"/>
                  </a:ext>
                </a:extLst>
              </a:tr>
              <a:tr h="16306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rPr>
                        <a:t>Gateways - DC</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panose="020B0402020503020304" pitchFamily="34" charset="0"/>
                          <a:cs typeface="Spectrum Sans Book" panose="020B0402020503020304" pitchFamily="34" charset="0"/>
                        </a:rPr>
                        <a:t>0/0:00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4924638"/>
                  </a:ext>
                </a:extLst>
              </a:tr>
            </a:tbl>
          </a:graphicData>
        </a:graphic>
      </p:graphicFrame>
      <p:graphicFrame>
        <p:nvGraphicFramePr>
          <p:cNvPr id="11" name="Table Placeholder 11" descr="Table placeholder">
            <a:extLst>
              <a:ext uri="{FF2B5EF4-FFF2-40B4-BE49-F238E27FC236}">
                <a16:creationId xmlns:a16="http://schemas.microsoft.com/office/drawing/2014/main" id="{C6218A88-312A-0210-0356-C2B873687E17}"/>
              </a:ext>
            </a:extLst>
          </p:cNvPr>
          <p:cNvGraphicFramePr>
            <a:graphicFrameLocks/>
          </p:cNvGraphicFramePr>
          <p:nvPr>
            <p:extLst>
              <p:ext uri="{D42A27DB-BD31-4B8C-83A1-F6EECF244321}">
                <p14:modId xmlns:p14="http://schemas.microsoft.com/office/powerpoint/2010/main" val="1468625934"/>
              </p:ext>
            </p:extLst>
          </p:nvPr>
        </p:nvGraphicFramePr>
        <p:xfrm>
          <a:off x="7315200" y="277388"/>
          <a:ext cx="4723311" cy="2977214"/>
        </p:xfrm>
        <a:graphic>
          <a:graphicData uri="http://schemas.openxmlformats.org/drawingml/2006/table">
            <a:tbl>
              <a:tblPr firstRow="1" bandRow="1">
                <a:tableStyleId>{5C22544A-7EE6-4342-B048-85BDC9FD1C3A}</a:tableStyleId>
              </a:tblPr>
              <a:tblGrid>
                <a:gridCol w="1006981">
                  <a:extLst>
                    <a:ext uri="{9D8B030D-6E8A-4147-A177-3AD203B41FA5}">
                      <a16:colId xmlns:a16="http://schemas.microsoft.com/office/drawing/2014/main" val="3132775233"/>
                    </a:ext>
                  </a:extLst>
                </a:gridCol>
                <a:gridCol w="1049116">
                  <a:extLst>
                    <a:ext uri="{9D8B030D-6E8A-4147-A177-3AD203B41FA5}">
                      <a16:colId xmlns:a16="http://schemas.microsoft.com/office/drawing/2014/main" val="45094366"/>
                    </a:ext>
                  </a:extLst>
                </a:gridCol>
                <a:gridCol w="957380">
                  <a:extLst>
                    <a:ext uri="{9D8B030D-6E8A-4147-A177-3AD203B41FA5}">
                      <a16:colId xmlns:a16="http://schemas.microsoft.com/office/drawing/2014/main" val="518567288"/>
                    </a:ext>
                  </a:extLst>
                </a:gridCol>
                <a:gridCol w="940694">
                  <a:extLst>
                    <a:ext uri="{9D8B030D-6E8A-4147-A177-3AD203B41FA5}">
                      <a16:colId xmlns:a16="http://schemas.microsoft.com/office/drawing/2014/main" val="2187594111"/>
                    </a:ext>
                  </a:extLst>
                </a:gridCol>
                <a:gridCol w="769140">
                  <a:extLst>
                    <a:ext uri="{9D8B030D-6E8A-4147-A177-3AD203B41FA5}">
                      <a16:colId xmlns:a16="http://schemas.microsoft.com/office/drawing/2014/main" val="1161708541"/>
                    </a:ext>
                  </a:extLst>
                </a:gridCol>
              </a:tblGrid>
              <a:tr h="459554">
                <a:tc gridSpan="5">
                  <a:txBody>
                    <a:bodyPr/>
                    <a:lstStyle/>
                    <a:p>
                      <a:pPr algn="l"/>
                      <a:r>
                        <a:rPr lang="en-US" sz="2000" b="0" i="0">
                          <a:solidFill>
                            <a:schemeClr val="tx1"/>
                          </a:solidFill>
                          <a:latin typeface="Spectrum Sans"/>
                        </a:rPr>
                        <a:t>2. Quality and Dev Efficiency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92607">
                <a:tc gridSpan="5">
                  <a:txBody>
                    <a:bodyPr/>
                    <a:lstStyle/>
                    <a:p>
                      <a:pPr marL="0" algn="just" rtl="0" eaLnBrk="1" latinLnBrk="0" hangingPunct="1"/>
                      <a:r>
                        <a:rPr lang="en-US" sz="1200" b="0" i="0" kern="1200">
                          <a:solidFill>
                            <a:schemeClr val="tx1"/>
                          </a:solidFill>
                          <a:latin typeface="Spectrum Sans"/>
                          <a:ea typeface="+mn-ea"/>
                          <a:cs typeface="+mn-cs"/>
                        </a:rPr>
                        <a:t>There were 2 (P2-P4) Production Defects</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0771004"/>
                  </a:ext>
                </a:extLst>
              </a:tr>
              <a:tr h="755571">
                <a:tc>
                  <a:txBody>
                    <a:bodyPr/>
                    <a:lstStyle/>
                    <a:p>
                      <a:pPr algn="ctr"/>
                      <a:r>
                        <a:rPr lang="en-US" sz="8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P0-P1 Defect Leakage to Prod </a:t>
                      </a:r>
                    </a:p>
                    <a:p>
                      <a:pPr marL="0" algn="ctr" defTabSz="914400" rtl="0" eaLnBrk="1" fontAlgn="ctr" latinLnBrk="0" hangingPunct="1"/>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Total Prod Defects(P2-P4) </a:t>
                      </a:r>
                    </a:p>
                    <a:p>
                      <a:pPr marL="0" algn="ctr" defTabSz="914400" rtl="0" eaLnBrk="1" fontAlgn="ctr" latinLnBrk="0" hangingPunct="1"/>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P0-P1 Defect </a:t>
                      </a:r>
                    </a:p>
                    <a:p>
                      <a:pPr marL="0" algn="ctr" defTabSz="914400" rtl="0" eaLnBrk="1" fontAlgn="ctr" latinLnBrk="0" hangingPunct="1"/>
                      <a:r>
                        <a:rPr lang="en-US" sz="800" b="1" i="0" kern="1200">
                          <a:solidFill>
                            <a:schemeClr val="tx1"/>
                          </a:solidFill>
                          <a:latin typeface="Spectrum Sans Book"/>
                          <a:ea typeface="+mn-ea"/>
                          <a:cs typeface="Spectrum Sans Book"/>
                        </a:rPr>
                        <a:t>Leakage to Prod </a:t>
                      </a:r>
                    </a:p>
                    <a:p>
                      <a:pPr marL="0" algn="ctr" defTabSz="914400" rtl="0" eaLnBrk="1" fontAlgn="ctr" latinLnBrk="0" hangingPunct="1"/>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Total Prod Defects(P2-P4) </a:t>
                      </a:r>
                    </a:p>
                    <a:p>
                      <a:pPr marL="0" algn="ctr" defTabSz="914400" rtl="0" eaLnBrk="1" fontAlgn="ctr" latinLnBrk="0" hangingPunct="1"/>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206007">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Effie</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20600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CATS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20600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EDP</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20600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SOLO</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801911"/>
                  </a:ext>
                </a:extLst>
              </a:tr>
              <a:tr h="206007">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PING</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534149"/>
                  </a:ext>
                </a:extLst>
              </a:tr>
              <a:tr h="206007">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Gateways - AWS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0131445"/>
                  </a:ext>
                </a:extLst>
              </a:tr>
              <a:tr h="206007">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Gateways - DC</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0008228"/>
                  </a:ext>
                </a:extLst>
              </a:tr>
            </a:tbl>
          </a:graphicData>
        </a:graphic>
      </p:graphicFrame>
      <p:graphicFrame>
        <p:nvGraphicFramePr>
          <p:cNvPr id="12" name="Table Placeholder 11" descr="Table placeholder">
            <a:extLst>
              <a:ext uri="{FF2B5EF4-FFF2-40B4-BE49-F238E27FC236}">
                <a16:creationId xmlns:a16="http://schemas.microsoft.com/office/drawing/2014/main" id="{BC9F70EA-7E33-214D-C286-168C22AD5E57}"/>
              </a:ext>
            </a:extLst>
          </p:cNvPr>
          <p:cNvGraphicFramePr>
            <a:graphicFrameLocks/>
          </p:cNvGraphicFramePr>
          <p:nvPr>
            <p:extLst>
              <p:ext uri="{D42A27DB-BD31-4B8C-83A1-F6EECF244321}">
                <p14:modId xmlns:p14="http://schemas.microsoft.com/office/powerpoint/2010/main" val="2185752652"/>
              </p:ext>
            </p:extLst>
          </p:nvPr>
        </p:nvGraphicFramePr>
        <p:xfrm>
          <a:off x="153486" y="3429000"/>
          <a:ext cx="7036206" cy="2635070"/>
        </p:xfrm>
        <a:graphic>
          <a:graphicData uri="http://schemas.openxmlformats.org/drawingml/2006/table">
            <a:tbl>
              <a:tblPr firstRow="1" bandRow="1">
                <a:tableStyleId>{5C22544A-7EE6-4342-B048-85BDC9FD1C3A}</a:tableStyleId>
              </a:tblPr>
              <a:tblGrid>
                <a:gridCol w="1165906">
                  <a:extLst>
                    <a:ext uri="{9D8B030D-6E8A-4147-A177-3AD203B41FA5}">
                      <a16:colId xmlns:a16="http://schemas.microsoft.com/office/drawing/2014/main" val="3132775233"/>
                    </a:ext>
                  </a:extLst>
                </a:gridCol>
                <a:gridCol w="924775">
                  <a:extLst>
                    <a:ext uri="{9D8B030D-6E8A-4147-A177-3AD203B41FA5}">
                      <a16:colId xmlns:a16="http://schemas.microsoft.com/office/drawing/2014/main" val="45094366"/>
                    </a:ext>
                  </a:extLst>
                </a:gridCol>
                <a:gridCol w="870185">
                  <a:extLst>
                    <a:ext uri="{9D8B030D-6E8A-4147-A177-3AD203B41FA5}">
                      <a16:colId xmlns:a16="http://schemas.microsoft.com/office/drawing/2014/main" val="518567288"/>
                    </a:ext>
                  </a:extLst>
                </a:gridCol>
                <a:gridCol w="1018835">
                  <a:extLst>
                    <a:ext uri="{9D8B030D-6E8A-4147-A177-3AD203B41FA5}">
                      <a16:colId xmlns:a16="http://schemas.microsoft.com/office/drawing/2014/main" val="4208822283"/>
                    </a:ext>
                  </a:extLst>
                </a:gridCol>
                <a:gridCol w="1018835">
                  <a:extLst>
                    <a:ext uri="{9D8B030D-6E8A-4147-A177-3AD203B41FA5}">
                      <a16:colId xmlns:a16="http://schemas.microsoft.com/office/drawing/2014/main" val="2187594111"/>
                    </a:ext>
                  </a:extLst>
                </a:gridCol>
                <a:gridCol w="1018835">
                  <a:extLst>
                    <a:ext uri="{9D8B030D-6E8A-4147-A177-3AD203B41FA5}">
                      <a16:colId xmlns:a16="http://schemas.microsoft.com/office/drawing/2014/main" val="1161708541"/>
                    </a:ext>
                  </a:extLst>
                </a:gridCol>
                <a:gridCol w="1018835">
                  <a:extLst>
                    <a:ext uri="{9D8B030D-6E8A-4147-A177-3AD203B41FA5}">
                      <a16:colId xmlns:a16="http://schemas.microsoft.com/office/drawing/2014/main" val="42037242"/>
                    </a:ext>
                  </a:extLst>
                </a:gridCol>
              </a:tblGrid>
              <a:tr h="457200">
                <a:tc gridSpan="6">
                  <a:txBody>
                    <a:bodyPr/>
                    <a:lstStyle/>
                    <a:p>
                      <a:pPr algn="l"/>
                      <a:r>
                        <a:rPr lang="en-US" sz="2000" b="0" i="0">
                          <a:solidFill>
                            <a:schemeClr val="tx1"/>
                          </a:solidFill>
                          <a:latin typeface="Spectrum Sans"/>
                        </a:rPr>
                        <a:t>3. Rollout Success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60207">
                <a:tc gridSpan="7">
                  <a:txBody>
                    <a:bodyPr/>
                    <a:lstStyle/>
                    <a:p>
                      <a:pPr marL="0" algn="just" defTabSz="914400" rtl="0" eaLnBrk="1" latinLnBrk="0" hangingPunct="1"/>
                      <a:r>
                        <a:rPr lang="en-US" sz="1200" b="0" i="0" kern="1200">
                          <a:solidFill>
                            <a:schemeClr val="tx1"/>
                          </a:solidFill>
                          <a:latin typeface="Spectrum Sans"/>
                          <a:ea typeface="+mn-ea"/>
                          <a:cs typeface="+mn-cs"/>
                        </a:rPr>
                        <a:t>There were 28 deployments, 26 Successful, 1 Rollback, 1 Unsuccessful </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b="0" i="0" kern="1200">
                        <a:solidFill>
                          <a:schemeClr val="tx1"/>
                        </a:solidFill>
                        <a:latin typeface="Spectrum Sans" panose="020B0502020503020304" pitchFamily="34" charset="0"/>
                        <a:ea typeface="+mn-ea"/>
                        <a:cs typeface="+mn-cs"/>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771004"/>
                  </a:ext>
                </a:extLst>
              </a:tr>
              <a:tr h="430823">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Team </a:t>
                      </a:r>
                    </a:p>
                  </a:txBody>
                  <a:tcPr marL="75640" marR="8404" marT="8404" marB="0" anchor="ctr">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deployments </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Rollbacks </a:t>
                      </a:r>
                    </a:p>
                    <a:p>
                      <a:pPr marL="0" algn="ctr" defTabSz="914400" rtl="0" eaLnBrk="1" fontAlgn="ctr" latinLnBrk="0" hangingPunct="1"/>
                      <a:r>
                        <a:rPr lang="en-US" sz="800" b="1" i="0" kern="1200">
                          <a:solidFill>
                            <a:schemeClr val="tx1"/>
                          </a:solidFill>
                          <a:latin typeface="Spectrum Sans Book"/>
                          <a:ea typeface="+mn-ea"/>
                          <a:cs typeface="Spectrum Sans Book"/>
                        </a:rPr>
                        <a:t>(Last Month)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of Unsuccessful deployments (Last Month)</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deployments </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 of Rollbacks </a:t>
                      </a:r>
                    </a:p>
                    <a:p>
                      <a:pPr marL="0" algn="ctr" defTabSz="914400" rtl="0" eaLnBrk="1" fontAlgn="ctr" latinLnBrk="0" hangingPunct="1"/>
                      <a:r>
                        <a:rPr lang="en-US" sz="800" b="1" i="0" kern="1200">
                          <a:solidFill>
                            <a:schemeClr val="tx1"/>
                          </a:solidFill>
                          <a:latin typeface="Spectrum Sans Book"/>
                          <a:ea typeface="+mn-ea"/>
                          <a:cs typeface="Spectrum Sans Book"/>
                        </a:rPr>
                        <a:t>(YTD) </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of Unsuccessful deployments (YTD)</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0">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Effie</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12633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CATS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9</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14157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EDP</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4</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13043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SOLO</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7</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18</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553235"/>
                  </a:ext>
                </a:extLst>
              </a:tr>
              <a:tr h="180842">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PING</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9</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552598"/>
                  </a:ext>
                </a:extLst>
              </a:tr>
              <a:tr h="152121">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Gateways - AWS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6</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20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5784192"/>
                  </a:ext>
                </a:extLst>
              </a:tr>
              <a:tr h="0">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Gateways - DC</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5</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10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3735410"/>
                  </a:ext>
                </a:extLst>
              </a:tr>
            </a:tbl>
          </a:graphicData>
        </a:graphic>
      </p:graphicFrame>
      <p:graphicFrame>
        <p:nvGraphicFramePr>
          <p:cNvPr id="15" name="Table Placeholder 11" descr="Table placeholder">
            <a:extLst>
              <a:ext uri="{FF2B5EF4-FFF2-40B4-BE49-F238E27FC236}">
                <a16:creationId xmlns:a16="http://schemas.microsoft.com/office/drawing/2014/main" id="{4AFE81A7-880E-8042-FBE1-FE29A63A8E4C}"/>
              </a:ext>
            </a:extLst>
          </p:cNvPr>
          <p:cNvGraphicFramePr>
            <a:graphicFrameLocks/>
          </p:cNvGraphicFramePr>
          <p:nvPr>
            <p:extLst>
              <p:ext uri="{D42A27DB-BD31-4B8C-83A1-F6EECF244321}">
                <p14:modId xmlns:p14="http://schemas.microsoft.com/office/powerpoint/2010/main" val="3130386891"/>
              </p:ext>
            </p:extLst>
          </p:nvPr>
        </p:nvGraphicFramePr>
        <p:xfrm>
          <a:off x="153487" y="277388"/>
          <a:ext cx="7036208" cy="3002280"/>
        </p:xfrm>
        <a:graphic>
          <a:graphicData uri="http://schemas.openxmlformats.org/drawingml/2006/table">
            <a:tbl>
              <a:tblPr firstRow="1" bandRow="1">
                <a:tableStyleId>{5C22544A-7EE6-4342-B048-85BDC9FD1C3A}</a:tableStyleId>
              </a:tblPr>
              <a:tblGrid>
                <a:gridCol w="928569">
                  <a:extLst>
                    <a:ext uri="{9D8B030D-6E8A-4147-A177-3AD203B41FA5}">
                      <a16:colId xmlns:a16="http://schemas.microsoft.com/office/drawing/2014/main" val="3132775233"/>
                    </a:ext>
                  </a:extLst>
                </a:gridCol>
                <a:gridCol w="468320">
                  <a:extLst>
                    <a:ext uri="{9D8B030D-6E8A-4147-A177-3AD203B41FA5}">
                      <a16:colId xmlns:a16="http://schemas.microsoft.com/office/drawing/2014/main" val="45094366"/>
                    </a:ext>
                  </a:extLst>
                </a:gridCol>
                <a:gridCol w="499533">
                  <a:extLst>
                    <a:ext uri="{9D8B030D-6E8A-4147-A177-3AD203B41FA5}">
                      <a16:colId xmlns:a16="http://schemas.microsoft.com/office/drawing/2014/main" val="518567288"/>
                    </a:ext>
                  </a:extLst>
                </a:gridCol>
                <a:gridCol w="713402">
                  <a:extLst>
                    <a:ext uri="{9D8B030D-6E8A-4147-A177-3AD203B41FA5}">
                      <a16:colId xmlns:a16="http://schemas.microsoft.com/office/drawing/2014/main" val="2187594111"/>
                    </a:ext>
                  </a:extLst>
                </a:gridCol>
                <a:gridCol w="657042">
                  <a:extLst>
                    <a:ext uri="{9D8B030D-6E8A-4147-A177-3AD203B41FA5}">
                      <a16:colId xmlns:a16="http://schemas.microsoft.com/office/drawing/2014/main" val="1795967091"/>
                    </a:ext>
                  </a:extLst>
                </a:gridCol>
                <a:gridCol w="596524">
                  <a:extLst>
                    <a:ext uri="{9D8B030D-6E8A-4147-A177-3AD203B41FA5}">
                      <a16:colId xmlns:a16="http://schemas.microsoft.com/office/drawing/2014/main" val="1406327197"/>
                    </a:ext>
                  </a:extLst>
                </a:gridCol>
                <a:gridCol w="648395">
                  <a:extLst>
                    <a:ext uri="{9D8B030D-6E8A-4147-A177-3AD203B41FA5}">
                      <a16:colId xmlns:a16="http://schemas.microsoft.com/office/drawing/2014/main" val="1161708541"/>
                    </a:ext>
                  </a:extLst>
                </a:gridCol>
                <a:gridCol w="559620">
                  <a:extLst>
                    <a:ext uri="{9D8B030D-6E8A-4147-A177-3AD203B41FA5}">
                      <a16:colId xmlns:a16="http://schemas.microsoft.com/office/drawing/2014/main" val="4057277874"/>
                    </a:ext>
                  </a:extLst>
                </a:gridCol>
                <a:gridCol w="741618">
                  <a:extLst>
                    <a:ext uri="{9D8B030D-6E8A-4147-A177-3AD203B41FA5}">
                      <a16:colId xmlns:a16="http://schemas.microsoft.com/office/drawing/2014/main" val="1851909653"/>
                    </a:ext>
                  </a:extLst>
                </a:gridCol>
                <a:gridCol w="645302">
                  <a:extLst>
                    <a:ext uri="{9D8B030D-6E8A-4147-A177-3AD203B41FA5}">
                      <a16:colId xmlns:a16="http://schemas.microsoft.com/office/drawing/2014/main" val="2437976211"/>
                    </a:ext>
                  </a:extLst>
                </a:gridCol>
                <a:gridCol w="577883">
                  <a:extLst>
                    <a:ext uri="{9D8B030D-6E8A-4147-A177-3AD203B41FA5}">
                      <a16:colId xmlns:a16="http://schemas.microsoft.com/office/drawing/2014/main" val="494704392"/>
                    </a:ext>
                  </a:extLst>
                </a:gridCol>
              </a:tblGrid>
              <a:tr h="354379">
                <a:tc gridSpan="11">
                  <a:txBody>
                    <a:bodyPr/>
                    <a:lstStyle/>
                    <a:p>
                      <a:pPr algn="l"/>
                      <a:r>
                        <a:rPr lang="en-US" sz="2000" b="0" i="0">
                          <a:solidFill>
                            <a:schemeClr val="tx1"/>
                          </a:solidFill>
                          <a:latin typeface="Spectrum Sans"/>
                        </a:rPr>
                        <a:t>1. On-Time and Planned Delivery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81059">
                <a:tc gridSpan="11">
                  <a:txBody>
                    <a:bodyPr/>
                    <a:lstStyle/>
                    <a:p>
                      <a:pPr algn="just"/>
                      <a:r>
                        <a:rPr lang="en-US" sz="1200" b="0" i="0" kern="1200">
                          <a:solidFill>
                            <a:schemeClr val="tx1"/>
                          </a:solidFill>
                          <a:latin typeface="Spectrum Sans"/>
                          <a:ea typeface="+mn-ea"/>
                          <a:cs typeface="+mn-cs"/>
                        </a:rPr>
                        <a:t>There were 3 Track-1, 1 Track-2 and 3 Subcontracted work items delivered</a:t>
                      </a:r>
                    </a:p>
                  </a:txBody>
                  <a:tcPr marL="0" marT="91440" anchor="ctr">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0771004"/>
                  </a:ext>
                </a:extLst>
              </a:tr>
              <a:tr h="586558">
                <a:tc>
                  <a:txBody>
                    <a:bodyPr/>
                    <a:lstStyle/>
                    <a:p>
                      <a:pPr algn="ctr"/>
                      <a:r>
                        <a:rPr lang="en-US" sz="800" b="1" i="0">
                          <a:solidFill>
                            <a:schemeClr val="tx1"/>
                          </a:solidFill>
                          <a:latin typeface="Spectrum Sans Book"/>
                          <a:cs typeface="Spectrum Sans Book"/>
                        </a:rPr>
                        <a:t>Team</a:t>
                      </a:r>
                    </a:p>
                  </a:txBody>
                  <a:tcPr marL="0">
                    <a:lnL w="12700" cmpd="sng">
                      <a:noFill/>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1 delivered on-time (Last 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2 delivered </a:t>
                      </a:r>
                    </a:p>
                    <a:p>
                      <a:pPr marL="0" algn="ctr" defTabSz="914400" rtl="0" eaLnBrk="1" fontAlgn="ctr" latinLnBrk="0" hangingPunct="1"/>
                      <a:r>
                        <a:rPr lang="en-US" sz="800" b="1" i="0" kern="1200">
                          <a:solidFill>
                            <a:schemeClr val="tx1"/>
                          </a:solidFill>
                          <a:latin typeface="Spectrum Sans Book"/>
                          <a:ea typeface="+mn-ea"/>
                          <a:cs typeface="Spectrum Sans Book"/>
                        </a:rPr>
                        <a:t>on-time (Last </a:t>
                      </a:r>
                    </a:p>
                    <a:p>
                      <a:pPr marL="0" algn="ctr" defTabSz="914400" rtl="0" eaLnBrk="1" fontAlgn="ctr" latinLnBrk="0" hangingPunct="1"/>
                      <a:r>
                        <a:rPr lang="en-US" sz="800" b="1" i="0" kern="1200">
                          <a:solidFill>
                            <a:schemeClr val="tx1"/>
                          </a:solidFill>
                          <a:latin typeface="Spectrum Sans Book"/>
                          <a:ea typeface="+mn-ea"/>
                          <a:cs typeface="Spectrum Sans Book"/>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panose="020B0402020503020304" pitchFamily="34" charset="0"/>
                          <a:ea typeface="+mn-ea"/>
                          <a:cs typeface="Spectrum Sans Book" panose="020B0402020503020304" pitchFamily="34" charset="0"/>
                        </a:rPr>
                        <a:t># Subcontracted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delivered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(Last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panose="020B0402020503020304" pitchFamily="34" charset="0"/>
                          <a:ea typeface="+mn-ea"/>
                          <a:cs typeface="Spectrum Sans Book" panose="020B0402020503020304" pitchFamily="34" charset="0"/>
                        </a:rPr>
                        <a:t># Sustainability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delivered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(Last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panose="020B0402020503020304" pitchFamily="34" charset="0"/>
                        </a:rPr>
                        <a:t>Month)</a:t>
                      </a:r>
                      <a:endParaRPr lang="en-US" sz="800" b="1" i="0" kern="1200">
                        <a:solidFill>
                          <a:schemeClr val="tx1"/>
                        </a:solidFill>
                        <a:latin typeface="Spectrum Sans Book"/>
                        <a:ea typeface="+mn-ea"/>
                        <a:cs typeface="Spectrum Sans Book"/>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Date changes </a:t>
                      </a:r>
                    </a:p>
                    <a:p>
                      <a:pPr marL="0" algn="ctr" defTabSz="914400" rtl="0" eaLnBrk="1" fontAlgn="ctr" latinLnBrk="0" hangingPunct="1"/>
                      <a:r>
                        <a:rPr lang="en-US" sz="800" b="1" i="0" kern="1200">
                          <a:solidFill>
                            <a:schemeClr val="tx1"/>
                          </a:solidFill>
                          <a:latin typeface="Spectrum Sans Book"/>
                          <a:ea typeface="+mn-ea"/>
                          <a:cs typeface="Spectrum Sans Book"/>
                        </a:rPr>
                        <a:t>for Track 1-2 (Last </a:t>
                      </a:r>
                    </a:p>
                    <a:p>
                      <a:pPr marL="0" algn="ctr" defTabSz="914400" rtl="0" eaLnBrk="1" fontAlgn="ctr" latinLnBrk="0" hangingPunct="1"/>
                      <a:r>
                        <a:rPr lang="en-US" sz="800" b="1" i="0" kern="1200">
                          <a:solidFill>
                            <a:schemeClr val="tx1"/>
                          </a:solidFill>
                          <a:latin typeface="Spectrum Sans Book"/>
                          <a:ea typeface="+mn-ea"/>
                          <a:cs typeface="Spectrum Sans Book"/>
                        </a:rPr>
                        <a:t>Month)</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1 delivered</a:t>
                      </a:r>
                    </a:p>
                    <a:p>
                      <a:pPr marL="0" algn="ctr" defTabSz="914400" rtl="0" eaLnBrk="1" fontAlgn="ctr" latinLnBrk="0" hangingPunct="1"/>
                      <a:r>
                        <a:rPr lang="en-US" sz="800" b="1" i="0" kern="1200">
                          <a:solidFill>
                            <a:schemeClr val="tx1"/>
                          </a:solidFill>
                          <a:latin typeface="Spectrum Sans Book"/>
                          <a:ea typeface="+mn-ea"/>
                          <a:cs typeface="Spectrum Sans Book"/>
                        </a:rPr>
                        <a:t>/ % </a:t>
                      </a:r>
                    </a:p>
                    <a:p>
                      <a:pPr marL="0" algn="ctr" defTabSz="914400" rtl="0" eaLnBrk="1" fontAlgn="ctr" latinLnBrk="0" hangingPunct="1"/>
                      <a:r>
                        <a:rPr lang="en-US" sz="800" b="1" i="0" kern="1200">
                          <a:solidFill>
                            <a:schemeClr val="tx1"/>
                          </a:solidFill>
                          <a:latin typeface="Spectrum Sans Book"/>
                          <a:ea typeface="+mn-ea"/>
                          <a:cs typeface="Spectrum Sans Book"/>
                        </a:rPr>
                        <a:t>completed </a:t>
                      </a:r>
                    </a:p>
                    <a:p>
                      <a:pPr marL="0" algn="ctr" defTabSz="914400" rtl="0" eaLnBrk="1" fontAlgn="ctr" latinLnBrk="0" hangingPunct="1"/>
                      <a:r>
                        <a:rPr lang="en-US" sz="800" b="1" i="0" kern="1200">
                          <a:solidFill>
                            <a:schemeClr val="tx1"/>
                          </a:solidFill>
                          <a:latin typeface="Spectrum Sans Book"/>
                          <a:ea typeface="+mn-ea"/>
                          <a:cs typeface="Spectrum Sans Book"/>
                        </a:rPr>
                        <a:t>on-time</a:t>
                      </a:r>
                    </a:p>
                    <a:p>
                      <a:pPr marL="0" algn="ctr" defTabSz="914400" rtl="0" eaLnBrk="1" fontAlgn="ctr" latinLnBrk="0" hangingPunct="1"/>
                      <a:r>
                        <a:rPr lang="en-US" sz="800" b="1" i="0" kern="1200">
                          <a:solidFill>
                            <a:schemeClr val="tx1"/>
                          </a:solidFill>
                          <a:latin typeface="Spectrum Sans Book"/>
                          <a:ea typeface="+mn-ea"/>
                          <a:cs typeface="Spectrum Sans Book"/>
                        </a:rPr>
                        <a:t> (YTD)</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Track 2 delivered</a:t>
                      </a:r>
                    </a:p>
                    <a:p>
                      <a:pPr marL="0" algn="ctr" defTabSz="914400" rtl="0" eaLnBrk="1" fontAlgn="ctr" latinLnBrk="0" hangingPunct="1"/>
                      <a:r>
                        <a:rPr lang="en-US" sz="800" b="1" i="0" kern="1200">
                          <a:solidFill>
                            <a:schemeClr val="tx1"/>
                          </a:solidFill>
                          <a:latin typeface="Spectrum Sans Book"/>
                          <a:ea typeface="+mn-ea"/>
                          <a:cs typeface="Spectrum Sans Book"/>
                        </a:rPr>
                        <a:t>/ % completed on-time (YTD)</a:t>
                      </a: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Subcontracted delivered</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completed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(YTD)</a:t>
                      </a:r>
                    </a:p>
                  </a:txBody>
                  <a:tcPr marL="0" marR="0" marT="0" marB="0">
                    <a:lnL w="38100" cap="flat" cmpd="sng" algn="ctr">
                      <a:noFill/>
                      <a:prstDash val="solid"/>
                      <a:round/>
                      <a:headEnd type="none" w="med" len="med"/>
                      <a:tailEnd type="none" w="med" len="med"/>
                    </a:lnL>
                    <a:lnR w="12700" cmpd="sng">
                      <a:noFill/>
                    </a:lnR>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Sustainability delivered</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 %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completed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on-time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(YTD)</a:t>
                      </a:r>
                    </a:p>
                  </a:txBody>
                  <a:tcPr marL="0" marR="0" marT="0" marB="0">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 </a:t>
                      </a:r>
                    </a:p>
                    <a:p>
                      <a:pPr marL="0" algn="ctr" defTabSz="914400" rtl="0" eaLnBrk="1" fontAlgn="ctr" latinLnBrk="0" hangingPunct="1"/>
                      <a:r>
                        <a:rPr lang="en-US" sz="800" b="1" i="0" kern="1200">
                          <a:solidFill>
                            <a:schemeClr val="tx1"/>
                          </a:solidFill>
                          <a:latin typeface="Spectrum Sans Book"/>
                          <a:ea typeface="+mn-ea"/>
                          <a:cs typeface="Spectrum Sans Book"/>
                        </a:rPr>
                        <a:t>Date </a:t>
                      </a:r>
                    </a:p>
                    <a:p>
                      <a:pPr marL="0" algn="ctr" defTabSz="914400" rtl="0" eaLnBrk="1" fontAlgn="ctr" latinLnBrk="0" hangingPunct="1"/>
                      <a:r>
                        <a:rPr lang="en-US" sz="800" b="1" i="0" kern="1200">
                          <a:solidFill>
                            <a:schemeClr val="tx1"/>
                          </a:solidFill>
                          <a:latin typeface="Spectrum Sans Book"/>
                          <a:ea typeface="+mn-ea"/>
                          <a:cs typeface="Spectrum Sans Book"/>
                        </a:rPr>
                        <a:t>changes </a:t>
                      </a:r>
                    </a:p>
                    <a:p>
                      <a:pPr marL="0" algn="ctr" defTabSz="914400" rtl="0" eaLnBrk="1" fontAlgn="ctr" latinLnBrk="0" hangingPunct="1"/>
                      <a:r>
                        <a:rPr lang="en-US" sz="800" b="1" i="0" kern="1200">
                          <a:solidFill>
                            <a:schemeClr val="tx1"/>
                          </a:solidFill>
                          <a:latin typeface="Spectrum Sans Book"/>
                          <a:ea typeface="+mn-ea"/>
                          <a:cs typeface="Spectrum Sans Book"/>
                        </a:rPr>
                        <a:t>for </a:t>
                      </a:r>
                    </a:p>
                    <a:p>
                      <a:pPr marL="0" algn="ctr" defTabSz="914400" rtl="0" eaLnBrk="1" fontAlgn="ctr" latinLnBrk="0" hangingPunct="1"/>
                      <a:r>
                        <a:rPr lang="en-US" sz="800" b="1" i="0" kern="1200">
                          <a:solidFill>
                            <a:schemeClr val="tx1"/>
                          </a:solidFill>
                          <a:latin typeface="Spectrum Sans Book"/>
                          <a:ea typeface="+mn-ea"/>
                          <a:cs typeface="Spectrum Sans Book"/>
                        </a:rPr>
                        <a:t>Track 1-2 (YTD)</a:t>
                      </a:r>
                    </a:p>
                  </a:txBody>
                  <a:tcPr marL="0" marR="0" marT="0" marB="0">
                    <a:lnL w="381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15885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Effie</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15885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CATS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1/100%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1/100%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15885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EDP</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15885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SOLO</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3/100%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2068475"/>
                  </a:ext>
                </a:extLst>
              </a:tr>
              <a:tr h="15885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PING</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3</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2/100%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3/100%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3567976"/>
                  </a:ext>
                </a:extLst>
              </a:tr>
              <a:tr h="15885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Gateways - AWS</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3</a:t>
                      </a:r>
                      <a:endPar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0</a:t>
                      </a:r>
                      <a:endParaRPr kumimoji="0" lang="en-US" sz="700" b="0" i="0" u="none" strike="noStrike" kern="1200" cap="none" spc="0" normalizeH="0" baseline="0">
                        <a:ln>
                          <a:noFill/>
                        </a:ln>
                        <a:solidFill>
                          <a:srgbClr val="000000"/>
                        </a:solidFill>
                        <a:effectLst/>
                        <a:uLnTx/>
                        <a:uFillTx/>
                        <a:latin typeface="Spectrum Sans Book" panose="020B0402020503020304" pitchFamily="34" charset="0"/>
                        <a:ea typeface="+mn-ea"/>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4/100%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3/100%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noProof="0">
                          <a:ln>
                            <a:noFill/>
                          </a:ln>
                          <a:solidFill>
                            <a:srgbClr val="000000"/>
                          </a:solidFill>
                          <a:effectLst/>
                          <a:uLnTx/>
                          <a:uFillTx/>
                          <a:latin typeface="Spectrum Sans Book"/>
                          <a:ea typeface="+mn-ea"/>
                          <a:cs typeface="Spectrum Sans Book"/>
                        </a:rPr>
                        <a:t>0/0%</a:t>
                      </a:r>
                      <a:endPar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6</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6659260"/>
                  </a:ext>
                </a:extLst>
              </a:tr>
              <a:tr h="158859">
                <a:tc>
                  <a:txBody>
                    <a:bodyPr/>
                    <a:lstStyle/>
                    <a:p>
                      <a:pPr marL="0" algn="l" defTabSz="914400" rtl="0" eaLnBrk="1" fontAlgn="ctr" latinLnBrk="0" hangingPunct="1"/>
                      <a:r>
                        <a:rPr kumimoji="0" lang="en-US" sz="700" b="0" i="0" u="none" strike="noStrike" kern="1200" cap="none" spc="0" normalizeH="0" baseline="0">
                          <a:ln>
                            <a:noFill/>
                          </a:ln>
                          <a:solidFill>
                            <a:srgbClr val="000000"/>
                          </a:solidFill>
                          <a:effectLst/>
                          <a:uLnTx/>
                          <a:uFillTx/>
                          <a:latin typeface="Spectrum Sans Book"/>
                          <a:ea typeface="+mn-ea"/>
                          <a:cs typeface="Spectrum Sans Book"/>
                        </a:rPr>
                        <a:t>Gateways - DC</a:t>
                      </a:r>
                    </a:p>
                  </a:txBody>
                  <a:tcPr marR="0" marT="0"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a:rPr>
                        <a:t>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noProof="0">
                          <a:ln>
                            <a:noFill/>
                          </a:ln>
                          <a:solidFill>
                            <a:srgbClr val="000000"/>
                          </a:solidFill>
                          <a:effectLst/>
                          <a:uLnTx/>
                          <a:uFillTx/>
                          <a:latin typeface="Spectrum Sans Book"/>
                          <a:ea typeface="+mn-ea"/>
                          <a:cs typeface="Spectrum Sans Book"/>
                        </a:rPr>
                        <a:t>0/0%</a:t>
                      </a:r>
                      <a:endParaRPr kumimoji="0" lang="en-US" sz="700" b="0" i="0" u="none" strike="noStrike" kern="1200" cap="none" spc="0" normalizeH="0" baseline="0">
                        <a:ln>
                          <a:noFill/>
                        </a:ln>
                        <a:solidFill>
                          <a:srgbClr val="000000"/>
                        </a:solidFill>
                        <a:effectLst/>
                        <a:uLnTx/>
                        <a:uFillTx/>
                        <a:latin typeface="Spectrum Sans Book"/>
                        <a:ea typeface="+mn-ea"/>
                        <a:cs typeface="Spectrum Sans Book"/>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7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5964241"/>
                  </a:ext>
                </a:extLst>
              </a:tr>
            </a:tbl>
          </a:graphicData>
        </a:graphic>
      </p:graphicFrame>
    </p:spTree>
    <p:extLst>
      <p:ext uri="{BB962C8B-B14F-4D97-AF65-F5344CB8AC3E}">
        <p14:creationId xmlns:p14="http://schemas.microsoft.com/office/powerpoint/2010/main" val="216874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7A5A64-212A-97C9-4BCC-DB4EEE3DDCA8}"/>
              </a:ext>
            </a:extLst>
          </p:cNvPr>
          <p:cNvSpPr/>
          <p:nvPr/>
        </p:nvSpPr>
        <p:spPr>
          <a:xfrm>
            <a:off x="316408" y="3540360"/>
            <a:ext cx="4425922" cy="2720681"/>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4813354" y="696527"/>
            <a:ext cx="7253140" cy="5606617"/>
          </a:xfrm>
          <a:solidFill>
            <a:schemeClr val="accent2">
              <a:alpha val="4706"/>
            </a:schemeClr>
          </a:solidFill>
        </p:spPr>
        <p:txBody>
          <a:bodyPr vert="horz" lIns="91440" tIns="91440" rIns="91440" bIns="0" rtlCol="0" anchor="t">
            <a:noAutofit/>
          </a:bodyPr>
          <a:lstStyle/>
          <a:p>
            <a:r>
              <a:rPr lang="en-US" sz="1800" b="1">
                <a:latin typeface="Spectrum Sans Book"/>
                <a:cs typeface="Spectrum Sans Book"/>
              </a:rPr>
              <a:t>Key Highlights</a:t>
            </a:r>
            <a:endParaRPr lang="en-US" sz="1100" b="1"/>
          </a:p>
          <a:p>
            <a:pPr>
              <a:spcBef>
                <a:spcPts val="0"/>
              </a:spcBef>
            </a:pPr>
            <a:endParaRPr lang="en-US" sz="1050" b="1">
              <a:latin typeface="Spectrum Sans Book"/>
              <a:cs typeface="Spectrum Sans Book"/>
            </a:endParaRPr>
          </a:p>
          <a:p>
            <a:pPr>
              <a:spcBef>
                <a:spcPts val="0"/>
              </a:spcBef>
            </a:pPr>
            <a:r>
              <a:rPr lang="en-US" sz="1050" b="1">
                <a:latin typeface="Spectrum Sans Book"/>
                <a:cs typeface="Spectrum Sans Book"/>
              </a:rPr>
              <a:t>Track 1:</a:t>
            </a:r>
            <a:endParaRPr lang="en-US" sz="900" b="1">
              <a:latin typeface="Spectrum Sans Book"/>
              <a:cs typeface="Spectrum Sans Book"/>
            </a:endParaRPr>
          </a:p>
          <a:p>
            <a:pPr marL="285750" indent="-174625">
              <a:spcBef>
                <a:spcPts val="0"/>
              </a:spcBef>
            </a:pPr>
            <a:r>
              <a:rPr lang="en-US" sz="900" b="1">
                <a:latin typeface="Spectrum Sans Book"/>
                <a:cs typeface="Spectrum Sans Book"/>
              </a:rPr>
              <a:t>Gateways – AWS</a:t>
            </a:r>
          </a:p>
          <a:p>
            <a:pPr marL="285750" lvl="1" indent="-174625">
              <a:spcBef>
                <a:spcPts val="0"/>
              </a:spcBef>
              <a:buClr>
                <a:srgbClr val="323232"/>
              </a:buClr>
              <a:buFont typeface="Arial" panose="05000000000000000000" pitchFamily="2" charset="2"/>
              <a:buChar char="•"/>
            </a:pPr>
            <a:r>
              <a:rPr lang="en-US" sz="900">
                <a:latin typeface="Spectrum Sans Book"/>
              </a:rPr>
              <a:t>SCS Tech Amenity Portfolio Home Page (CHPROJECT-20937/CHCAPABLTY-32918) Personalized PSP homepage displaying bulk provided services. Portfolio level access enabling property owners to view all accounts and associated services within their portfolio. Non-bulk homepage personalization showing Account Executive name and contact information for direct customer support. [02/11]</a:t>
            </a:r>
          </a:p>
          <a:p>
            <a:pPr marL="285750" lvl="1" indent="-174625">
              <a:spcBef>
                <a:spcPts val="0"/>
              </a:spcBef>
              <a:buClr>
                <a:srgbClr val="323232"/>
              </a:buClr>
              <a:buFont typeface="Arial" panose="05000000000000000000" pitchFamily="2" charset="2"/>
              <a:buChar char="•"/>
            </a:pPr>
            <a:r>
              <a:rPr lang="en-US" sz="900">
                <a:latin typeface="Spectrum Sans Book"/>
              </a:rPr>
              <a:t>SCS: </a:t>
            </a:r>
            <a:r>
              <a:rPr lang="en-US" sz="900" err="1">
                <a:latin typeface="Spectrum Sans Book"/>
              </a:rPr>
              <a:t>Visium</a:t>
            </a:r>
            <a:r>
              <a:rPr lang="en-US" sz="900">
                <a:latin typeface="Spectrum Sans Book"/>
              </a:rPr>
              <a:t> IP Gateway - MVP (Community &amp; Amenity Entertainment) (CHPROJECT-3722/CHCAPABLTY-26743) One-to-many media management solution with mobile app control for multiple TVs. Features include synchronized video streaming, custom digital signage, channel management, and private audio streaming for patrons. A secure system with property management software integration and brand-aligned content delivery ensures licensing compliance while optimizing the TV environment and enhancing customer engagement. [02/26]</a:t>
            </a:r>
          </a:p>
          <a:p>
            <a:pPr marL="285750" lvl="1" indent="-174625">
              <a:spcBef>
                <a:spcPts val="0"/>
              </a:spcBef>
              <a:buClr>
                <a:srgbClr val="323232"/>
              </a:buClr>
              <a:buFont typeface="Arial" panose="05000000000000000000" pitchFamily="2" charset="2"/>
              <a:buChar char="•"/>
            </a:pPr>
            <a:r>
              <a:rPr lang="en-US" sz="900">
                <a:latin typeface="Spectrum Sans Book"/>
              </a:rPr>
              <a:t>PI and </a:t>
            </a:r>
            <a:r>
              <a:rPr lang="en-US" sz="900" err="1">
                <a:latin typeface="Spectrum Sans Book"/>
              </a:rPr>
              <a:t>PiLite</a:t>
            </a:r>
            <a:r>
              <a:rPr lang="en-US" sz="900">
                <a:latin typeface="Spectrum Sans Book"/>
              </a:rPr>
              <a:t> Migration Phase 2 (CHPROJECT-21545) All existing clients of Pi and </a:t>
            </a:r>
            <a:r>
              <a:rPr lang="en-US" sz="900" err="1">
                <a:latin typeface="Spectrum Sans Book"/>
              </a:rPr>
              <a:t>PiLite</a:t>
            </a:r>
            <a:r>
              <a:rPr lang="en-US" sz="900">
                <a:latin typeface="Spectrum Sans Book"/>
              </a:rPr>
              <a:t> integrations were migrated to PINXT, ensuring that Pi and </a:t>
            </a:r>
            <a:r>
              <a:rPr lang="en-US" sz="900" err="1">
                <a:latin typeface="Spectrum Sans Book"/>
              </a:rPr>
              <a:t>PiLite</a:t>
            </a:r>
            <a:r>
              <a:rPr lang="en-US" sz="900">
                <a:latin typeface="Spectrum Sans Book"/>
              </a:rPr>
              <a:t> were decommissioned by the end of the year 2025. [02/06]</a:t>
            </a:r>
          </a:p>
          <a:p>
            <a:pPr marL="111125" lvl="1" indent="0">
              <a:spcBef>
                <a:spcPts val="0"/>
              </a:spcBef>
              <a:buClr>
                <a:srgbClr val="323232"/>
              </a:buClr>
              <a:buNone/>
            </a:pPr>
            <a:endParaRPr lang="en-US" sz="1050" b="1">
              <a:latin typeface="Spectrum Sans Book"/>
              <a:cs typeface="Spectrum Sans Book"/>
            </a:endParaRPr>
          </a:p>
          <a:p>
            <a:pPr>
              <a:spcBef>
                <a:spcPts val="0"/>
              </a:spcBef>
            </a:pPr>
            <a:r>
              <a:rPr lang="en-US" sz="1050" b="1">
                <a:latin typeface="Spectrum Sans Book"/>
                <a:cs typeface="Spectrum Sans Book"/>
              </a:rPr>
              <a:t>Track 2:</a:t>
            </a:r>
            <a:endParaRPr lang="en-US" sz="2400"/>
          </a:p>
          <a:p>
            <a:pPr marL="285750" lvl="1" indent="-174625">
              <a:spcBef>
                <a:spcPts val="0"/>
              </a:spcBef>
              <a:buClr>
                <a:srgbClr val="323232"/>
              </a:buClr>
              <a:buNone/>
            </a:pPr>
            <a:r>
              <a:rPr lang="en-US" sz="900" b="1">
                <a:latin typeface="Spectrum Sans Book"/>
                <a:cs typeface="Spectrum Sans Book"/>
              </a:rPr>
              <a:t>SOLO</a:t>
            </a:r>
          </a:p>
          <a:p>
            <a:pPr marL="285750" lvl="1" indent="-174625">
              <a:spcBef>
                <a:spcPts val="0"/>
              </a:spcBef>
              <a:buClr>
                <a:srgbClr val="323232"/>
              </a:buClr>
              <a:buFont typeface="Arial" panose="05000000000000000000" pitchFamily="2" charset="2"/>
              <a:buChar char="•"/>
            </a:pPr>
            <a:r>
              <a:rPr lang="en-US" sz="900">
                <a:latin typeface="Spectrum Sans Book"/>
              </a:rPr>
              <a:t>SOLO | Containerization and CaaS Migration | Order (CHPROJECT-21572) Migrate order domain from VMs to CaaS. [02/04]</a:t>
            </a:r>
          </a:p>
          <a:p>
            <a:pPr marL="111125" lvl="1" indent="0">
              <a:spcBef>
                <a:spcPts val="0"/>
              </a:spcBef>
              <a:buClr>
                <a:srgbClr val="323232"/>
              </a:buClr>
              <a:buNone/>
            </a:pPr>
            <a:endParaRPr lang="en-US" sz="800">
              <a:latin typeface="Spectrum Sans Book"/>
            </a:endParaRPr>
          </a:p>
          <a:p>
            <a:pPr>
              <a:spcBef>
                <a:spcPts val="0"/>
              </a:spcBef>
            </a:pPr>
            <a:r>
              <a:rPr lang="en-US" sz="1050" b="1">
                <a:latin typeface="Spectrum Sans Book"/>
                <a:cs typeface="Spectrum Sans Book"/>
              </a:rPr>
              <a:t>Subcontracted:</a:t>
            </a:r>
          </a:p>
          <a:p>
            <a:pPr marL="285750" lvl="1" indent="-174625">
              <a:spcBef>
                <a:spcPts val="0"/>
              </a:spcBef>
              <a:buClr>
                <a:srgbClr val="323232"/>
              </a:buClr>
              <a:buNone/>
            </a:pPr>
            <a:r>
              <a:rPr lang="en-US" sz="900" b="1">
                <a:latin typeface="Spectrum Sans Book"/>
                <a:cs typeface="Spectrum Sans Book"/>
              </a:rPr>
              <a:t>PING</a:t>
            </a:r>
          </a:p>
          <a:p>
            <a:pPr marL="285750" lvl="1" indent="-174625">
              <a:spcBef>
                <a:spcPts val="0"/>
              </a:spcBef>
              <a:buClr>
                <a:srgbClr val="323232"/>
              </a:buClr>
              <a:buFont typeface="Arial" panose="05000000000000000000" pitchFamily="2" charset="2"/>
              <a:buChar char="•"/>
            </a:pPr>
            <a:r>
              <a:rPr lang="en-US" sz="900">
                <a:latin typeface="Spectrum Sans Book"/>
              </a:rPr>
              <a:t>WiFi Sustainability Ticket: AAA, Database, &amp; Automation (CHPROJECT-24437 / CHCAPABLTY-31054) Ping Wifi Service Directory (WSD) objects had increased to ~257M. This effort enabled manual purging of the excess objects.</a:t>
            </a:r>
          </a:p>
          <a:p>
            <a:pPr marL="285750" lvl="1" indent="-174625">
              <a:spcBef>
                <a:spcPts val="0"/>
              </a:spcBef>
              <a:buClr>
                <a:srgbClr val="323232"/>
              </a:buClr>
              <a:buFont typeface="Arial" panose="05000000000000000000" pitchFamily="2" charset="2"/>
              <a:buChar char="•"/>
            </a:pPr>
            <a:r>
              <a:rPr lang="en-US" sz="900">
                <a:latin typeface="Spectrum Sans Book"/>
              </a:rPr>
              <a:t>WiFi Service Directory (CHPROJECT-24437 / CHCAPABLTY-31054/CHCAPABLTY-35073) 90 million expired </a:t>
            </a:r>
            <a:r>
              <a:rPr lang="en-US" sz="900" err="1">
                <a:latin typeface="Spectrum Sans Book"/>
              </a:rPr>
              <a:t>WiFi</a:t>
            </a:r>
            <a:r>
              <a:rPr lang="en-US" sz="900">
                <a:latin typeface="Spectrum Sans Book"/>
              </a:rPr>
              <a:t> profiles with randomized MAC addresses have been purged from the </a:t>
            </a:r>
            <a:r>
              <a:rPr lang="en-US" sz="900" err="1">
                <a:latin typeface="Spectrum Sans Book"/>
              </a:rPr>
              <a:t>WiFi</a:t>
            </a:r>
            <a:r>
              <a:rPr lang="en-US" sz="900">
                <a:latin typeface="Spectrum Sans Book"/>
              </a:rPr>
              <a:t> Service Directory, and automation has been implemented to perform these purges on a recurring basis.</a:t>
            </a:r>
            <a:endParaRPr lang="en-US"/>
          </a:p>
          <a:p>
            <a:pPr marL="285750" lvl="1" indent="-174625">
              <a:spcBef>
                <a:spcPts val="0"/>
              </a:spcBef>
              <a:buClr>
                <a:srgbClr val="323232"/>
              </a:buClr>
              <a:buFont typeface="Arial" panose="05000000000000000000" pitchFamily="2" charset="2"/>
              <a:buChar char="•"/>
            </a:pPr>
            <a:r>
              <a:rPr lang="en-US" sz="900">
                <a:latin typeface="Spectrum Sans Book"/>
              </a:rPr>
              <a:t>Ping Directory Data Audit Automation(CHPROJECT-31345 / CHCAPABLTY-36737) Migration of Ping Directory Audit database from older X7 to newer/supported X9 version [02/09]</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On-Time and Planned Delivery</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sp>
        <p:nvSpPr>
          <p:cNvPr id="30" name="Rectangle 29">
            <a:extLst>
              <a:ext uri="{FF2B5EF4-FFF2-40B4-BE49-F238E27FC236}">
                <a16:creationId xmlns:a16="http://schemas.microsoft.com/office/drawing/2014/main" id="{45488A1F-5C39-966C-4802-06FADE5D9859}"/>
              </a:ext>
            </a:extLst>
          </p:cNvPr>
          <p:cNvSpPr/>
          <p:nvPr/>
        </p:nvSpPr>
        <p:spPr>
          <a:xfrm>
            <a:off x="316408" y="709521"/>
            <a:ext cx="4425922" cy="2720681"/>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31" name="Content Placeholder 7" descr="Chart placeholder">
            <a:extLst>
              <a:ext uri="{FF2B5EF4-FFF2-40B4-BE49-F238E27FC236}">
                <a16:creationId xmlns:a16="http://schemas.microsoft.com/office/drawing/2014/main" id="{0C258BF1-5094-8338-66BB-59FF8A6849CC}"/>
              </a:ext>
            </a:extLst>
          </p:cNvPr>
          <p:cNvGraphicFramePr>
            <a:graphicFrameLocks/>
          </p:cNvGraphicFramePr>
          <p:nvPr>
            <p:extLst>
              <p:ext uri="{D42A27DB-BD31-4B8C-83A1-F6EECF244321}">
                <p14:modId xmlns:p14="http://schemas.microsoft.com/office/powerpoint/2010/main" val="1893056769"/>
              </p:ext>
            </p:extLst>
          </p:nvPr>
        </p:nvGraphicFramePr>
        <p:xfrm>
          <a:off x="387432" y="795456"/>
          <a:ext cx="4354898" cy="2569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ontent Placeholder 7" descr="Chart placeholder">
            <a:extLst>
              <a:ext uri="{FF2B5EF4-FFF2-40B4-BE49-F238E27FC236}">
                <a16:creationId xmlns:a16="http://schemas.microsoft.com/office/drawing/2014/main" id="{F33C7846-0B23-7880-C7BF-766A80C0FD37}"/>
              </a:ext>
            </a:extLst>
          </p:cNvPr>
          <p:cNvGraphicFramePr>
            <a:graphicFrameLocks/>
          </p:cNvGraphicFramePr>
          <p:nvPr>
            <p:extLst>
              <p:ext uri="{D42A27DB-BD31-4B8C-83A1-F6EECF244321}">
                <p14:modId xmlns:p14="http://schemas.microsoft.com/office/powerpoint/2010/main" val="2111008558"/>
              </p:ext>
            </p:extLst>
          </p:nvPr>
        </p:nvGraphicFramePr>
        <p:xfrm>
          <a:off x="387433" y="3691282"/>
          <a:ext cx="4354897" cy="256975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5468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6500853" y="765610"/>
            <a:ext cx="5419026" cy="2663390"/>
          </a:xfrm>
          <a:solidFill>
            <a:schemeClr val="accent2">
              <a:alpha val="4706"/>
            </a:schemeClr>
          </a:solidFill>
        </p:spPr>
        <p:txBody>
          <a:bodyPr vert="horz" lIns="182880" tIns="182880" rIns="182880" bIns="0" rtlCol="0" anchor="t">
            <a:noAutofit/>
          </a:bodyPr>
          <a:lstStyle/>
          <a:p>
            <a:pPr>
              <a:spcBef>
                <a:spcPts val="0"/>
              </a:spcBef>
            </a:pPr>
            <a:r>
              <a:rPr lang="en-US" sz="1400" b="1">
                <a:latin typeface="Spectrum Sans Book"/>
                <a:cs typeface="Spectrum Sans Book"/>
              </a:rPr>
              <a:t>Key Highlights</a:t>
            </a:r>
          </a:p>
          <a:p>
            <a:pPr marL="171450" indent="-171450">
              <a:lnSpc>
                <a:spcPct val="100000"/>
              </a:lnSpc>
              <a:spcBef>
                <a:spcPts val="0"/>
              </a:spcBef>
              <a:buFont typeface="Wingdings" panose="05000000000000000000" pitchFamily="2" charset="2"/>
              <a:buChar char="§"/>
            </a:pPr>
            <a:endParaRPr lang="en-US" sz="900" b="1"/>
          </a:p>
          <a:p>
            <a:pPr marL="171450" indent="-171450">
              <a:lnSpc>
                <a:spcPct val="150000"/>
              </a:lnSpc>
              <a:spcBef>
                <a:spcPts val="0"/>
              </a:spcBef>
              <a:buFont typeface="Wingdings" panose="05000000000000000000" pitchFamily="2" charset="2"/>
              <a:buChar char="§"/>
            </a:pPr>
            <a:r>
              <a:rPr lang="en-US" sz="1050" b="1">
                <a:latin typeface="Spectrum Sans Book"/>
                <a:cs typeface="Spectrum Sans Book"/>
              </a:rPr>
              <a:t>Gateways-AWS: </a:t>
            </a:r>
            <a:r>
              <a:rPr lang="en-US" sz="1000">
                <a:latin typeface="Spectrum Sans Book"/>
                <a:cs typeface="Spectrum Sans Book"/>
              </a:rPr>
              <a:t>9 in Dev, 3 in Test </a:t>
            </a:r>
          </a:p>
          <a:p>
            <a:pPr marL="171450" indent="-171450">
              <a:lnSpc>
                <a:spcPct val="150000"/>
              </a:lnSpc>
              <a:spcBef>
                <a:spcPts val="0"/>
              </a:spcBef>
              <a:buFont typeface="Wingdings" panose="05000000000000000000" pitchFamily="2" charset="2"/>
              <a:buChar char="§"/>
            </a:pPr>
            <a:r>
              <a:rPr lang="en-US" sz="1050" b="1">
                <a:latin typeface="Spectrum Sans Book"/>
                <a:cs typeface="Spectrum Sans Book"/>
              </a:rPr>
              <a:t>CATS: </a:t>
            </a:r>
            <a:r>
              <a:rPr lang="en-US" sz="1000">
                <a:latin typeface="Spectrum Sans Book"/>
              </a:rPr>
              <a:t>1 </a:t>
            </a:r>
            <a:r>
              <a:rPr lang="en-US" sz="1000">
                <a:latin typeface="Spectrum Sans Book"/>
                <a:cs typeface="Spectrum Sans Book"/>
              </a:rPr>
              <a:t>defect found in Dev</a:t>
            </a:r>
          </a:p>
          <a:p>
            <a:pPr marL="171450" indent="-171450">
              <a:lnSpc>
                <a:spcPct val="150000"/>
              </a:lnSpc>
              <a:spcBef>
                <a:spcPts val="0"/>
              </a:spcBef>
              <a:buFont typeface="Wingdings" panose="05000000000000000000" pitchFamily="2" charset="2"/>
              <a:buChar char="§"/>
            </a:pPr>
            <a:r>
              <a:rPr lang="en-US" sz="1050" b="1">
                <a:latin typeface="Spectrum Sans Book"/>
                <a:cs typeface="Spectrum Sans Book"/>
              </a:rPr>
              <a:t>SOLO: </a:t>
            </a:r>
            <a:r>
              <a:rPr lang="en-US" sz="1000">
                <a:latin typeface="Spectrum Sans Book"/>
              </a:rPr>
              <a:t>2 (P2-P4)</a:t>
            </a:r>
            <a:r>
              <a:rPr lang="en-US" sz="1000">
                <a:latin typeface="Spectrum Sans Book"/>
                <a:cs typeface="Spectrum Sans Book"/>
              </a:rPr>
              <a:t> defects found in Prod, 9 in Dev, 5 in Test </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Gateways – DC, Effie, EDP, PING: </a:t>
            </a:r>
            <a:r>
              <a:rPr lang="en-US" sz="1000">
                <a:latin typeface="Spectrum Sans Book"/>
                <a:cs typeface="Spectrum Sans Book"/>
              </a:rPr>
              <a:t>No defects found</a:t>
            </a:r>
          </a:p>
          <a:p>
            <a:pPr>
              <a:lnSpc>
                <a:spcPct val="150000"/>
              </a:lnSpc>
              <a:spcBef>
                <a:spcPts val="0"/>
              </a:spcBef>
            </a:pPr>
            <a:endParaRPr lang="en-US" sz="900">
              <a:latin typeface="Spectrum Sans Book"/>
              <a:cs typeface="Spectrum Sans Book"/>
            </a:endParaRPr>
          </a:p>
          <a:p>
            <a:pPr>
              <a:lnSpc>
                <a:spcPct val="150000"/>
              </a:lnSpc>
              <a:spcBef>
                <a:spcPts val="0"/>
              </a:spcBef>
            </a:pPr>
            <a:endParaRPr lang="en-US" sz="900">
              <a:latin typeface="Spectrum Sans Book"/>
              <a:cs typeface="Spectrum Sans Book"/>
            </a:endParaRP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Quality and Dev Efficiency</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pSp>
        <p:nvGrpSpPr>
          <p:cNvPr id="3" name="Group 2">
            <a:extLst>
              <a:ext uri="{FF2B5EF4-FFF2-40B4-BE49-F238E27FC236}">
                <a16:creationId xmlns:a16="http://schemas.microsoft.com/office/drawing/2014/main" id="{646633C4-952F-0628-28F9-12E6C0C3C775}"/>
              </a:ext>
            </a:extLst>
          </p:cNvPr>
          <p:cNvGrpSpPr/>
          <p:nvPr/>
        </p:nvGrpSpPr>
        <p:grpSpPr>
          <a:xfrm>
            <a:off x="272121" y="765612"/>
            <a:ext cx="2977106" cy="2691406"/>
            <a:chOff x="428626" y="3562351"/>
            <a:chExt cx="4648200" cy="2686049"/>
          </a:xfrm>
        </p:grpSpPr>
        <p:sp>
          <p:nvSpPr>
            <p:cNvPr id="25" name="Rectangle 24">
              <a:extLst>
                <a:ext uri="{FF2B5EF4-FFF2-40B4-BE49-F238E27FC236}">
                  <a16:creationId xmlns:a16="http://schemas.microsoft.com/office/drawing/2014/main" id="{E19337FA-B0B8-8CAF-9255-B72B7F1A8E7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26" name="Content Placeholder 7" descr="Chart placeholder">
              <a:extLst>
                <a:ext uri="{FF2B5EF4-FFF2-40B4-BE49-F238E27FC236}">
                  <a16:creationId xmlns:a16="http://schemas.microsoft.com/office/drawing/2014/main" id="{15D0653A-DA5E-A22E-1D6E-78D092E16B9D}"/>
                </a:ext>
              </a:extLst>
            </p:cNvPr>
            <p:cNvGraphicFramePr>
              <a:graphicFrameLocks/>
            </p:cNvGraphicFramePr>
            <p:nvPr>
              <p:extLst>
                <p:ext uri="{D42A27DB-BD31-4B8C-83A1-F6EECF244321}">
                  <p14:modId xmlns:p14="http://schemas.microsoft.com/office/powerpoint/2010/main" val="2110930257"/>
                </p:ext>
              </p:extLst>
            </p:nvPr>
          </p:nvGraphicFramePr>
          <p:xfrm>
            <a:off x="486627" y="3562351"/>
            <a:ext cx="4562474" cy="2686049"/>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6" name="Group 5">
            <a:extLst>
              <a:ext uri="{FF2B5EF4-FFF2-40B4-BE49-F238E27FC236}">
                <a16:creationId xmlns:a16="http://schemas.microsoft.com/office/drawing/2014/main" id="{612CFE0E-BC0B-CDB0-FC1A-26A561619C44}"/>
              </a:ext>
            </a:extLst>
          </p:cNvPr>
          <p:cNvGrpSpPr/>
          <p:nvPr/>
        </p:nvGrpSpPr>
        <p:grpSpPr>
          <a:xfrm>
            <a:off x="3359033" y="765610"/>
            <a:ext cx="2977106" cy="2691408"/>
            <a:chOff x="428626" y="3562350"/>
            <a:chExt cx="4648200" cy="2686049"/>
          </a:xfrm>
        </p:grpSpPr>
        <p:sp>
          <p:nvSpPr>
            <p:cNvPr id="7" name="Rectangle 6">
              <a:extLst>
                <a:ext uri="{FF2B5EF4-FFF2-40B4-BE49-F238E27FC236}">
                  <a16:creationId xmlns:a16="http://schemas.microsoft.com/office/drawing/2014/main" id="{E708CF69-4587-E0BC-15E2-2CEA36E3EB3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8" name="Content Placeholder 7" descr="Chart placeholder">
              <a:extLst>
                <a:ext uri="{FF2B5EF4-FFF2-40B4-BE49-F238E27FC236}">
                  <a16:creationId xmlns:a16="http://schemas.microsoft.com/office/drawing/2014/main" id="{F0EA8A91-6621-7F03-971A-E286E01DBD7F}"/>
                </a:ext>
              </a:extLst>
            </p:cNvPr>
            <p:cNvGraphicFramePr>
              <a:graphicFrameLocks/>
            </p:cNvGraphicFramePr>
            <p:nvPr>
              <p:extLst>
                <p:ext uri="{D42A27DB-BD31-4B8C-83A1-F6EECF244321}">
                  <p14:modId xmlns:p14="http://schemas.microsoft.com/office/powerpoint/2010/main" val="2479988590"/>
                </p:ext>
              </p:extLst>
            </p:nvPr>
          </p:nvGraphicFramePr>
          <p:xfrm>
            <a:off x="472766" y="3562350"/>
            <a:ext cx="4562474" cy="2686049"/>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9" name="Group 8">
            <a:extLst>
              <a:ext uri="{FF2B5EF4-FFF2-40B4-BE49-F238E27FC236}">
                <a16:creationId xmlns:a16="http://schemas.microsoft.com/office/drawing/2014/main" id="{E2A86173-FFA3-EB8D-EEB9-8DDCF4D681D1}"/>
              </a:ext>
            </a:extLst>
          </p:cNvPr>
          <p:cNvGrpSpPr/>
          <p:nvPr/>
        </p:nvGrpSpPr>
        <p:grpSpPr>
          <a:xfrm>
            <a:off x="301250" y="3565147"/>
            <a:ext cx="2977106" cy="2691409"/>
            <a:chOff x="428626" y="3562349"/>
            <a:chExt cx="4648200" cy="2686050"/>
          </a:xfrm>
        </p:grpSpPr>
        <p:sp>
          <p:nvSpPr>
            <p:cNvPr id="11" name="Rectangle 10">
              <a:extLst>
                <a:ext uri="{FF2B5EF4-FFF2-40B4-BE49-F238E27FC236}">
                  <a16:creationId xmlns:a16="http://schemas.microsoft.com/office/drawing/2014/main" id="{A46D5649-1F10-9BC5-6918-DC0AB998E9A7}"/>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2" name="Content Placeholder 7" descr="Chart placeholder">
              <a:extLst>
                <a:ext uri="{FF2B5EF4-FFF2-40B4-BE49-F238E27FC236}">
                  <a16:creationId xmlns:a16="http://schemas.microsoft.com/office/drawing/2014/main" id="{312660B5-D597-2A3F-4212-2B27F96A62F8}"/>
                </a:ext>
              </a:extLst>
            </p:cNvPr>
            <p:cNvGraphicFramePr>
              <a:graphicFrameLocks/>
            </p:cNvGraphicFramePr>
            <p:nvPr>
              <p:extLst>
                <p:ext uri="{D42A27DB-BD31-4B8C-83A1-F6EECF244321}">
                  <p14:modId xmlns:p14="http://schemas.microsoft.com/office/powerpoint/2010/main" val="2017811345"/>
                </p:ext>
              </p:extLst>
            </p:nvPr>
          </p:nvGraphicFramePr>
          <p:xfrm>
            <a:off x="472766" y="3562349"/>
            <a:ext cx="4562474" cy="2686049"/>
          </p:xfrm>
          <a:graphic>
            <a:graphicData uri="http://schemas.openxmlformats.org/drawingml/2006/chart">
              <c:chart xmlns:c="http://schemas.openxmlformats.org/drawingml/2006/chart" xmlns:r="http://schemas.openxmlformats.org/officeDocument/2006/relationships" r:id="rId5"/>
            </a:graphicData>
          </a:graphic>
        </p:graphicFrame>
      </p:grpSp>
      <p:graphicFrame>
        <p:nvGraphicFramePr>
          <p:cNvPr id="19" name="Table Placeholder 11" descr="Table placeholder">
            <a:extLst>
              <a:ext uri="{FF2B5EF4-FFF2-40B4-BE49-F238E27FC236}">
                <a16:creationId xmlns:a16="http://schemas.microsoft.com/office/drawing/2014/main" id="{E9CDA80D-6597-88CE-737C-299D109E20C2}"/>
              </a:ext>
            </a:extLst>
          </p:cNvPr>
          <p:cNvGraphicFramePr>
            <a:graphicFrameLocks/>
          </p:cNvGraphicFramePr>
          <p:nvPr>
            <p:extLst>
              <p:ext uri="{D42A27DB-BD31-4B8C-83A1-F6EECF244321}">
                <p14:modId xmlns:p14="http://schemas.microsoft.com/office/powerpoint/2010/main" val="2727562703"/>
              </p:ext>
            </p:extLst>
          </p:nvPr>
        </p:nvGraphicFramePr>
        <p:xfrm>
          <a:off x="6500853" y="3565146"/>
          <a:ext cx="5419026" cy="852558"/>
        </p:xfrm>
        <a:graphic>
          <a:graphicData uri="http://schemas.openxmlformats.org/drawingml/2006/table">
            <a:tbl>
              <a:tblPr firstRow="1" bandRow="1">
                <a:tableStyleId>{5C22544A-7EE6-4342-B048-85BDC9FD1C3A}</a:tableStyleId>
              </a:tblPr>
              <a:tblGrid>
                <a:gridCol w="1092253">
                  <a:extLst>
                    <a:ext uri="{9D8B030D-6E8A-4147-A177-3AD203B41FA5}">
                      <a16:colId xmlns:a16="http://schemas.microsoft.com/office/drawing/2014/main" val="3132775233"/>
                    </a:ext>
                  </a:extLst>
                </a:gridCol>
                <a:gridCol w="1138518">
                  <a:extLst>
                    <a:ext uri="{9D8B030D-6E8A-4147-A177-3AD203B41FA5}">
                      <a16:colId xmlns:a16="http://schemas.microsoft.com/office/drawing/2014/main" val="1526988282"/>
                    </a:ext>
                  </a:extLst>
                </a:gridCol>
                <a:gridCol w="1308847">
                  <a:extLst>
                    <a:ext uri="{9D8B030D-6E8A-4147-A177-3AD203B41FA5}">
                      <a16:colId xmlns:a16="http://schemas.microsoft.com/office/drawing/2014/main" val="518567288"/>
                    </a:ext>
                  </a:extLst>
                </a:gridCol>
                <a:gridCol w="1879408">
                  <a:extLst>
                    <a:ext uri="{9D8B030D-6E8A-4147-A177-3AD203B41FA5}">
                      <a16:colId xmlns:a16="http://schemas.microsoft.com/office/drawing/2014/main" val="2187594111"/>
                    </a:ext>
                  </a:extLst>
                </a:gridCol>
              </a:tblGrid>
              <a:tr h="451354">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latin typeface="Spectrum Sans"/>
                          <a:ea typeface="+mn-ea"/>
                          <a:cs typeface="+mn-cs"/>
                        </a:rPr>
                        <a:t>Mitigation Action Plans for improving Quality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4012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a:solidFill>
                            <a:schemeClr val="tx1"/>
                          </a:solidFill>
                          <a:latin typeface="Spectrum Sans Book"/>
                          <a:cs typeface="Spectrum Sans Book"/>
                        </a:rPr>
                        <a:t>Summary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900" b="1" i="0" kern="1200">
                          <a:solidFill>
                            <a:schemeClr val="tx1"/>
                          </a:solidFill>
                          <a:latin typeface="Spectrum Sans Book"/>
                          <a:ea typeface="+mn-ea"/>
                          <a:cs typeface="Spectrum Sans Book"/>
                        </a:rPr>
                        <a:t>Customer Impact</a:t>
                      </a:r>
                      <a:endParaRPr lang="en-US" sz="900" b="1" i="0" kern="1200">
                        <a:solidFill>
                          <a:schemeClr val="tx1"/>
                        </a:solidFill>
                        <a:latin typeface="Spectrum Sans Book"/>
                        <a:ea typeface="+mn-ea"/>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i="0">
                          <a:solidFill>
                            <a:schemeClr val="tx1"/>
                          </a:solidFill>
                          <a:latin typeface="Spectrum Sans Book"/>
                          <a:cs typeface="Spectrum Sans Book"/>
                        </a:rPr>
                        <a:t>Root Cause</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i="0">
                          <a:solidFill>
                            <a:schemeClr val="tx1"/>
                          </a:solidFill>
                          <a:latin typeface="Spectrum Sans Book"/>
                          <a:cs typeface="Spectrum Sans Book"/>
                        </a:rPr>
                        <a:t>Corrective and Preventive Actions</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9919036"/>
                  </a:ext>
                </a:extLst>
              </a:tr>
            </a:tbl>
          </a:graphicData>
        </a:graphic>
      </p:graphicFrame>
      <p:grpSp>
        <p:nvGrpSpPr>
          <p:cNvPr id="21" name="Group 20">
            <a:extLst>
              <a:ext uri="{FF2B5EF4-FFF2-40B4-BE49-F238E27FC236}">
                <a16:creationId xmlns:a16="http://schemas.microsoft.com/office/drawing/2014/main" id="{ADFB1D2A-EFDD-EC93-CF81-D00B7D2D1AC5}"/>
              </a:ext>
            </a:extLst>
          </p:cNvPr>
          <p:cNvGrpSpPr/>
          <p:nvPr/>
        </p:nvGrpSpPr>
        <p:grpSpPr>
          <a:xfrm>
            <a:off x="3359033" y="3565150"/>
            <a:ext cx="2977106" cy="2691408"/>
            <a:chOff x="428626" y="3562351"/>
            <a:chExt cx="4648200" cy="2686049"/>
          </a:xfrm>
        </p:grpSpPr>
        <p:sp>
          <p:nvSpPr>
            <p:cNvPr id="22" name="Rectangle 21">
              <a:extLst>
                <a:ext uri="{FF2B5EF4-FFF2-40B4-BE49-F238E27FC236}">
                  <a16:creationId xmlns:a16="http://schemas.microsoft.com/office/drawing/2014/main" id="{330C20EE-64DE-3A49-8938-11D2BF0B7F7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23" name="Content Placeholder 7" descr="Chart placeholder">
              <a:extLst>
                <a:ext uri="{FF2B5EF4-FFF2-40B4-BE49-F238E27FC236}">
                  <a16:creationId xmlns:a16="http://schemas.microsoft.com/office/drawing/2014/main" id="{8865A43F-6EBA-BC3C-3269-A09E8141AB5C}"/>
                </a:ext>
              </a:extLst>
            </p:cNvPr>
            <p:cNvGraphicFramePr>
              <a:graphicFrameLocks/>
            </p:cNvGraphicFramePr>
            <p:nvPr>
              <p:extLst>
                <p:ext uri="{D42A27DB-BD31-4B8C-83A1-F6EECF244321}">
                  <p14:modId xmlns:p14="http://schemas.microsoft.com/office/powerpoint/2010/main" val="4079647516"/>
                </p:ext>
              </p:extLst>
            </p:nvPr>
          </p:nvGraphicFramePr>
          <p:xfrm>
            <a:off x="472766" y="3562351"/>
            <a:ext cx="4562474" cy="2686049"/>
          </p:xfrm>
          <a:graphic>
            <a:graphicData uri="http://schemas.openxmlformats.org/drawingml/2006/chart">
              <c:chart xmlns:c="http://schemas.openxmlformats.org/drawingml/2006/chart" xmlns:r="http://schemas.openxmlformats.org/officeDocument/2006/relationships" r:id="rId6"/>
            </a:graphicData>
          </a:graphic>
        </p:graphicFrame>
      </p:grpSp>
      <p:sp>
        <p:nvSpPr>
          <p:cNvPr id="13" name="Rectangle 12">
            <a:extLst>
              <a:ext uri="{FF2B5EF4-FFF2-40B4-BE49-F238E27FC236}">
                <a16:creationId xmlns:a16="http://schemas.microsoft.com/office/drawing/2014/main" id="{632E3446-D3DA-FD44-21E2-01F8860E44A5}"/>
              </a:ext>
            </a:extLst>
          </p:cNvPr>
          <p:cNvSpPr/>
          <p:nvPr/>
        </p:nvSpPr>
        <p:spPr>
          <a:xfrm>
            <a:off x="3378856" y="5769181"/>
            <a:ext cx="2957283" cy="492443"/>
          </a:xfrm>
          <a:prstGeom prst="rect">
            <a:avLst/>
          </a:prstGeom>
        </p:spPr>
        <p:txBody>
          <a:bodyPr wrap="square" lIns="91440" tIns="45720" rIns="91440" bIns="45720" anchor="t">
            <a:spAutoFit/>
          </a:bodyPr>
          <a:lstStyle/>
          <a:p>
            <a:r>
              <a:rPr lang="en-US" sz="650">
                <a:latin typeface="Spectrum Sans Book" panose="020B0402020503020304"/>
              </a:rPr>
              <a:t>Note:  12’25 There is a significant dip in the number of test cases due to the decommissioning of legacy VM based test cases for customer and service domain.  Newly created CaaS based test cases consolidated multiple test cases together, so overall count was reduced.</a:t>
            </a:r>
            <a:endParaRPr lang="en-IN" sz="650">
              <a:latin typeface="Spectrum Sans Book" panose="020B0402020503020304"/>
            </a:endParaRPr>
          </a:p>
        </p:txBody>
      </p:sp>
    </p:spTree>
    <p:extLst>
      <p:ext uri="{BB962C8B-B14F-4D97-AF65-F5344CB8AC3E}">
        <p14:creationId xmlns:p14="http://schemas.microsoft.com/office/powerpoint/2010/main" val="185679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5852070" y="662441"/>
            <a:ext cx="6014440" cy="2071615"/>
          </a:xfrm>
          <a:solidFill>
            <a:schemeClr val="accent2">
              <a:alpha val="4706"/>
            </a:schemeClr>
          </a:solidFill>
        </p:spPr>
        <p:txBody>
          <a:bodyPr vert="horz" lIns="182880" tIns="182880" rIns="182880" bIns="0" rtlCol="0" anchor="t">
            <a:noAutofit/>
          </a:bodyPr>
          <a:lstStyle/>
          <a:p>
            <a:pPr>
              <a:spcBef>
                <a:spcPts val="0"/>
              </a:spcBef>
            </a:pPr>
            <a:r>
              <a:rPr lang="en-US" sz="1600" b="1">
                <a:latin typeface="Spectrum Sans Book"/>
                <a:cs typeface="Spectrum Sans Book"/>
              </a:rPr>
              <a:t>Key Highlights</a:t>
            </a:r>
            <a:endParaRPr lang="en-US" sz="1000" b="1"/>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CATS: </a:t>
            </a:r>
            <a:r>
              <a:rPr lang="en-US" sz="1000">
                <a:latin typeface="Spectrum Sans Book"/>
                <a:cs typeface="Spectrum Sans Book"/>
              </a:rPr>
              <a:t>1 Minor deployments</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EDP:</a:t>
            </a:r>
            <a:r>
              <a:rPr lang="en-US" sz="1000">
                <a:latin typeface="Spectrum Sans Book"/>
                <a:cs typeface="Spectrum Sans Book"/>
              </a:rPr>
              <a:t> 4 Minor deployment</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SOLO:</a:t>
            </a:r>
            <a:r>
              <a:rPr lang="en-US" sz="1000">
                <a:latin typeface="Spectrum Sans Book"/>
                <a:cs typeface="Spectrum Sans Book"/>
              </a:rPr>
              <a:t> </a:t>
            </a:r>
            <a:r>
              <a:rPr lang="en-US" sz="1000">
                <a:solidFill>
                  <a:schemeClr val="tx1"/>
                </a:solidFill>
                <a:latin typeface="Spectrum Sans Book"/>
                <a:cs typeface="Spectrum Sans Book"/>
              </a:rPr>
              <a:t>7 Minor deployments, 1 Unsuccessful</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PING: </a:t>
            </a:r>
            <a:r>
              <a:rPr lang="en-US" sz="1000">
                <a:latin typeface="Spectrum Sans Book"/>
                <a:cs typeface="Spectrum Sans Book"/>
              </a:rPr>
              <a:t>3 Major, 2 Minor deployments</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Gateways AWS: </a:t>
            </a:r>
            <a:r>
              <a:rPr lang="en-US" sz="1000">
                <a:latin typeface="Spectrum Sans Book"/>
                <a:cs typeface="Spectrum Sans Book"/>
              </a:rPr>
              <a:t>1 Hotfix, 1 Major, 4 Minor deployments, 1 Rollback </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Gateways DC: </a:t>
            </a:r>
            <a:r>
              <a:rPr lang="en-US" sz="1000">
                <a:latin typeface="Spectrum Sans Book"/>
                <a:cs typeface="Spectrum Sans Book"/>
              </a:rPr>
              <a:t>5 Minor deployments</a:t>
            </a:r>
          </a:p>
          <a:p>
            <a:pPr marL="171450" indent="-171450">
              <a:lnSpc>
                <a:spcPct val="150000"/>
              </a:lnSpc>
              <a:spcBef>
                <a:spcPts val="0"/>
              </a:spcBef>
              <a:buFont typeface="Wingdings" panose="05000000000000000000" pitchFamily="2" charset="2"/>
              <a:buChar char="§"/>
            </a:pPr>
            <a:r>
              <a:rPr lang="en-US" sz="1000" b="1">
                <a:latin typeface="Spectrum Sans Book"/>
                <a:cs typeface="Spectrum Sans Book"/>
              </a:rPr>
              <a:t>Effie:</a:t>
            </a:r>
            <a:r>
              <a:rPr lang="en-US" sz="1000">
                <a:latin typeface="Spectrum Sans Book"/>
                <a:cs typeface="Spectrum Sans Book"/>
              </a:rPr>
              <a:t> No deployments</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Rollout Success</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pSp>
        <p:nvGrpSpPr>
          <p:cNvPr id="11" name="Group 10">
            <a:extLst>
              <a:ext uri="{FF2B5EF4-FFF2-40B4-BE49-F238E27FC236}">
                <a16:creationId xmlns:a16="http://schemas.microsoft.com/office/drawing/2014/main" id="{8A99089A-9FD0-FCCB-64B4-5CC60C43262A}"/>
              </a:ext>
            </a:extLst>
          </p:cNvPr>
          <p:cNvGrpSpPr/>
          <p:nvPr/>
        </p:nvGrpSpPr>
        <p:grpSpPr>
          <a:xfrm>
            <a:off x="325490" y="685365"/>
            <a:ext cx="5411922" cy="2743635"/>
            <a:chOff x="428627" y="1351190"/>
            <a:chExt cx="6743698" cy="4403299"/>
          </a:xfrm>
        </p:grpSpPr>
        <p:sp>
          <p:nvSpPr>
            <p:cNvPr id="2" name="Rectangle 1">
              <a:extLst>
                <a:ext uri="{FF2B5EF4-FFF2-40B4-BE49-F238E27FC236}">
                  <a16:creationId xmlns:a16="http://schemas.microsoft.com/office/drawing/2014/main" id="{062A8076-9DE3-2255-5B63-CD7AD9DB89CF}"/>
                </a:ext>
              </a:extLst>
            </p:cNvPr>
            <p:cNvSpPr/>
            <p:nvPr/>
          </p:nvSpPr>
          <p:spPr>
            <a:xfrm>
              <a:off x="428627" y="1351190"/>
              <a:ext cx="6743698" cy="4403299"/>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3" name="Content Placeholder 7" descr="Chart placeholder">
              <a:extLst>
                <a:ext uri="{FF2B5EF4-FFF2-40B4-BE49-F238E27FC236}">
                  <a16:creationId xmlns:a16="http://schemas.microsoft.com/office/drawing/2014/main" id="{5198C8B6-22F4-81F4-3CC7-235AF059A3DE}"/>
                </a:ext>
              </a:extLst>
            </p:cNvPr>
            <p:cNvGraphicFramePr>
              <a:graphicFrameLocks/>
            </p:cNvGraphicFramePr>
            <p:nvPr>
              <p:extLst>
                <p:ext uri="{D42A27DB-BD31-4B8C-83A1-F6EECF244321}">
                  <p14:modId xmlns:p14="http://schemas.microsoft.com/office/powerpoint/2010/main" val="2747031316"/>
                </p:ext>
              </p:extLst>
            </p:nvPr>
          </p:nvGraphicFramePr>
          <p:xfrm>
            <a:off x="571500" y="1351190"/>
            <a:ext cx="6383640" cy="4389005"/>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2" name="Group 11">
            <a:extLst>
              <a:ext uri="{FF2B5EF4-FFF2-40B4-BE49-F238E27FC236}">
                <a16:creationId xmlns:a16="http://schemas.microsoft.com/office/drawing/2014/main" id="{4F55C61B-0E63-DEF0-4BAD-07E11EAAC105}"/>
              </a:ext>
            </a:extLst>
          </p:cNvPr>
          <p:cNvGrpSpPr/>
          <p:nvPr/>
        </p:nvGrpSpPr>
        <p:grpSpPr>
          <a:xfrm>
            <a:off x="325490" y="3570578"/>
            <a:ext cx="5411922" cy="2752542"/>
            <a:chOff x="428627" y="1351190"/>
            <a:chExt cx="6743698" cy="4403299"/>
          </a:xfrm>
        </p:grpSpPr>
        <p:sp>
          <p:nvSpPr>
            <p:cNvPr id="13" name="Rectangle 12">
              <a:extLst>
                <a:ext uri="{FF2B5EF4-FFF2-40B4-BE49-F238E27FC236}">
                  <a16:creationId xmlns:a16="http://schemas.microsoft.com/office/drawing/2014/main" id="{9523D42F-B54F-CE7E-5B93-B51EBAB7602F}"/>
                </a:ext>
              </a:extLst>
            </p:cNvPr>
            <p:cNvSpPr/>
            <p:nvPr/>
          </p:nvSpPr>
          <p:spPr>
            <a:xfrm>
              <a:off x="428627" y="1351190"/>
              <a:ext cx="6743698" cy="4403299"/>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4" name="Content Placeholder 7" descr="Chart placeholder">
              <a:extLst>
                <a:ext uri="{FF2B5EF4-FFF2-40B4-BE49-F238E27FC236}">
                  <a16:creationId xmlns:a16="http://schemas.microsoft.com/office/drawing/2014/main" id="{08DDB546-1823-CA20-EE32-04DB7D5CB289}"/>
                </a:ext>
              </a:extLst>
            </p:cNvPr>
            <p:cNvGraphicFramePr>
              <a:graphicFrameLocks/>
            </p:cNvGraphicFramePr>
            <p:nvPr>
              <p:extLst>
                <p:ext uri="{D42A27DB-BD31-4B8C-83A1-F6EECF244321}">
                  <p14:modId xmlns:p14="http://schemas.microsoft.com/office/powerpoint/2010/main" val="74006570"/>
                </p:ext>
              </p:extLst>
            </p:nvPr>
          </p:nvGraphicFramePr>
          <p:xfrm>
            <a:off x="571500" y="1351190"/>
            <a:ext cx="6383640" cy="4389005"/>
          </p:xfrm>
          <a:graphic>
            <a:graphicData uri="http://schemas.openxmlformats.org/drawingml/2006/chart">
              <c:chart xmlns:c="http://schemas.openxmlformats.org/drawingml/2006/chart" xmlns:r="http://schemas.openxmlformats.org/officeDocument/2006/relationships" r:id="rId4"/>
            </a:graphicData>
          </a:graphic>
        </p:graphicFrame>
      </p:grpSp>
      <p:graphicFrame>
        <p:nvGraphicFramePr>
          <p:cNvPr id="15" name="Table Placeholder 11" descr="Table placeholder">
            <a:extLst>
              <a:ext uri="{FF2B5EF4-FFF2-40B4-BE49-F238E27FC236}">
                <a16:creationId xmlns:a16="http://schemas.microsoft.com/office/drawing/2014/main" id="{C242D661-C5B1-771B-8A70-91A47C5E0F0D}"/>
              </a:ext>
            </a:extLst>
          </p:cNvPr>
          <p:cNvGraphicFramePr>
            <a:graphicFrameLocks/>
          </p:cNvGraphicFramePr>
          <p:nvPr>
            <p:extLst>
              <p:ext uri="{D42A27DB-BD31-4B8C-83A1-F6EECF244321}">
                <p14:modId xmlns:p14="http://schemas.microsoft.com/office/powerpoint/2010/main" val="3650468419"/>
              </p:ext>
            </p:extLst>
          </p:nvPr>
        </p:nvGraphicFramePr>
        <p:xfrm>
          <a:off x="5843235" y="2838261"/>
          <a:ext cx="6108224" cy="1333145"/>
        </p:xfrm>
        <a:graphic>
          <a:graphicData uri="http://schemas.openxmlformats.org/drawingml/2006/table">
            <a:tbl>
              <a:tblPr firstRow="1" bandRow="1">
                <a:tableStyleId>{5C22544A-7EE6-4342-B048-85BDC9FD1C3A}</a:tableStyleId>
              </a:tblPr>
              <a:tblGrid>
                <a:gridCol w="1904227">
                  <a:extLst>
                    <a:ext uri="{9D8B030D-6E8A-4147-A177-3AD203B41FA5}">
                      <a16:colId xmlns:a16="http://schemas.microsoft.com/office/drawing/2014/main" val="3132775233"/>
                    </a:ext>
                  </a:extLst>
                </a:gridCol>
                <a:gridCol w="2402378">
                  <a:extLst>
                    <a:ext uri="{9D8B030D-6E8A-4147-A177-3AD203B41FA5}">
                      <a16:colId xmlns:a16="http://schemas.microsoft.com/office/drawing/2014/main" val="45094366"/>
                    </a:ext>
                  </a:extLst>
                </a:gridCol>
                <a:gridCol w="1801619">
                  <a:extLst>
                    <a:ext uri="{9D8B030D-6E8A-4147-A177-3AD203B41FA5}">
                      <a16:colId xmlns:a16="http://schemas.microsoft.com/office/drawing/2014/main" val="2187594111"/>
                    </a:ext>
                  </a:extLst>
                </a:gridCol>
              </a:tblGrid>
              <a:tr h="416264">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latin typeface="Spectrum Sans"/>
                          <a:ea typeface="+mn-ea"/>
                          <a:cs typeface="+mn-cs"/>
                        </a:rPr>
                        <a:t>Mitigation Plans to Increase Success Rate</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15841">
                <a:tc>
                  <a:txBody>
                    <a:bodyPr/>
                    <a:lstStyle/>
                    <a:p>
                      <a:pPr algn="ctr"/>
                      <a:r>
                        <a:rPr lang="en-US" sz="800" b="1" i="0">
                          <a:solidFill>
                            <a:schemeClr val="tx1"/>
                          </a:solidFill>
                          <a:latin typeface="Spectrum Sans Book"/>
                          <a:cs typeface="Spectrum Sans Book" panose="020B0402020503020304" pitchFamily="34" charset="0"/>
                        </a:rPr>
                        <a:t>Executive Summary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Root Cause</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Lessons Learned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416265">
                <a:tc>
                  <a:txBody>
                    <a:bodyPr/>
                    <a:lstStyle/>
                    <a:p>
                      <a:pPr marL="111125" marR="0" lvl="0" indent="0" algn="l" rtl="0" eaLnBrk="1" fontAlgn="auto" latinLnBrk="0" hangingPunct="1">
                        <a:lnSpc>
                          <a:spcPct val="100000"/>
                        </a:lnSpc>
                        <a:spcBef>
                          <a:spcPts val="0"/>
                        </a:spcBef>
                        <a:spcAft>
                          <a:spcPts val="0"/>
                        </a:spcAft>
                        <a:buClrTx/>
                        <a:buSzTx/>
                        <a:buFontTx/>
                        <a:buNone/>
                      </a:pPr>
                      <a:r>
                        <a:rPr lang="en-US" sz="800" b="0" i="0" u="none" strike="noStrike" kern="1200" cap="none" spc="0" normalizeH="0" baseline="0">
                          <a:ln>
                            <a:noFill/>
                          </a:ln>
                          <a:solidFill>
                            <a:srgbClr val="000000"/>
                          </a:solidFill>
                          <a:effectLst/>
                          <a:uLnTx/>
                          <a:uFillTx/>
                          <a:latin typeface="Spectrum Sans Book"/>
                          <a:ea typeface="+mn-ea"/>
                          <a:cs typeface="+mn-cs"/>
                        </a:rPr>
                        <a:t>Gateway AWS (PiNxt) </a:t>
                      </a:r>
                      <a:r>
                        <a:rPr kumimoji="0" lang="en-US" sz="800" b="0" i="0" u="none" strike="noStrike" kern="1200" cap="none" spc="0" normalizeH="0" baseline="0">
                          <a:ln>
                            <a:noFill/>
                          </a:ln>
                          <a:solidFill>
                            <a:srgbClr val="000000"/>
                          </a:solidFill>
                          <a:effectLst/>
                          <a:uLnTx/>
                          <a:uFillTx/>
                          <a:latin typeface="Spectrum Sans Book"/>
                          <a:ea typeface="+mn-ea"/>
                          <a:cs typeface="+mn-cs"/>
                        </a:rPr>
                        <a:t>1.123 release caused a JWT parse failure in Vox, which impacts the user experience of customers using voice services</a:t>
                      </a: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1125" lvl="0" indent="0" algn="l">
                        <a:buNone/>
                      </a:pPr>
                      <a:r>
                        <a:rPr lang="en-US" sz="800" b="0" i="0" u="none" strike="noStrike" kern="1200" cap="none" spc="0" normalizeH="0" baseline="0">
                          <a:ln>
                            <a:noFill/>
                          </a:ln>
                          <a:solidFill>
                            <a:srgbClr val="000000"/>
                          </a:solidFill>
                          <a:effectLst/>
                          <a:uLnTx/>
                          <a:uFillTx/>
                          <a:latin typeface="Spectrum Sans Book"/>
                          <a:ea typeface="+mn-ea"/>
                          <a:cs typeface="+mn-cs"/>
                        </a:rPr>
                        <a:t>Some</a:t>
                      </a:r>
                      <a:r>
                        <a:rPr kumimoji="0" lang="en-US" sz="800" b="0" i="0" u="none" strike="noStrike" kern="1200" cap="none" spc="0" normalizeH="0" baseline="0">
                          <a:ln>
                            <a:noFill/>
                          </a:ln>
                          <a:solidFill>
                            <a:srgbClr val="000000"/>
                          </a:solidFill>
                          <a:effectLst/>
                          <a:uLnTx/>
                          <a:uFillTx/>
                          <a:latin typeface="Spectrum Sans Book"/>
                          <a:ea typeface="+mn-ea"/>
                          <a:cs typeface="+mn-cs"/>
                        </a:rPr>
                        <a:t> legacy account-level token claim formats changed in this release, from string to list</a:t>
                      </a:r>
                      <a:r>
                        <a:rPr lang="en-US" sz="800" b="0" i="0" u="none" strike="noStrike" kern="1200" cap="none" spc="0" normalizeH="0" baseline="0">
                          <a:ln>
                            <a:noFill/>
                          </a:ln>
                          <a:solidFill>
                            <a:srgbClr val="000000"/>
                          </a:solidFill>
                          <a:effectLst/>
                          <a:uLnTx/>
                          <a:uFillTx/>
                          <a:latin typeface="Spectrum Sans Book"/>
                          <a:ea typeface="+mn-ea"/>
                          <a:cs typeface="+mn-cs"/>
                        </a:rPr>
                        <a:t>;</a:t>
                      </a:r>
                      <a:r>
                        <a:rPr kumimoji="0" lang="en-US" sz="800" b="0" i="0" u="none" strike="noStrike" kern="1200" cap="none" spc="0" normalizeH="0" baseline="0">
                          <a:ln>
                            <a:noFill/>
                          </a:ln>
                          <a:solidFill>
                            <a:srgbClr val="000000"/>
                          </a:solidFill>
                          <a:effectLst/>
                          <a:uLnTx/>
                          <a:uFillTx/>
                          <a:latin typeface="Spectrum Sans Book"/>
                          <a:ea typeface="+mn-ea"/>
                          <a:cs typeface="+mn-cs"/>
                        </a:rPr>
                        <a:t> </a:t>
                      </a:r>
                      <a:r>
                        <a:rPr lang="en-US" sz="800" b="0" i="0" u="none" strike="noStrike" kern="1200" cap="none" spc="0" normalizeH="0" baseline="0">
                          <a:ln>
                            <a:noFill/>
                          </a:ln>
                          <a:solidFill>
                            <a:srgbClr val="000000"/>
                          </a:solidFill>
                          <a:effectLst/>
                          <a:uLnTx/>
                          <a:uFillTx/>
                          <a:latin typeface="Spectrum Sans Book"/>
                          <a:ea typeface="+mn-ea"/>
                          <a:cs typeface="+mn-cs"/>
                        </a:rPr>
                        <a:t>without ensuring backward compatibility for all consumers. This resulted in Voice</a:t>
                      </a:r>
                      <a:r>
                        <a:rPr kumimoji="0" lang="en-US" sz="800" b="0" i="0" u="none" strike="noStrike" kern="1200" cap="none" spc="0" normalizeH="0" baseline="0">
                          <a:ln>
                            <a:noFill/>
                          </a:ln>
                          <a:solidFill>
                            <a:srgbClr val="000000"/>
                          </a:solidFill>
                          <a:effectLst/>
                          <a:uLnTx/>
                          <a:uFillTx/>
                          <a:latin typeface="Spectrum Sans Book"/>
                          <a:ea typeface="+mn-ea"/>
                          <a:cs typeface="+mn-cs"/>
                        </a:rPr>
                        <a:t> </a:t>
                      </a:r>
                      <a:r>
                        <a:rPr lang="en-US" sz="800" b="0" i="0" u="none" strike="noStrike" kern="1200" cap="none" spc="0" normalizeH="0" baseline="0">
                          <a:ln>
                            <a:noFill/>
                          </a:ln>
                          <a:solidFill>
                            <a:srgbClr val="000000"/>
                          </a:solidFill>
                          <a:effectLst/>
                          <a:uLnTx/>
                          <a:uFillTx/>
                          <a:latin typeface="Spectrum Sans Book"/>
                          <a:ea typeface="+mn-ea"/>
                          <a:cs typeface="+mn-cs"/>
                        </a:rPr>
                        <a:t>portal backend services </a:t>
                      </a:r>
                      <a:r>
                        <a:rPr kumimoji="0" lang="en-US" sz="800" b="0" i="0" u="none" strike="noStrike" kern="1200" cap="none" spc="0" normalizeH="0" baseline="0">
                          <a:ln>
                            <a:noFill/>
                          </a:ln>
                          <a:solidFill>
                            <a:srgbClr val="000000"/>
                          </a:solidFill>
                          <a:effectLst/>
                          <a:uLnTx/>
                          <a:uFillTx/>
                          <a:latin typeface="Spectrum Sans Book"/>
                          <a:ea typeface="+mn-ea"/>
                          <a:cs typeface="+mn-cs"/>
                        </a:rPr>
                        <a:t>unable to parse </a:t>
                      </a:r>
                      <a:r>
                        <a:rPr lang="en-US" sz="800" b="0" i="0" u="none" strike="noStrike" kern="1200" cap="none" spc="0" normalizeH="0" baseline="0">
                          <a:ln>
                            <a:noFill/>
                          </a:ln>
                          <a:solidFill>
                            <a:srgbClr val="000000"/>
                          </a:solidFill>
                          <a:effectLst/>
                          <a:uLnTx/>
                          <a:uFillTx/>
                          <a:latin typeface="Spectrum Sans Book"/>
                          <a:ea typeface="+mn-ea"/>
                          <a:cs typeface="+mn-cs"/>
                        </a:rPr>
                        <a:t>token</a:t>
                      </a:r>
                      <a:r>
                        <a:rPr kumimoji="0" lang="en-US" sz="800" b="0" i="0" u="none" strike="noStrike" kern="1200" cap="none" spc="0" normalizeH="0" baseline="0">
                          <a:ln>
                            <a:noFill/>
                          </a:ln>
                          <a:solidFill>
                            <a:srgbClr val="000000"/>
                          </a:solidFill>
                          <a:effectLst/>
                          <a:uLnTx/>
                          <a:uFillTx/>
                          <a:latin typeface="Spectrum Sans Book"/>
                          <a:ea typeface="+mn-ea"/>
                          <a:cs typeface="+mn-cs"/>
                        </a:rPr>
                        <a:t> </a:t>
                      </a:r>
                      <a:r>
                        <a:rPr lang="en-US" sz="800" b="0" i="0" u="none" strike="noStrike" kern="1200" cap="none" spc="0" normalizeH="0" baseline="0">
                          <a:ln>
                            <a:noFill/>
                          </a:ln>
                          <a:solidFill>
                            <a:srgbClr val="000000"/>
                          </a:solidFill>
                          <a:effectLst/>
                          <a:uLnTx/>
                          <a:uFillTx/>
                          <a:latin typeface="Spectrum Sans Book"/>
                          <a:ea typeface="+mn-ea"/>
                          <a:cs typeface="+mn-cs"/>
                        </a:rPr>
                        <a:t>impacting </a:t>
                      </a:r>
                      <a:r>
                        <a:rPr kumimoji="0" lang="en-US" sz="800" b="0" i="0" u="none" strike="noStrike" kern="1200" cap="none" spc="0" normalizeH="0" baseline="0">
                          <a:ln>
                            <a:noFill/>
                          </a:ln>
                          <a:solidFill>
                            <a:srgbClr val="000000"/>
                          </a:solidFill>
                          <a:effectLst/>
                          <a:uLnTx/>
                          <a:uFillTx/>
                          <a:latin typeface="Spectrum Sans Book"/>
                          <a:ea typeface="+mn-ea"/>
                          <a:cs typeface="+mn-cs"/>
                        </a:rPr>
                        <a:t>voice customers</a:t>
                      </a:r>
                      <a:endParaRPr lang="en-US" sz="900" b="0" i="0" u="none" strike="noStrike" kern="1200" cap="none" spc="0" normalizeH="0" baseline="0">
                        <a:ln>
                          <a:noFill/>
                        </a:ln>
                        <a:solidFill>
                          <a:srgbClr val="000000"/>
                        </a:solidFill>
                        <a:effectLst/>
                        <a:uLnTx/>
                        <a:uFillTx/>
                        <a:latin typeface="Spectrum Sans Book"/>
                        <a:ea typeface="+mn-ea"/>
                        <a:cs typeface="Spectrum Sans Book" panose="020B0402020503020304" pitchFamily="34" charset="0"/>
                      </a:endParaRP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1125" lvl="0" indent="0" algn="l">
                        <a:buNone/>
                      </a:pPr>
                      <a:r>
                        <a:rPr kumimoji="0" lang="en-US" sz="800" b="0" i="0" u="none" strike="noStrike" kern="1200" cap="none" spc="0" normalizeH="0" baseline="0" noProof="0">
                          <a:ln>
                            <a:noFill/>
                          </a:ln>
                          <a:solidFill>
                            <a:srgbClr val="000000"/>
                          </a:solidFill>
                          <a:effectLst/>
                          <a:uLnTx/>
                          <a:uFillTx/>
                          <a:latin typeface="Spectrum Sans Book"/>
                          <a:ea typeface="+mn-ea"/>
                          <a:cs typeface="+mn-cs"/>
                        </a:rPr>
                        <a:t>All </a:t>
                      </a:r>
                      <a:r>
                        <a:rPr lang="en-US" sz="800" b="0" i="0" u="none" strike="noStrike" kern="1200" cap="none" spc="0" normalizeH="0" baseline="0" noProof="0">
                          <a:ln>
                            <a:noFill/>
                          </a:ln>
                          <a:solidFill>
                            <a:srgbClr val="000000"/>
                          </a:solidFill>
                          <a:effectLst/>
                          <a:uLnTx/>
                          <a:uFillTx/>
                          <a:latin typeface="Spectrum Sans Book"/>
                          <a:ea typeface="+mn-ea"/>
                          <a:cs typeface="+mn-cs"/>
                        </a:rPr>
                        <a:t>PiNxt token</a:t>
                      </a:r>
                      <a:r>
                        <a:rPr kumimoji="0" lang="en-US" sz="800" b="0" i="0" u="none" strike="noStrike" kern="1200" cap="none" spc="0" normalizeH="0" baseline="0" noProof="0">
                          <a:ln>
                            <a:noFill/>
                          </a:ln>
                          <a:solidFill>
                            <a:srgbClr val="000000"/>
                          </a:solidFill>
                          <a:effectLst/>
                          <a:uLnTx/>
                          <a:uFillTx/>
                          <a:latin typeface="Spectrum Sans Book"/>
                          <a:ea typeface="+mn-ea"/>
                          <a:cs typeface="+mn-cs"/>
                        </a:rPr>
                        <a:t> </a:t>
                      </a:r>
                      <a:r>
                        <a:rPr lang="en-US" sz="800" b="0" i="0" u="none" strike="noStrike" kern="1200" cap="none" spc="0" normalizeH="0" baseline="0" noProof="0">
                          <a:ln>
                            <a:noFill/>
                          </a:ln>
                          <a:solidFill>
                            <a:srgbClr val="000000"/>
                          </a:solidFill>
                          <a:effectLst/>
                          <a:uLnTx/>
                          <a:uFillTx/>
                          <a:latin typeface="Spectrum Sans Book"/>
                          <a:ea typeface="+mn-ea"/>
                          <a:cs typeface="+mn-cs"/>
                        </a:rPr>
                        <a:t>format changes to</a:t>
                      </a:r>
                      <a:r>
                        <a:rPr kumimoji="0" lang="en-US" sz="800" b="0" i="0" u="none" strike="noStrike" kern="1200" cap="none" spc="0" normalizeH="0" baseline="0" noProof="0">
                          <a:ln>
                            <a:noFill/>
                          </a:ln>
                          <a:solidFill>
                            <a:srgbClr val="000000"/>
                          </a:solidFill>
                          <a:effectLst/>
                          <a:uLnTx/>
                          <a:uFillTx/>
                          <a:latin typeface="Spectrum Sans Book"/>
                          <a:ea typeface="+mn-ea"/>
                          <a:cs typeface="+mn-cs"/>
                        </a:rPr>
                        <a:t> </a:t>
                      </a:r>
                      <a:r>
                        <a:rPr lang="en-US" sz="800" b="0" i="0" u="none" strike="noStrike" kern="1200" cap="none" spc="0" normalizeH="0" baseline="0" noProof="0">
                          <a:ln>
                            <a:noFill/>
                          </a:ln>
                          <a:solidFill>
                            <a:srgbClr val="000000"/>
                          </a:solidFill>
                          <a:effectLst/>
                          <a:uLnTx/>
                          <a:uFillTx/>
                          <a:latin typeface="Spectrum Sans Book"/>
                          <a:ea typeface="+mn-ea"/>
                          <a:cs typeface="+mn-cs"/>
                        </a:rPr>
                        <a:t>ensure </a:t>
                      </a:r>
                      <a:r>
                        <a:rPr kumimoji="0" lang="en-US" sz="800" b="0" i="0" u="none" strike="noStrike" kern="1200" cap="none" spc="0" normalizeH="0" baseline="0" noProof="0">
                          <a:ln>
                            <a:noFill/>
                          </a:ln>
                          <a:solidFill>
                            <a:srgbClr val="000000"/>
                          </a:solidFill>
                          <a:effectLst/>
                          <a:uLnTx/>
                          <a:uFillTx/>
                          <a:latin typeface="Spectrum Sans Book"/>
                          <a:ea typeface="+mn-ea"/>
                          <a:cs typeface="+mn-cs"/>
                        </a:rPr>
                        <a:t> backward compatibility </a:t>
                      </a:r>
                      <a:r>
                        <a:rPr lang="en-US" sz="800" b="0" i="0" u="none" strike="noStrike" kern="1200" cap="none" spc="0" normalizeH="0" baseline="0" noProof="0">
                          <a:ln>
                            <a:noFill/>
                          </a:ln>
                          <a:solidFill>
                            <a:srgbClr val="000000"/>
                          </a:solidFill>
                          <a:effectLst/>
                          <a:uLnTx/>
                          <a:uFillTx/>
                          <a:latin typeface="Spectrum Sans Book"/>
                          <a:ea typeface="+mn-ea"/>
                          <a:cs typeface="+mn-cs"/>
                        </a:rPr>
                        <a:t>.</a:t>
                      </a:r>
                    </a:p>
                    <a:p>
                      <a:pPr marL="111125" lvl="0" indent="0" algn="l">
                        <a:buNone/>
                      </a:pPr>
                      <a:r>
                        <a:rPr lang="en-US" sz="800" b="0" i="0" u="none" strike="noStrike" kern="1200" cap="none" spc="0" normalizeH="0" baseline="0" noProof="0">
                          <a:ln>
                            <a:noFill/>
                          </a:ln>
                          <a:solidFill>
                            <a:srgbClr val="000000"/>
                          </a:solidFill>
                          <a:effectLst/>
                          <a:uLnTx/>
                          <a:uFillTx/>
                          <a:latin typeface="Spectrum Sans Book"/>
                          <a:ea typeface="+mn-ea"/>
                          <a:cs typeface="+mn-cs"/>
                        </a:rPr>
                        <a:t>Regression test gaps to be addressed with voice and SSO test case coverage. </a:t>
                      </a: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bl>
          </a:graphicData>
        </a:graphic>
      </p:graphicFrame>
      <p:graphicFrame>
        <p:nvGraphicFramePr>
          <p:cNvPr id="7" name="Table Placeholder 11" descr="Table placeholder">
            <a:extLst>
              <a:ext uri="{FF2B5EF4-FFF2-40B4-BE49-F238E27FC236}">
                <a16:creationId xmlns:a16="http://schemas.microsoft.com/office/drawing/2014/main" id="{CB9225CC-C0E9-E465-1599-8D2BE94D2639}"/>
              </a:ext>
            </a:extLst>
          </p:cNvPr>
          <p:cNvGraphicFramePr>
            <a:graphicFrameLocks/>
          </p:cNvGraphicFramePr>
          <p:nvPr>
            <p:extLst>
              <p:ext uri="{D42A27DB-BD31-4B8C-83A1-F6EECF244321}">
                <p14:modId xmlns:p14="http://schemas.microsoft.com/office/powerpoint/2010/main" val="4172752204"/>
              </p:ext>
            </p:extLst>
          </p:nvPr>
        </p:nvGraphicFramePr>
        <p:xfrm>
          <a:off x="5852070" y="4415246"/>
          <a:ext cx="6207146" cy="1813560"/>
        </p:xfrm>
        <a:graphic>
          <a:graphicData uri="http://schemas.openxmlformats.org/drawingml/2006/table">
            <a:tbl>
              <a:tblPr firstRow="1" bandRow="1">
                <a:tableStyleId>{5C22544A-7EE6-4342-B048-85BDC9FD1C3A}</a:tableStyleId>
              </a:tblPr>
              <a:tblGrid>
                <a:gridCol w="2940300">
                  <a:extLst>
                    <a:ext uri="{9D8B030D-6E8A-4147-A177-3AD203B41FA5}">
                      <a16:colId xmlns:a16="http://schemas.microsoft.com/office/drawing/2014/main" val="3132775233"/>
                    </a:ext>
                  </a:extLst>
                </a:gridCol>
                <a:gridCol w="1782392">
                  <a:extLst>
                    <a:ext uri="{9D8B030D-6E8A-4147-A177-3AD203B41FA5}">
                      <a16:colId xmlns:a16="http://schemas.microsoft.com/office/drawing/2014/main" val="45094366"/>
                    </a:ext>
                  </a:extLst>
                </a:gridCol>
                <a:gridCol w="1484454">
                  <a:extLst>
                    <a:ext uri="{9D8B030D-6E8A-4147-A177-3AD203B41FA5}">
                      <a16:colId xmlns:a16="http://schemas.microsoft.com/office/drawing/2014/main" val="2187594111"/>
                    </a:ext>
                  </a:extLst>
                </a:gridCol>
              </a:tblGrid>
              <a:tr h="337894">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latin typeface="Spectrum Sans"/>
                          <a:ea typeface="+mn-ea"/>
                          <a:cs typeface="+mn-cs"/>
                        </a:rPr>
                        <a:t>Mitigation Plans for Unsuccessful Releases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175205">
                <a:tc>
                  <a:txBody>
                    <a:bodyPr/>
                    <a:lstStyle/>
                    <a:p>
                      <a:pPr algn="ctr"/>
                      <a:r>
                        <a:rPr lang="en-US" sz="800" b="1" i="0">
                          <a:solidFill>
                            <a:schemeClr val="tx1"/>
                          </a:solidFill>
                          <a:latin typeface="Spectrum Sans Book"/>
                          <a:cs typeface="Spectrum Sans Book" panose="020B0402020503020304" pitchFamily="34" charset="0"/>
                        </a:rPr>
                        <a:t>Executive Summary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Root Cause</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panose="020B0402020503020304" pitchFamily="34" charset="0"/>
                        </a:rPr>
                        <a:t>Lessons Learned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1063886">
                <a:tc>
                  <a:txBody>
                    <a:bodyPr/>
                    <a:lstStyle/>
                    <a:p>
                      <a:pPr marL="111125" marR="0" lvl="0" indent="0" algn="l">
                        <a:lnSpc>
                          <a:spcPct val="100000"/>
                        </a:lnSpc>
                        <a:spcBef>
                          <a:spcPts val="0"/>
                        </a:spcBef>
                        <a:spcAft>
                          <a:spcPts val="0"/>
                        </a:spcAft>
                        <a:buNone/>
                      </a:pPr>
                      <a:r>
                        <a:rPr kumimoji="0" lang="en-US" sz="800" b="0" i="0" u="none" strike="noStrike" kern="1200" cap="none" spc="0" normalizeH="0" baseline="0">
                          <a:ln>
                            <a:noFill/>
                          </a:ln>
                          <a:solidFill>
                            <a:srgbClr val="000000"/>
                          </a:solidFill>
                          <a:effectLst/>
                          <a:uLnTx/>
                          <a:uFillTx/>
                          <a:latin typeface="Spectrum Sans Book"/>
                          <a:ea typeface="+mn-ea"/>
                          <a:cs typeface="+mn-cs"/>
                        </a:rPr>
                        <a:t>As part of Solo modernization, a 1% canary deployment of the </a:t>
                      </a:r>
                      <a:r>
                        <a:rPr kumimoji="0" lang="en-US" sz="800" b="0" i="0" u="none" strike="noStrike" kern="1200" cap="none" spc="0" normalizeH="0" baseline="0" err="1">
                          <a:ln>
                            <a:noFill/>
                          </a:ln>
                          <a:solidFill>
                            <a:srgbClr val="000000"/>
                          </a:solidFill>
                          <a:effectLst/>
                          <a:uLnTx/>
                          <a:uFillTx/>
                          <a:latin typeface="Spectrum Sans Book"/>
                          <a:ea typeface="+mn-ea"/>
                          <a:cs typeface="+mn-cs"/>
                        </a:rPr>
                        <a:t>SoloSync</a:t>
                      </a:r>
                      <a:r>
                        <a:rPr kumimoji="0" lang="en-US" sz="800" b="0" i="0" u="none" strike="noStrike" kern="1200" cap="none" spc="0" normalizeH="0" baseline="0">
                          <a:ln>
                            <a:noFill/>
                          </a:ln>
                          <a:solidFill>
                            <a:srgbClr val="000000"/>
                          </a:solidFill>
                          <a:effectLst/>
                          <a:uLnTx/>
                          <a:uFillTx/>
                          <a:latin typeface="Spectrum Sans Book"/>
                          <a:ea typeface="+mn-ea"/>
                          <a:cs typeface="+mn-cs"/>
                        </a:rPr>
                        <a:t> Event Manager was implemented in PROD using load balancer </a:t>
                      </a:r>
                      <a:r>
                        <a:rPr kumimoji="0" lang="en-US" sz="800" b="0" i="0" u="none" strike="noStrike" kern="1200" cap="none" spc="0" normalizeH="0" baseline="0" err="1">
                          <a:ln>
                            <a:noFill/>
                          </a:ln>
                          <a:solidFill>
                            <a:srgbClr val="000000"/>
                          </a:solidFill>
                          <a:effectLst/>
                          <a:uLnTx/>
                          <a:uFillTx/>
                          <a:latin typeface="Spectrum Sans Book"/>
                          <a:ea typeface="+mn-ea"/>
                          <a:cs typeface="+mn-cs"/>
                        </a:rPr>
                        <a:t>iRule</a:t>
                      </a:r>
                      <a:r>
                        <a:rPr kumimoji="0" lang="en-US" sz="800" b="0" i="0" u="none" strike="noStrike" kern="1200" cap="none" spc="0" normalizeH="0" baseline="0">
                          <a:ln>
                            <a:noFill/>
                          </a:ln>
                          <a:solidFill>
                            <a:srgbClr val="000000"/>
                          </a:solidFill>
                          <a:effectLst/>
                          <a:uLnTx/>
                          <a:uFillTx/>
                          <a:latin typeface="Spectrum Sans Book"/>
                          <a:ea typeface="+mn-ea"/>
                          <a:cs typeface="+mn-cs"/>
                        </a:rPr>
                        <a:t> configuration. The operations team and CSG conducted initial </a:t>
                      </a:r>
                      <a:r>
                        <a:rPr lang="en-US" sz="800" b="0" i="0" u="none" strike="noStrike" kern="1200" cap="none" spc="0" normalizeH="0" baseline="0">
                          <a:ln>
                            <a:noFill/>
                          </a:ln>
                          <a:solidFill>
                            <a:srgbClr val="000000"/>
                          </a:solidFill>
                          <a:effectLst/>
                          <a:uLnTx/>
                          <a:uFillTx/>
                          <a:latin typeface="Spectrum Sans Book"/>
                          <a:ea typeface="+mn-ea"/>
                          <a:cs typeface="+mn-cs"/>
                        </a:rPr>
                        <a:t>validations</a:t>
                      </a:r>
                      <a:r>
                        <a:rPr kumimoji="0" lang="en-US" sz="800" b="0" i="0" u="none" strike="noStrike" kern="1200" cap="none" spc="0" normalizeH="0" baseline="0">
                          <a:ln>
                            <a:noFill/>
                          </a:ln>
                          <a:solidFill>
                            <a:srgbClr val="000000"/>
                          </a:solidFill>
                          <a:effectLst/>
                          <a:uLnTx/>
                          <a:uFillTx/>
                          <a:latin typeface="Spectrum Sans Book"/>
                          <a:ea typeface="+mn-ea"/>
                          <a:cs typeface="+mn-cs"/>
                        </a:rPr>
                        <a:t> successfully, with no errors during testing. However, when the CSG upstream system started batch processing, it encountered 404-NotFound errors, leading to queuing issues with about 90,000 records out of 11 million total records. Due to the severity of the impact, the change was rolled back immediately via INC#10351202 / eCHG#285812</a:t>
                      </a: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1125" lvl="0" indent="0" algn="l">
                        <a:buNone/>
                      </a:pPr>
                      <a:r>
                        <a:rPr kumimoji="0" lang="en-US" sz="800" b="0" i="0" u="none" strike="noStrike" kern="1200" cap="none" spc="0" normalizeH="0" baseline="0">
                          <a:ln>
                            <a:noFill/>
                          </a:ln>
                          <a:solidFill>
                            <a:srgbClr val="000000"/>
                          </a:solidFill>
                          <a:effectLst/>
                          <a:uLnTx/>
                          <a:uFillTx/>
                          <a:latin typeface="Spectrum Sans Book"/>
                          <a:ea typeface="+mn-ea"/>
                          <a:cs typeface="+mn-cs"/>
                        </a:rPr>
                        <a:t>The incident was caused by the </a:t>
                      </a:r>
                      <a:r>
                        <a:rPr kumimoji="0" lang="en-US" sz="800" b="0" i="0" u="none" strike="noStrike" kern="1200" cap="none" spc="0" normalizeH="0" baseline="0" err="1">
                          <a:ln>
                            <a:noFill/>
                          </a:ln>
                          <a:solidFill>
                            <a:srgbClr val="000000"/>
                          </a:solidFill>
                          <a:effectLst/>
                          <a:uLnTx/>
                          <a:uFillTx/>
                          <a:latin typeface="Spectrum Sans Book"/>
                          <a:ea typeface="+mn-ea"/>
                          <a:cs typeface="+mn-cs"/>
                        </a:rPr>
                        <a:t>iRule</a:t>
                      </a:r>
                      <a:r>
                        <a:rPr kumimoji="0" lang="en-US" sz="800" b="0" i="0" u="none" strike="noStrike" kern="1200" cap="none" spc="0" normalizeH="0" baseline="0">
                          <a:ln>
                            <a:noFill/>
                          </a:ln>
                          <a:solidFill>
                            <a:srgbClr val="000000"/>
                          </a:solidFill>
                          <a:effectLst/>
                          <a:uLnTx/>
                          <a:uFillTx/>
                          <a:latin typeface="Spectrum Sans Book"/>
                          <a:ea typeface="+mn-ea"/>
                          <a:cs typeface="+mn-cs"/>
                        </a:rPr>
                        <a:t> configuration applied at the Event Manager load balancer level. The load balancer's </a:t>
                      </a:r>
                      <a:r>
                        <a:rPr kumimoji="0" lang="en-US" sz="800" b="0" i="0" u="none" strike="noStrike" kern="1200" cap="none" spc="0" normalizeH="0" baseline="0" err="1">
                          <a:ln>
                            <a:noFill/>
                          </a:ln>
                          <a:solidFill>
                            <a:srgbClr val="000000"/>
                          </a:solidFill>
                          <a:effectLst/>
                          <a:uLnTx/>
                          <a:uFillTx/>
                          <a:latin typeface="Spectrum Sans Book"/>
                          <a:ea typeface="+mn-ea"/>
                          <a:cs typeface="+mn-cs"/>
                        </a:rPr>
                        <a:t>iRule</a:t>
                      </a:r>
                      <a:r>
                        <a:rPr kumimoji="0" lang="en-US" sz="800" b="0" i="0" u="none" strike="noStrike" kern="1200" cap="none" spc="0" normalizeH="0" baseline="0">
                          <a:ln>
                            <a:noFill/>
                          </a:ln>
                          <a:solidFill>
                            <a:srgbClr val="000000"/>
                          </a:solidFill>
                          <a:effectLst/>
                          <a:uLnTx/>
                          <a:uFillTx/>
                          <a:latin typeface="Spectrum Sans Book"/>
                          <a:ea typeface="+mn-ea"/>
                          <a:cs typeface="+mn-cs"/>
                        </a:rPr>
                        <a:t>-based canary routing mechanism failed to maintain session affinity or proper endpoint resolution during high-volume batch operations, resulting in 404 Not Found errors</a:t>
                      </a: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1125" lvl="0" indent="0" algn="l">
                        <a:buNone/>
                      </a:pPr>
                      <a:r>
                        <a:rPr lang="en-US" sz="800" b="0" i="0" u="none" strike="noStrike" kern="1200" cap="none" spc="0" normalizeH="0" baseline="0">
                          <a:ln>
                            <a:noFill/>
                          </a:ln>
                          <a:solidFill>
                            <a:srgbClr val="000000"/>
                          </a:solidFill>
                          <a:effectLst/>
                          <a:uLnTx/>
                          <a:uFillTx/>
                          <a:latin typeface="Spectrum Sans Book"/>
                          <a:ea typeface="+mn-ea"/>
                          <a:cs typeface="+mn-cs"/>
                        </a:rPr>
                        <a:t>Time future</a:t>
                      </a:r>
                      <a:r>
                        <a:rPr kumimoji="0" lang="en-US" sz="800" b="0" i="0" u="none" strike="noStrike" kern="1200" cap="none" spc="0" normalizeH="0" baseline="0">
                          <a:ln>
                            <a:noFill/>
                          </a:ln>
                          <a:solidFill>
                            <a:srgbClr val="000000"/>
                          </a:solidFill>
                          <a:effectLst/>
                          <a:uLnTx/>
                          <a:uFillTx/>
                          <a:latin typeface="Spectrum Sans Book"/>
                          <a:ea typeface="+mn-ea"/>
                          <a:cs typeface="+mn-cs"/>
                        </a:rPr>
                        <a:t> deployments </a:t>
                      </a:r>
                      <a:r>
                        <a:rPr lang="en-US" sz="800" b="0" i="0" u="none" strike="noStrike" kern="1200" cap="none" spc="0" normalizeH="0" baseline="0">
                          <a:ln>
                            <a:noFill/>
                          </a:ln>
                          <a:solidFill>
                            <a:srgbClr val="000000"/>
                          </a:solidFill>
                          <a:effectLst/>
                          <a:uLnTx/>
                          <a:uFillTx/>
                          <a:latin typeface="Spectrum Sans Book"/>
                          <a:ea typeface="+mn-ea"/>
                          <a:cs typeface="+mn-cs"/>
                        </a:rPr>
                        <a:t>appropriately with CSG</a:t>
                      </a:r>
                      <a:r>
                        <a:rPr kumimoji="0" lang="en-US" sz="800" b="0" i="0" u="none" strike="noStrike" kern="1200" cap="none" spc="0" normalizeH="0" baseline="0">
                          <a:ln>
                            <a:noFill/>
                          </a:ln>
                          <a:solidFill>
                            <a:srgbClr val="000000"/>
                          </a:solidFill>
                          <a:effectLst/>
                          <a:uLnTx/>
                          <a:uFillTx/>
                          <a:latin typeface="Spectrum Sans Book"/>
                          <a:ea typeface="+mn-ea"/>
                          <a:cs typeface="+mn-cs"/>
                        </a:rPr>
                        <a:t> upstream batch processing windows to monitor CSG batch traffic. Review and redesign the canary approach with the architecture team. Plan GTM-level implementation without </a:t>
                      </a:r>
                      <a:r>
                        <a:rPr kumimoji="0" lang="en-US" sz="800" b="0" i="0" u="none" strike="noStrike" kern="1200" cap="none" spc="0" normalizeH="0" baseline="0" err="1">
                          <a:ln>
                            <a:noFill/>
                          </a:ln>
                          <a:solidFill>
                            <a:srgbClr val="000000"/>
                          </a:solidFill>
                          <a:effectLst/>
                          <a:uLnTx/>
                          <a:uFillTx/>
                          <a:latin typeface="Spectrum Sans Book"/>
                          <a:ea typeface="+mn-ea"/>
                          <a:cs typeface="+mn-cs"/>
                        </a:rPr>
                        <a:t>iRule</a:t>
                      </a:r>
                      <a:r>
                        <a:rPr kumimoji="0" lang="en-US" sz="800" b="0" i="0" u="none" strike="noStrike" kern="1200" cap="none" spc="0" normalizeH="0" baseline="0">
                          <a:ln>
                            <a:noFill/>
                          </a:ln>
                          <a:solidFill>
                            <a:srgbClr val="000000"/>
                          </a:solidFill>
                          <a:effectLst/>
                          <a:uLnTx/>
                          <a:uFillTx/>
                          <a:latin typeface="Spectrum Sans Book"/>
                          <a:ea typeface="+mn-ea"/>
                          <a:cs typeface="+mn-cs"/>
                        </a:rPr>
                        <a:t> dependency</a:t>
                      </a: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bl>
          </a:graphicData>
        </a:graphic>
      </p:graphicFrame>
    </p:spTree>
    <p:extLst>
      <p:ext uri="{BB962C8B-B14F-4D97-AF65-F5344CB8AC3E}">
        <p14:creationId xmlns:p14="http://schemas.microsoft.com/office/powerpoint/2010/main" val="1235034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8583346" y="775090"/>
            <a:ext cx="3368584" cy="5330359"/>
          </a:xfrm>
          <a:solidFill>
            <a:schemeClr val="accent2">
              <a:alpha val="4706"/>
            </a:schemeClr>
          </a:solidFill>
        </p:spPr>
        <p:txBody>
          <a:bodyPr vert="horz" lIns="182880" tIns="182880" rIns="182880" bIns="0" rtlCol="0" anchor="t">
            <a:noAutofit/>
          </a:bodyPr>
          <a:lstStyle/>
          <a:p>
            <a:r>
              <a:rPr lang="en-US" sz="1600" b="1"/>
              <a:t>Key Highlights</a:t>
            </a:r>
          </a:p>
          <a:p>
            <a:pPr>
              <a:spcBef>
                <a:spcPts val="0"/>
              </a:spcBef>
            </a:pPr>
            <a:endParaRPr lang="en-US" sz="1100" b="1"/>
          </a:p>
          <a:p>
            <a:pPr>
              <a:spcBef>
                <a:spcPts val="0"/>
              </a:spcBef>
            </a:pPr>
            <a:r>
              <a:rPr lang="en-US" sz="1100" b="1"/>
              <a:t>Platform Availability</a:t>
            </a:r>
          </a:p>
          <a:p>
            <a:pPr marL="171450" indent="-171450">
              <a:spcBef>
                <a:spcPts val="0"/>
              </a:spcBef>
              <a:buFont typeface="Arial" panose="020B0604020202020204" pitchFamily="34" charset="0"/>
              <a:buChar char="•"/>
            </a:pPr>
            <a:r>
              <a:rPr lang="en-US" sz="1000">
                <a:solidFill>
                  <a:schemeClr val="tx1"/>
                </a:solidFill>
                <a:latin typeface="Spectrum Sans Book"/>
                <a:cs typeface="Spectrum Sans Book"/>
              </a:rPr>
              <a:t>Gateways-AWS had a critical outage that impacted the platform for 60 minutes</a:t>
            </a:r>
          </a:p>
          <a:p>
            <a:pPr marL="171450" indent="-171450">
              <a:spcBef>
                <a:spcPts val="0"/>
              </a:spcBef>
              <a:buFont typeface="Arial" panose="020B0604020202020204" pitchFamily="34" charset="0"/>
              <a:buChar char="•"/>
            </a:pPr>
            <a:r>
              <a:rPr lang="en-US" sz="1000">
                <a:solidFill>
                  <a:schemeClr val="tx1"/>
                </a:solidFill>
                <a:latin typeface="Spectrum Sans Book"/>
                <a:cs typeface="Spectrum Sans Book"/>
              </a:rPr>
              <a:t>All other platforms were at 100% availability</a:t>
            </a:r>
          </a:p>
          <a:p>
            <a:pPr marL="171450" indent="-171450">
              <a:spcBef>
                <a:spcPts val="0"/>
              </a:spcBef>
              <a:buFont typeface="Arial" panose="020B0604020202020204" pitchFamily="34" charset="0"/>
              <a:buChar char="•"/>
            </a:pPr>
            <a:endParaRPr lang="en-US" sz="1000">
              <a:solidFill>
                <a:schemeClr val="tx1"/>
              </a:solidFill>
              <a:latin typeface="Spectrum Sans Book"/>
              <a:cs typeface="Spectrum Sans Book"/>
            </a:endParaRPr>
          </a:p>
          <a:p>
            <a:pPr>
              <a:spcBef>
                <a:spcPts val="0"/>
              </a:spcBef>
            </a:pPr>
            <a:r>
              <a:rPr lang="en-US" sz="1100" b="1"/>
              <a:t>Vulnerability Remediation</a:t>
            </a:r>
          </a:p>
          <a:p>
            <a:pPr marL="171450" indent="-171450">
              <a:spcBef>
                <a:spcPts val="0"/>
              </a:spcBef>
              <a:buFont typeface="Arial" panose="020B0604020202020204" pitchFamily="34" charset="0"/>
              <a:buChar char="•"/>
            </a:pPr>
            <a:r>
              <a:rPr lang="en-US" sz="1000">
                <a:solidFill>
                  <a:schemeClr val="tx1"/>
                </a:solidFill>
                <a:latin typeface="Spectrum Sans Book"/>
                <a:cs typeface="Spectrum Sans Book"/>
              </a:rPr>
              <a:t>Oracle patches to be applied in upcoming maintenance cycles.</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Product Health Measure</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pSp>
        <p:nvGrpSpPr>
          <p:cNvPr id="13" name="Group 12">
            <a:extLst>
              <a:ext uri="{FF2B5EF4-FFF2-40B4-BE49-F238E27FC236}">
                <a16:creationId xmlns:a16="http://schemas.microsoft.com/office/drawing/2014/main" id="{57CE730B-BBA3-7F01-5BDD-F0328245C1A0}"/>
              </a:ext>
            </a:extLst>
          </p:cNvPr>
          <p:cNvGrpSpPr/>
          <p:nvPr/>
        </p:nvGrpSpPr>
        <p:grpSpPr>
          <a:xfrm>
            <a:off x="240062" y="775092"/>
            <a:ext cx="3889359" cy="2678227"/>
            <a:chOff x="301107" y="932302"/>
            <a:chExt cx="4175642" cy="2047331"/>
          </a:xfrm>
        </p:grpSpPr>
        <p:sp>
          <p:nvSpPr>
            <p:cNvPr id="25" name="Rectangle 24">
              <a:extLst>
                <a:ext uri="{FF2B5EF4-FFF2-40B4-BE49-F238E27FC236}">
                  <a16:creationId xmlns:a16="http://schemas.microsoft.com/office/drawing/2014/main" id="{E19337FA-B0B8-8CAF-9255-B72B7F1A8E73}"/>
                </a:ext>
              </a:extLst>
            </p:cNvPr>
            <p:cNvSpPr/>
            <p:nvPr/>
          </p:nvSpPr>
          <p:spPr>
            <a:xfrm>
              <a:off x="301107" y="933332"/>
              <a:ext cx="4175642" cy="2046301"/>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6" name="Chart 5">
              <a:extLst>
                <a:ext uri="{FF2B5EF4-FFF2-40B4-BE49-F238E27FC236}">
                  <a16:creationId xmlns:a16="http://schemas.microsoft.com/office/drawing/2014/main" id="{224FC1D0-E682-91FF-3296-9A6543EA3A07}"/>
                </a:ext>
              </a:extLst>
            </p:cNvPr>
            <p:cNvGraphicFramePr/>
            <p:nvPr>
              <p:extLst>
                <p:ext uri="{D42A27DB-BD31-4B8C-83A1-F6EECF244321}">
                  <p14:modId xmlns:p14="http://schemas.microsoft.com/office/powerpoint/2010/main" val="183239775"/>
                </p:ext>
              </p:extLst>
            </p:nvPr>
          </p:nvGraphicFramePr>
          <p:xfrm>
            <a:off x="301107" y="932302"/>
            <a:ext cx="4048125" cy="1999248"/>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4" name="Group 13">
            <a:extLst>
              <a:ext uri="{FF2B5EF4-FFF2-40B4-BE49-F238E27FC236}">
                <a16:creationId xmlns:a16="http://schemas.microsoft.com/office/drawing/2014/main" id="{CFA2C779-D179-83F7-073D-664F057764E9}"/>
              </a:ext>
            </a:extLst>
          </p:cNvPr>
          <p:cNvGrpSpPr/>
          <p:nvPr/>
        </p:nvGrpSpPr>
        <p:grpSpPr>
          <a:xfrm>
            <a:off x="4325317" y="775092"/>
            <a:ext cx="4039101" cy="2676880"/>
            <a:chOff x="301107" y="933331"/>
            <a:chExt cx="4048125" cy="2175754"/>
          </a:xfrm>
        </p:grpSpPr>
        <p:sp>
          <p:nvSpPr>
            <p:cNvPr id="17" name="Rectangle 16">
              <a:extLst>
                <a:ext uri="{FF2B5EF4-FFF2-40B4-BE49-F238E27FC236}">
                  <a16:creationId xmlns:a16="http://schemas.microsoft.com/office/drawing/2014/main" id="{C3D59D3E-EEFB-7B19-D78C-01A7686C8CDA}"/>
                </a:ext>
              </a:extLst>
            </p:cNvPr>
            <p:cNvSpPr/>
            <p:nvPr/>
          </p:nvSpPr>
          <p:spPr>
            <a:xfrm>
              <a:off x="301107" y="933331"/>
              <a:ext cx="4035831" cy="2175754"/>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8" name="Chart 17">
              <a:extLst>
                <a:ext uri="{FF2B5EF4-FFF2-40B4-BE49-F238E27FC236}">
                  <a16:creationId xmlns:a16="http://schemas.microsoft.com/office/drawing/2014/main" id="{6FB5DC08-19CD-4BAA-76EA-8C693A0413DB}"/>
                </a:ext>
              </a:extLst>
            </p:cNvPr>
            <p:cNvGraphicFramePr/>
            <p:nvPr>
              <p:extLst>
                <p:ext uri="{D42A27DB-BD31-4B8C-83A1-F6EECF244321}">
                  <p14:modId xmlns:p14="http://schemas.microsoft.com/office/powerpoint/2010/main" val="1360515330"/>
                </p:ext>
              </p:extLst>
            </p:nvPr>
          </p:nvGraphicFramePr>
          <p:xfrm>
            <a:off x="301107" y="947847"/>
            <a:ext cx="4048125" cy="1999248"/>
          </p:xfrm>
          <a:graphic>
            <a:graphicData uri="http://schemas.openxmlformats.org/drawingml/2006/chart">
              <c:chart xmlns:c="http://schemas.openxmlformats.org/drawingml/2006/chart" xmlns:r="http://schemas.openxmlformats.org/officeDocument/2006/relationships" r:id="rId4"/>
            </a:graphicData>
          </a:graphic>
        </p:graphicFrame>
      </p:grpSp>
      <p:sp>
        <p:nvSpPr>
          <p:cNvPr id="12" name="Rectangle 11">
            <a:extLst>
              <a:ext uri="{FF2B5EF4-FFF2-40B4-BE49-F238E27FC236}">
                <a16:creationId xmlns:a16="http://schemas.microsoft.com/office/drawing/2014/main" id="{8DD22BB3-1E57-343D-FE59-174591DDAFC0}"/>
              </a:ext>
            </a:extLst>
          </p:cNvPr>
          <p:cNvSpPr/>
          <p:nvPr/>
        </p:nvSpPr>
        <p:spPr>
          <a:xfrm>
            <a:off x="240062" y="3645727"/>
            <a:ext cx="8112089" cy="2459722"/>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5" name="Content Placeholder 7" descr="Chart placeholder">
            <a:extLst>
              <a:ext uri="{FF2B5EF4-FFF2-40B4-BE49-F238E27FC236}">
                <a16:creationId xmlns:a16="http://schemas.microsoft.com/office/drawing/2014/main" id="{BE786F17-630E-C6E1-1767-CDF674915097}"/>
              </a:ext>
            </a:extLst>
          </p:cNvPr>
          <p:cNvGraphicFramePr>
            <a:graphicFrameLocks/>
          </p:cNvGraphicFramePr>
          <p:nvPr>
            <p:extLst>
              <p:ext uri="{D42A27DB-BD31-4B8C-83A1-F6EECF244321}">
                <p14:modId xmlns:p14="http://schemas.microsoft.com/office/powerpoint/2010/main" val="3395828235"/>
              </p:ext>
            </p:extLst>
          </p:nvPr>
        </p:nvGraphicFramePr>
        <p:xfrm>
          <a:off x="340057" y="3712270"/>
          <a:ext cx="7897932" cy="22684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47767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Product Health Measure</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aphicFrame>
        <p:nvGraphicFramePr>
          <p:cNvPr id="6" name="Table Placeholder 11" descr="Table placeholder">
            <a:extLst>
              <a:ext uri="{FF2B5EF4-FFF2-40B4-BE49-F238E27FC236}">
                <a16:creationId xmlns:a16="http://schemas.microsoft.com/office/drawing/2014/main" id="{3464DFFD-41DA-4BE0-841A-D1C21DD30A52}"/>
              </a:ext>
            </a:extLst>
          </p:cNvPr>
          <p:cNvGraphicFramePr>
            <a:graphicFrameLocks/>
          </p:cNvGraphicFramePr>
          <p:nvPr>
            <p:extLst>
              <p:ext uri="{D42A27DB-BD31-4B8C-83A1-F6EECF244321}">
                <p14:modId xmlns:p14="http://schemas.microsoft.com/office/powerpoint/2010/main" val="325117651"/>
              </p:ext>
            </p:extLst>
          </p:nvPr>
        </p:nvGraphicFramePr>
        <p:xfrm>
          <a:off x="256051" y="2058611"/>
          <a:ext cx="11567413" cy="2332180"/>
        </p:xfrm>
        <a:graphic>
          <a:graphicData uri="http://schemas.openxmlformats.org/drawingml/2006/table">
            <a:tbl>
              <a:tblPr firstRow="1" bandRow="1">
                <a:tableStyleId>{5C22544A-7EE6-4342-B048-85BDC9FD1C3A}</a:tableStyleId>
              </a:tblPr>
              <a:tblGrid>
                <a:gridCol w="738616">
                  <a:extLst>
                    <a:ext uri="{9D8B030D-6E8A-4147-A177-3AD203B41FA5}">
                      <a16:colId xmlns:a16="http://schemas.microsoft.com/office/drawing/2014/main" val="3132775233"/>
                    </a:ext>
                  </a:extLst>
                </a:gridCol>
                <a:gridCol w="663905">
                  <a:extLst>
                    <a:ext uri="{9D8B030D-6E8A-4147-A177-3AD203B41FA5}">
                      <a16:colId xmlns:a16="http://schemas.microsoft.com/office/drawing/2014/main" val="2832819454"/>
                    </a:ext>
                  </a:extLst>
                </a:gridCol>
                <a:gridCol w="739635">
                  <a:extLst>
                    <a:ext uri="{9D8B030D-6E8A-4147-A177-3AD203B41FA5}">
                      <a16:colId xmlns:a16="http://schemas.microsoft.com/office/drawing/2014/main" val="407368773"/>
                    </a:ext>
                  </a:extLst>
                </a:gridCol>
                <a:gridCol w="867661">
                  <a:extLst>
                    <a:ext uri="{9D8B030D-6E8A-4147-A177-3AD203B41FA5}">
                      <a16:colId xmlns:a16="http://schemas.microsoft.com/office/drawing/2014/main" val="768776595"/>
                    </a:ext>
                  </a:extLst>
                </a:gridCol>
                <a:gridCol w="1321063">
                  <a:extLst>
                    <a:ext uri="{9D8B030D-6E8A-4147-A177-3AD203B41FA5}">
                      <a16:colId xmlns:a16="http://schemas.microsoft.com/office/drawing/2014/main" val="45094366"/>
                    </a:ext>
                  </a:extLst>
                </a:gridCol>
                <a:gridCol w="2916866">
                  <a:extLst>
                    <a:ext uri="{9D8B030D-6E8A-4147-A177-3AD203B41FA5}">
                      <a16:colId xmlns:a16="http://schemas.microsoft.com/office/drawing/2014/main" val="518567288"/>
                    </a:ext>
                  </a:extLst>
                </a:gridCol>
                <a:gridCol w="1005238">
                  <a:extLst>
                    <a:ext uri="{9D8B030D-6E8A-4147-A177-3AD203B41FA5}">
                      <a16:colId xmlns:a16="http://schemas.microsoft.com/office/drawing/2014/main" val="2187594111"/>
                    </a:ext>
                  </a:extLst>
                </a:gridCol>
                <a:gridCol w="3314429">
                  <a:extLst>
                    <a:ext uri="{9D8B030D-6E8A-4147-A177-3AD203B41FA5}">
                      <a16:colId xmlns:a16="http://schemas.microsoft.com/office/drawing/2014/main" val="1161708541"/>
                    </a:ext>
                  </a:extLst>
                </a:gridCol>
              </a:tblGrid>
              <a:tr h="183621">
                <a:tc gridSpan="8">
                  <a:txBody>
                    <a:bodyPr/>
                    <a:lstStyle/>
                    <a:p>
                      <a:pPr algn="ctr"/>
                      <a:r>
                        <a:rPr lang="en-US" sz="1800" b="0" i="0">
                          <a:solidFill>
                            <a:schemeClr val="tx1"/>
                          </a:solidFill>
                          <a:latin typeface="Spectrum Sans"/>
                        </a:rPr>
                        <a:t>Non-Critical Impairments and Degradations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lnL w="12700" cmpd="sng">
                      <a:noFill/>
                    </a:lnL>
                  </a:tcPr>
                </a:tc>
                <a:tc hMerge="1">
                  <a:txBody>
                    <a:bodyPr/>
                    <a:lstStyle/>
                    <a:p>
                      <a:endParaRPr lang="en-US"/>
                    </a:p>
                  </a:txBody>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26415">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Impacted App</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Causing App</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Degradation</a:t>
                      </a:r>
                      <a:br>
                        <a:rPr lang="en-US" sz="800" b="1" i="0" kern="1200">
                          <a:solidFill>
                            <a:srgbClr val="000000"/>
                          </a:solidFill>
                          <a:latin typeface="Spectrum Sans Book"/>
                          <a:ea typeface="+mn-ea"/>
                          <a:cs typeface="Spectrum Sans Book"/>
                        </a:rPr>
                      </a:br>
                      <a:r>
                        <a:rPr lang="en-US" sz="800" b="1" i="0" kern="1200">
                          <a:solidFill>
                            <a:schemeClr val="tx1"/>
                          </a:solidFill>
                          <a:latin typeface="Spectrum Sans Book"/>
                          <a:ea typeface="+mn-ea"/>
                          <a:cs typeface="Spectrum Sans Book"/>
                        </a:rPr>
                        <a:t>/Impairment</a:t>
                      </a:r>
                    </a:p>
                  </a:txBody>
                  <a:tcPr marL="9525" marR="9525" marT="9525" marB="0" anchor="ctr">
                    <a:lnL w="12700" cmpd="sng">
                      <a:noFill/>
                    </a:lnL>
                    <a:lnR w="38100" cap="flat" cmpd="sng" algn="ctr">
                      <a:no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Duration (Hours)</a:t>
                      </a:r>
                    </a:p>
                  </a:txBody>
                  <a:tcPr marL="9525" marR="9525" marT="9525" marB="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Customer Impact</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Executive Summary</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1" i="0" kern="1200">
                          <a:solidFill>
                            <a:schemeClr val="tx1"/>
                          </a:solidFill>
                          <a:latin typeface="Spectrum Sans Book"/>
                          <a:ea typeface="+mn-ea"/>
                          <a:cs typeface="Spectrum Sans Book"/>
                        </a:rPr>
                        <a:t>Mitigation Steps</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Lessons Learned/ Next Steps</a:t>
                      </a: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564472"/>
                  </a:ext>
                </a:extLst>
              </a:tr>
              <a:tr h="735424">
                <a:tc>
                  <a:txBody>
                    <a:bodyPr/>
                    <a:lstStyle/>
                    <a:p>
                      <a:pPr marL="0" marR="0" lvl="0" indent="0" algn="ctr" rtl="0" eaLnBrk="1" fontAlgn="t" latinLnBrk="0" hangingPunct="1">
                        <a:lnSpc>
                          <a:spcPct val="100000"/>
                        </a:lnSpc>
                        <a:spcBef>
                          <a:spcPts val="0"/>
                        </a:spcBef>
                        <a:spcAft>
                          <a:spcPts val="0"/>
                        </a:spcAft>
                        <a:buClrTx/>
                        <a:buSzTx/>
                        <a:buFontTx/>
                        <a:buNone/>
                      </a:pPr>
                      <a:r>
                        <a:rPr lang="en-US" sz="800" b="0" i="0" kern="1200">
                          <a:solidFill>
                            <a:schemeClr val="accent1"/>
                          </a:solidFill>
                          <a:latin typeface="Spectrum Sans Book"/>
                          <a:ea typeface="+mn-ea"/>
                          <a:cs typeface="+mn-cs"/>
                        </a:rPr>
                        <a:t>SoloSync</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IN" sz="800" b="0" i="0" kern="1200">
                          <a:solidFill>
                            <a:schemeClr val="accent1"/>
                          </a:solidFill>
                          <a:latin typeface="Spectrum Sans Book"/>
                          <a:ea typeface="+mn-ea"/>
                          <a:cs typeface="+mn-cs"/>
                        </a:rPr>
                        <a:t>SoloSync</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800" b="0" i="0" kern="1200">
                          <a:solidFill>
                            <a:schemeClr val="accent1"/>
                          </a:solidFill>
                          <a:latin typeface="Spectrum Sans Book"/>
                          <a:ea typeface="+mn-ea"/>
                          <a:cs typeface="+mn-cs"/>
                        </a:rPr>
                        <a:t>Degradation</a:t>
                      </a:r>
                      <a:endParaRPr lang="en-IN" sz="800" b="0" i="0" kern="1200">
                        <a:solidFill>
                          <a:schemeClr val="accent1"/>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2:00</a:t>
                      </a:r>
                      <a:endParaRPr lang="en-IN" sz="800" b="0" i="0" kern="1200">
                        <a:solidFill>
                          <a:schemeClr val="accent1"/>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t" latinLnBrk="0" hangingPunct="1"/>
                      <a:r>
                        <a:rPr lang="en-US" sz="800" b="0" i="0" kern="1200">
                          <a:solidFill>
                            <a:schemeClr val="accent1"/>
                          </a:solidFill>
                          <a:latin typeface="Spectrum Sans Book"/>
                          <a:ea typeface="+mn-ea"/>
                          <a:cs typeface="+mn-cs"/>
                        </a:rPr>
                        <a:t>Fewer than 1% of customer records (~90k) failed to process as expected during the batch window.</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rtl="0" eaLnBrk="1" fontAlgn="auto" latinLnBrk="0" hangingPunct="1">
                        <a:lnSpc>
                          <a:spcPct val="100000"/>
                        </a:lnSpc>
                        <a:spcBef>
                          <a:spcPts val="0"/>
                        </a:spcBef>
                        <a:spcAft>
                          <a:spcPts val="0"/>
                        </a:spcAft>
                        <a:buClrTx/>
                        <a:buSzTx/>
                        <a:buFontTx/>
                        <a:buNone/>
                      </a:pPr>
                      <a:r>
                        <a:rPr lang="en-US" sz="800" b="0" i="0" kern="1200">
                          <a:solidFill>
                            <a:schemeClr val="accent1"/>
                          </a:solidFill>
                          <a:latin typeface="Spectrum Sans Book"/>
                          <a:ea typeface="+mn-ea"/>
                          <a:cs typeface="+mn-cs"/>
                        </a:rPr>
                        <a:t>As part of the SoloSync Event Manager modernization, 1% of CSG ENI traffic was successfully routed to the Production Event Manager CaaS via an </a:t>
                      </a:r>
                      <a:r>
                        <a:rPr lang="en-US" sz="800" b="0" i="0" kern="1200" err="1">
                          <a:solidFill>
                            <a:schemeClr val="accent1"/>
                          </a:solidFill>
                          <a:latin typeface="Spectrum Sans Book"/>
                          <a:ea typeface="+mn-ea"/>
                          <a:cs typeface="+mn-cs"/>
                        </a:rPr>
                        <a:t>iRule</a:t>
                      </a:r>
                      <a:r>
                        <a:rPr lang="en-US" sz="800" b="0" i="0" kern="1200">
                          <a:solidFill>
                            <a:schemeClr val="accent1"/>
                          </a:solidFill>
                          <a:latin typeface="Spectrum Sans Book"/>
                          <a:ea typeface="+mn-ea"/>
                          <a:cs typeface="+mn-cs"/>
                        </a:rPr>
                        <a:t>, but once CSG initiated upstream batch processing, the application began returning 404-NotFound errors, causing queuing issues</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The change was rolled back, and errors stopped.</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25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800" b="0" i="0" kern="1200">
                          <a:solidFill>
                            <a:schemeClr val="accent1"/>
                          </a:solidFill>
                          <a:latin typeface="Spectrum Sans Book"/>
                          <a:ea typeface="+mn-ea"/>
                          <a:cs typeface="+mn-cs"/>
                        </a:rPr>
                        <a:t>Time future deployments appropriately with CSG batch processing so CSG batch traffic can be effectively monitored.</a:t>
                      </a:r>
                    </a:p>
                    <a:p>
                      <a:pPr marL="2825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800" b="0" i="0" kern="1200">
                          <a:solidFill>
                            <a:schemeClr val="accent1"/>
                          </a:solidFill>
                          <a:latin typeface="Spectrum Sans Book"/>
                          <a:ea typeface="+mn-ea"/>
                          <a:cs typeface="+mn-cs"/>
                        </a:rPr>
                        <a:t>Partner with the architecture team to review and redesign the canary deployment approach.</a:t>
                      </a:r>
                    </a:p>
                    <a:p>
                      <a:pPr marL="2825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800" b="0" i="0" kern="1200">
                          <a:solidFill>
                            <a:schemeClr val="accent1"/>
                          </a:solidFill>
                          <a:latin typeface="Spectrum Sans Book"/>
                          <a:ea typeface="+mn-ea"/>
                          <a:cs typeface="+mn-cs"/>
                        </a:rPr>
                        <a:t>Plan GTM (Global Traffic manager) level implementation to eliminate dependency on </a:t>
                      </a:r>
                      <a:r>
                        <a:rPr lang="en-US" sz="800" b="0" i="0" kern="1200" err="1">
                          <a:solidFill>
                            <a:schemeClr val="accent1"/>
                          </a:solidFill>
                          <a:latin typeface="Spectrum Sans Book"/>
                          <a:ea typeface="+mn-ea"/>
                          <a:cs typeface="+mn-cs"/>
                        </a:rPr>
                        <a:t>iRules</a:t>
                      </a:r>
                      <a:r>
                        <a:rPr lang="en-US" sz="800" b="0" i="0" kern="1200">
                          <a:solidFill>
                            <a:schemeClr val="accent1"/>
                          </a:solidFill>
                          <a:latin typeface="Spectrum Sans Book"/>
                          <a:ea typeface="+mn-ea"/>
                          <a:cs typeface="+mn-cs"/>
                        </a:rPr>
                        <a:t>.</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550200"/>
                  </a:ext>
                </a:extLst>
              </a:tr>
              <a:tr h="844375">
                <a:tc>
                  <a:txBody>
                    <a:bodyPr/>
                    <a:lstStyle/>
                    <a:p>
                      <a:pPr marL="0" marR="0" lvl="0" indent="0" algn="ctr" rtl="0" eaLnBrk="1" fontAlgn="t" latinLnBrk="0" hangingPunct="1">
                        <a:lnSpc>
                          <a:spcPct val="100000"/>
                        </a:lnSpc>
                        <a:spcBef>
                          <a:spcPts val="0"/>
                        </a:spcBef>
                        <a:spcAft>
                          <a:spcPts val="0"/>
                        </a:spcAft>
                        <a:buClrTx/>
                        <a:buSzTx/>
                        <a:buFontTx/>
                        <a:buNone/>
                      </a:pPr>
                      <a:r>
                        <a:rPr lang="en-US" sz="800" b="0" i="0" kern="1200">
                          <a:solidFill>
                            <a:schemeClr val="accent1"/>
                          </a:solidFill>
                          <a:latin typeface="Spectrum Sans Book"/>
                          <a:ea typeface="+mn-ea"/>
                          <a:cs typeface="+mn-cs"/>
                        </a:rPr>
                        <a:t>Enterprise Services</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IN" sz="800" b="0" i="0" kern="1200">
                          <a:solidFill>
                            <a:schemeClr val="accent1"/>
                          </a:solidFill>
                          <a:latin typeface="Spectrum Sans Book"/>
                          <a:ea typeface="+mn-ea"/>
                          <a:cs typeface="+mn-cs"/>
                        </a:rPr>
                        <a:t>GIS</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IN" sz="800" b="0" i="0" kern="1200">
                          <a:solidFill>
                            <a:schemeClr val="accent1"/>
                          </a:solidFill>
                          <a:latin typeface="Spectrum Sans Book"/>
                          <a:ea typeface="+mn-ea"/>
                          <a:cs typeface="+mn-cs"/>
                        </a:rPr>
                        <a:t>Impairment</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IN" sz="800" b="0" i="0" kern="1200">
                          <a:solidFill>
                            <a:schemeClr val="accent1"/>
                          </a:solidFill>
                          <a:latin typeface="Spectrum Sans Book"/>
                          <a:ea typeface="+mn-ea"/>
                          <a:cs typeface="+mn-cs"/>
                        </a:rPr>
                        <a:t>0:52</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t" latinLnBrk="0" hangingPunct="1"/>
                      <a:r>
                        <a:rPr lang="en-US" sz="800" b="0" i="0" kern="1200">
                          <a:solidFill>
                            <a:schemeClr val="accent1"/>
                          </a:solidFill>
                          <a:latin typeface="Spectrum Sans Book"/>
                          <a:ea typeface="+mn-ea"/>
                          <a:cs typeface="+mn-cs"/>
                        </a:rPr>
                        <a:t>~20% of online orders failed</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rtl="0" eaLnBrk="1" fontAlgn="auto" latinLnBrk="0" hangingPunct="1">
                        <a:lnSpc>
                          <a:spcPct val="100000"/>
                        </a:lnSpc>
                        <a:spcBef>
                          <a:spcPts val="0"/>
                        </a:spcBef>
                        <a:spcAft>
                          <a:spcPts val="0"/>
                        </a:spcAft>
                        <a:buClrTx/>
                        <a:buSzTx/>
                        <a:buFontTx/>
                        <a:buNone/>
                      </a:pPr>
                      <a:r>
                        <a:rPr lang="en-US" sz="800" b="0" i="0" kern="1200">
                          <a:solidFill>
                            <a:schemeClr val="accent1"/>
                          </a:solidFill>
                          <a:latin typeface="Spectrum Sans Book"/>
                          <a:ea typeface="+mn-ea"/>
                          <a:cs typeface="+mn-cs"/>
                        </a:rPr>
                        <a:t>Buyflow and several Data Platform applications, including SALI and UCM, experienced delays and failures in ordering transactions that required location information. The impact was caused by contention on a GIS database resource. Affected transactions invoked the Enterprise service findLocation to retrieve location data and became blocked while waiting on the GIS database.</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GIS team restarted App and DB servers to mitigate the issue</a:t>
                      </a: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5425"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i="0" kern="1200">
                          <a:solidFill>
                            <a:schemeClr val="accent1"/>
                          </a:solidFill>
                          <a:latin typeface="Spectrum Sans Book"/>
                          <a:ea typeface="+mn-ea"/>
                          <a:cs typeface="+mn-cs"/>
                        </a:rPr>
                        <a:t>Adjust alert thresholds to notify GIS and stakeholders sooner and minimize the impact.</a:t>
                      </a:r>
                    </a:p>
                    <a:p>
                      <a:pPr marL="225425"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i="0" kern="1200">
                          <a:solidFill>
                            <a:schemeClr val="accent1"/>
                          </a:solidFill>
                          <a:latin typeface="Spectrum Sans Book"/>
                          <a:ea typeface="+mn-ea"/>
                          <a:cs typeface="+mn-cs"/>
                        </a:rPr>
                        <a:t>Pending details from GIS on lessons learned.</a:t>
                      </a:r>
                    </a:p>
                    <a:p>
                      <a:pPr marL="53975" marR="0" lvl="0" indent="0" algn="l" defTabSz="914400" rtl="0" eaLnBrk="1" fontAlgn="auto" latinLnBrk="0" hangingPunct="1">
                        <a:lnSpc>
                          <a:spcPct val="100000"/>
                        </a:lnSpc>
                        <a:spcBef>
                          <a:spcPts val="0"/>
                        </a:spcBef>
                        <a:spcAft>
                          <a:spcPts val="0"/>
                        </a:spcAft>
                        <a:buClrTx/>
                        <a:buSzTx/>
                        <a:buFontTx/>
                        <a:buNone/>
                        <a:tabLst/>
                        <a:defRPr/>
                      </a:pPr>
                      <a:endParaRPr lang="en-US" sz="800" b="0" i="0" kern="1200">
                        <a:solidFill>
                          <a:schemeClr val="accent1"/>
                        </a:solidFill>
                        <a:latin typeface="Spectrum Sans Book"/>
                        <a:ea typeface="+mn-ea"/>
                        <a:cs typeface="+mn-cs"/>
                      </a:endParaRPr>
                    </a:p>
                  </a:txBody>
                  <a:tcPr marL="45720" marR="4572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867080"/>
                  </a:ext>
                </a:extLst>
              </a:tr>
            </a:tbl>
          </a:graphicData>
        </a:graphic>
      </p:graphicFrame>
      <p:graphicFrame>
        <p:nvGraphicFramePr>
          <p:cNvPr id="2" name="Table Placeholder 11" descr="Table placeholder">
            <a:extLst>
              <a:ext uri="{FF2B5EF4-FFF2-40B4-BE49-F238E27FC236}">
                <a16:creationId xmlns:a16="http://schemas.microsoft.com/office/drawing/2014/main" id="{6ADBFAA9-FDEC-3CCB-4C77-44FAAAAB9927}"/>
              </a:ext>
            </a:extLst>
          </p:cNvPr>
          <p:cNvGraphicFramePr>
            <a:graphicFrameLocks/>
          </p:cNvGraphicFramePr>
          <p:nvPr>
            <p:extLst>
              <p:ext uri="{D42A27DB-BD31-4B8C-83A1-F6EECF244321}">
                <p14:modId xmlns:p14="http://schemas.microsoft.com/office/powerpoint/2010/main" val="133483027"/>
              </p:ext>
            </p:extLst>
          </p:nvPr>
        </p:nvGraphicFramePr>
        <p:xfrm>
          <a:off x="258792" y="603849"/>
          <a:ext cx="11567414" cy="1367898"/>
        </p:xfrm>
        <a:graphic>
          <a:graphicData uri="http://schemas.openxmlformats.org/drawingml/2006/table">
            <a:tbl>
              <a:tblPr firstRow="1" bandRow="1">
                <a:tableStyleId>{5C22544A-7EE6-4342-B048-85BDC9FD1C3A}</a:tableStyleId>
              </a:tblPr>
              <a:tblGrid>
                <a:gridCol w="921054">
                  <a:extLst>
                    <a:ext uri="{9D8B030D-6E8A-4147-A177-3AD203B41FA5}">
                      <a16:colId xmlns:a16="http://schemas.microsoft.com/office/drawing/2014/main" val="3132775233"/>
                    </a:ext>
                  </a:extLst>
                </a:gridCol>
                <a:gridCol w="2577507">
                  <a:extLst>
                    <a:ext uri="{9D8B030D-6E8A-4147-A177-3AD203B41FA5}">
                      <a16:colId xmlns:a16="http://schemas.microsoft.com/office/drawing/2014/main" val="952525855"/>
                    </a:ext>
                  </a:extLst>
                </a:gridCol>
                <a:gridCol w="955992">
                  <a:extLst>
                    <a:ext uri="{9D8B030D-6E8A-4147-A177-3AD203B41FA5}">
                      <a16:colId xmlns:a16="http://schemas.microsoft.com/office/drawing/2014/main" val="457956187"/>
                    </a:ext>
                  </a:extLst>
                </a:gridCol>
                <a:gridCol w="2435629">
                  <a:extLst>
                    <a:ext uri="{9D8B030D-6E8A-4147-A177-3AD203B41FA5}">
                      <a16:colId xmlns:a16="http://schemas.microsoft.com/office/drawing/2014/main" val="4054069115"/>
                    </a:ext>
                  </a:extLst>
                </a:gridCol>
                <a:gridCol w="2126977">
                  <a:extLst>
                    <a:ext uri="{9D8B030D-6E8A-4147-A177-3AD203B41FA5}">
                      <a16:colId xmlns:a16="http://schemas.microsoft.com/office/drawing/2014/main" val="2268739836"/>
                    </a:ext>
                  </a:extLst>
                </a:gridCol>
                <a:gridCol w="2550255">
                  <a:extLst>
                    <a:ext uri="{9D8B030D-6E8A-4147-A177-3AD203B41FA5}">
                      <a16:colId xmlns:a16="http://schemas.microsoft.com/office/drawing/2014/main" val="3116565536"/>
                    </a:ext>
                  </a:extLst>
                </a:gridCol>
              </a:tblGrid>
              <a:tr h="365225">
                <a:tc gridSpan="6">
                  <a:txBody>
                    <a:bodyPr/>
                    <a:lstStyle/>
                    <a:p>
                      <a:pPr algn="ctr"/>
                      <a:r>
                        <a:rPr lang="en-US" sz="1800" b="0" i="0">
                          <a:solidFill>
                            <a:schemeClr val="tx1"/>
                          </a:solidFill>
                          <a:latin typeface="Spectrum Sans"/>
                        </a:rPr>
                        <a:t>Critical Outages</a:t>
                      </a: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0" i="0">
                        <a:solidFill>
                          <a:schemeClr val="tx1"/>
                        </a:solidFill>
                        <a:latin typeface="Spectrum Sans"/>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25968">
                <a:tc>
                  <a:txBody>
                    <a:bodyPr/>
                    <a:lstStyle/>
                    <a:p>
                      <a:pPr algn="ctr"/>
                      <a:r>
                        <a:rPr lang="en-US" sz="800" b="1" i="0">
                          <a:solidFill>
                            <a:schemeClr val="tx1"/>
                          </a:solidFill>
                          <a:latin typeface="Spectrum Sans Book"/>
                          <a:cs typeface="Spectrum Sans Book"/>
                        </a:rPr>
                        <a:t>Application</a:t>
                      </a:r>
                    </a:p>
                  </a:txBody>
                  <a:tcPr marL="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Summary</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Duration (hours)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Customer Impact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Mitigation Steps</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a:solidFill>
                            <a:schemeClr val="tx1"/>
                          </a:solidFill>
                          <a:latin typeface="Spectrum Sans Book"/>
                          <a:cs typeface="Spectrum Sans Book"/>
                        </a:rPr>
                        <a:t>Lessons Learned</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9541586"/>
                  </a:ext>
                </a:extLst>
              </a:tr>
              <a:tr h="730450">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Gateway - AWS</a:t>
                      </a:r>
                    </a:p>
                    <a:p>
                      <a:pPr marL="0" marR="0" lvl="0" indent="0" algn="ctr" rtl="0" eaLnBrk="1" fontAlgn="t" latinLnBrk="0" hangingPunct="1">
                        <a:lnSpc>
                          <a:spcPct val="100000"/>
                        </a:lnSpc>
                        <a:spcBef>
                          <a:spcPts val="0"/>
                        </a:spcBef>
                        <a:spcAft>
                          <a:spcPts val="0"/>
                        </a:spcAft>
                        <a:buClrTx/>
                        <a:buSzTx/>
                        <a:buFontTx/>
                        <a:buNone/>
                      </a:pPr>
                      <a:endParaRPr lang="en-US"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800" b="0" i="0" kern="1200" noProof="0">
                          <a:solidFill>
                            <a:schemeClr val="accent1"/>
                          </a:solidFill>
                          <a:latin typeface="Spectrum Sans Book"/>
                          <a:ea typeface="+mn-ea"/>
                          <a:cs typeface="+mn-cs"/>
                        </a:rPr>
                        <a:t>PiNxt deployment on 2/5 night missed health check for required number of Istio Pods. Application was running with just 2 Istio pods instead of 100. PiNxt gateway could not handle peak time traffic load. </a:t>
                      </a:r>
                    </a:p>
                    <a:p>
                      <a:pPr algn="l" fontAlgn="t"/>
                      <a:endParaRPr lang="en-IN"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1:00</a:t>
                      </a: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800" b="0" i="0" kern="1200" noProof="0">
                          <a:solidFill>
                            <a:schemeClr val="accent1"/>
                          </a:solidFill>
                          <a:latin typeface="Spectrum Sans Book"/>
                          <a:ea typeface="+mn-ea"/>
                          <a:cs typeface="+mn-cs"/>
                        </a:rPr>
                        <a:t>Customers company-wide began experiencing login errors when attempting to use the Spectrum TV App with 98% failure rate. Also impacted Spec Core, C3PO, MBO, </a:t>
                      </a:r>
                      <a:r>
                        <a:rPr lang="en-US" sz="800" b="0" i="0" kern="1200" noProof="0" err="1">
                          <a:solidFill>
                            <a:schemeClr val="accent1"/>
                          </a:solidFill>
                          <a:latin typeface="Spectrum Sans Book"/>
                          <a:ea typeface="+mn-ea"/>
                          <a:cs typeface="+mn-cs"/>
                        </a:rPr>
                        <a:t>WinTool</a:t>
                      </a:r>
                      <a:r>
                        <a:rPr lang="en-US" sz="800" b="0" i="0" kern="1200" noProof="0">
                          <a:solidFill>
                            <a:schemeClr val="accent1"/>
                          </a:solidFill>
                          <a:latin typeface="Spectrum Sans Book"/>
                          <a:ea typeface="+mn-ea"/>
                          <a:cs typeface="+mn-cs"/>
                        </a:rPr>
                        <a:t>, Risk Decision Engine, and SM360</a:t>
                      </a:r>
                    </a:p>
                    <a:p>
                      <a:pPr marL="0" marR="0" lvl="0" indent="0" algn="ctr" defTabSz="914400" rtl="0" eaLnBrk="1" fontAlgn="t" latinLnBrk="0" hangingPunct="1">
                        <a:lnSpc>
                          <a:spcPct val="100000"/>
                        </a:lnSpc>
                        <a:spcBef>
                          <a:spcPts val="0"/>
                        </a:spcBef>
                        <a:spcAft>
                          <a:spcPts val="0"/>
                        </a:spcAft>
                        <a:buClrTx/>
                        <a:buSzTx/>
                        <a:buFontTx/>
                        <a:buNone/>
                        <a:tabLst/>
                        <a:defRPr/>
                      </a:pPr>
                      <a:endParaRPr lang="en-IN"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800" b="0" i="0" kern="1200">
                          <a:solidFill>
                            <a:schemeClr val="accent1"/>
                          </a:solidFill>
                          <a:latin typeface="Spectrum Sans Book"/>
                          <a:ea typeface="+mn-ea"/>
                          <a:cs typeface="+mn-cs"/>
                        </a:rPr>
                        <a:t>Prod Ops team shifted traffic to fully scaled healthy Inactive cluster to resolve issue. Pipeline was used to shift Global accelerator weight 100% pointing to that healthy cluster. </a:t>
                      </a:r>
                    </a:p>
                    <a:p>
                      <a:pPr marL="0" algn="l" defTabSz="914400" rtl="0" eaLnBrk="1" fontAlgn="t" latinLnBrk="0" hangingPunct="1"/>
                      <a:endParaRPr lang="en-US"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lvl="0" indent="-228600" algn="l" rtl="0" fontAlgn="base">
                        <a:lnSpc>
                          <a:spcPts val="825"/>
                        </a:lnSpc>
                        <a:buAutoNum type="arabicPeriod"/>
                      </a:pPr>
                      <a:r>
                        <a:rPr lang="en-US" sz="800" b="0" i="0" kern="1200">
                          <a:solidFill>
                            <a:schemeClr val="accent1"/>
                          </a:solidFill>
                          <a:latin typeface="Spectrum Sans Book"/>
                          <a:ea typeface="+mn-ea"/>
                          <a:cs typeface="+mn-cs"/>
                        </a:rPr>
                        <a:t>Deployment pipeline automation to include auto scaling and health checks. </a:t>
                      </a:r>
                    </a:p>
                    <a:p>
                      <a:pPr marL="228600" lvl="0" indent="-228600" algn="l">
                        <a:lnSpc>
                          <a:spcPts val="825"/>
                        </a:lnSpc>
                        <a:buAutoNum type="arabicPeriod"/>
                      </a:pPr>
                      <a:r>
                        <a:rPr lang="en-US" sz="800" b="0" i="0" kern="1200">
                          <a:solidFill>
                            <a:schemeClr val="accent1"/>
                          </a:solidFill>
                          <a:latin typeface="Spectrum Sans Book"/>
                          <a:ea typeface="+mn-ea"/>
                          <a:cs typeface="+mn-cs"/>
                        </a:rPr>
                        <a:t>Prod dashboard to compare infra sizing between Active and Inactive cluster.</a:t>
                      </a:r>
                    </a:p>
                    <a:p>
                      <a:pPr marL="228600" lvl="0" indent="-228600" algn="l">
                        <a:lnSpc>
                          <a:spcPts val="825"/>
                        </a:lnSpc>
                        <a:buAutoNum type="arabicPeriod"/>
                      </a:pPr>
                      <a:r>
                        <a:rPr lang="en-US" sz="800" b="0" i="0" kern="1200">
                          <a:solidFill>
                            <a:schemeClr val="accent1"/>
                          </a:solidFill>
                          <a:latin typeface="Spectrum Sans Book"/>
                          <a:ea typeface="+mn-ea"/>
                          <a:cs typeface="+mn-cs"/>
                        </a:rPr>
                        <a:t>Prod alerting for low infra sizing on active cluster</a:t>
                      </a:r>
                    </a:p>
                    <a:p>
                      <a:pPr marL="53975" marR="0" lvl="0" indent="0" algn="l" rtl="0" eaLnBrk="1" fontAlgn="auto" latinLnBrk="0" hangingPunct="1">
                        <a:lnSpc>
                          <a:spcPct val="100000"/>
                        </a:lnSpc>
                        <a:spcBef>
                          <a:spcPts val="0"/>
                        </a:spcBef>
                        <a:spcAft>
                          <a:spcPts val="0"/>
                        </a:spcAft>
                        <a:buClrTx/>
                        <a:buSzTx/>
                        <a:buFontTx/>
                        <a:buNone/>
                      </a:pPr>
                      <a:endParaRPr lang="en-US" sz="800" b="0" i="0" kern="1200">
                        <a:solidFill>
                          <a:schemeClr val="accent1"/>
                        </a:solidFill>
                        <a:latin typeface="Spectrum Sans Book"/>
                        <a:ea typeface="+mn-ea"/>
                        <a:cs typeface="+mn-cs"/>
                      </a:endParaRPr>
                    </a:p>
                  </a:txBody>
                  <a:tcPr marL="45720" marR="4572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9999410"/>
                  </a:ext>
                </a:extLst>
              </a:tr>
            </a:tbl>
          </a:graphicData>
        </a:graphic>
      </p:graphicFrame>
      <p:graphicFrame>
        <p:nvGraphicFramePr>
          <p:cNvPr id="3" name="Table Placeholder 11" descr="Table placeholder">
            <a:extLst>
              <a:ext uri="{FF2B5EF4-FFF2-40B4-BE49-F238E27FC236}">
                <a16:creationId xmlns:a16="http://schemas.microsoft.com/office/drawing/2014/main" id="{578FADAD-1939-12CF-DB09-0454AFB4906F}"/>
              </a:ext>
            </a:extLst>
          </p:cNvPr>
          <p:cNvGraphicFramePr>
            <a:graphicFrameLocks/>
          </p:cNvGraphicFramePr>
          <p:nvPr>
            <p:extLst>
              <p:ext uri="{D42A27DB-BD31-4B8C-83A1-F6EECF244321}">
                <p14:modId xmlns:p14="http://schemas.microsoft.com/office/powerpoint/2010/main" val="2368730661"/>
              </p:ext>
            </p:extLst>
          </p:nvPr>
        </p:nvGraphicFramePr>
        <p:xfrm>
          <a:off x="256051" y="4555375"/>
          <a:ext cx="4723818" cy="1697321"/>
        </p:xfrm>
        <a:graphic>
          <a:graphicData uri="http://schemas.openxmlformats.org/drawingml/2006/table">
            <a:tbl>
              <a:tblPr firstRow="1" bandRow="1">
                <a:tableStyleId>{5C22544A-7EE6-4342-B048-85BDC9FD1C3A}</a:tableStyleId>
              </a:tblPr>
              <a:tblGrid>
                <a:gridCol w="953624">
                  <a:extLst>
                    <a:ext uri="{9D8B030D-6E8A-4147-A177-3AD203B41FA5}">
                      <a16:colId xmlns:a16="http://schemas.microsoft.com/office/drawing/2014/main" val="656081927"/>
                    </a:ext>
                  </a:extLst>
                </a:gridCol>
                <a:gridCol w="1571625">
                  <a:extLst>
                    <a:ext uri="{9D8B030D-6E8A-4147-A177-3AD203B41FA5}">
                      <a16:colId xmlns:a16="http://schemas.microsoft.com/office/drawing/2014/main" val="3132775233"/>
                    </a:ext>
                  </a:extLst>
                </a:gridCol>
                <a:gridCol w="962025">
                  <a:extLst>
                    <a:ext uri="{9D8B030D-6E8A-4147-A177-3AD203B41FA5}">
                      <a16:colId xmlns:a16="http://schemas.microsoft.com/office/drawing/2014/main" val="4057277874"/>
                    </a:ext>
                  </a:extLst>
                </a:gridCol>
                <a:gridCol w="1236544">
                  <a:extLst>
                    <a:ext uri="{9D8B030D-6E8A-4147-A177-3AD203B41FA5}">
                      <a16:colId xmlns:a16="http://schemas.microsoft.com/office/drawing/2014/main" val="1851909653"/>
                    </a:ext>
                  </a:extLst>
                </a:gridCol>
              </a:tblGrid>
              <a:tr h="401770">
                <a:tc gridSpan="4">
                  <a:txBody>
                    <a:bodyPr/>
                    <a:lstStyle/>
                    <a:p>
                      <a:pPr algn="l"/>
                      <a:r>
                        <a:rPr lang="en-US" sz="1800" b="0" i="0">
                          <a:solidFill>
                            <a:schemeClr val="tx1"/>
                          </a:solidFill>
                          <a:latin typeface="Spectrum Sans"/>
                        </a:rPr>
                        <a:t>Ecosystem Resiliency Improvement Worklist</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12700" cmpd="sng">
                      <a:noFill/>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08325">
                <a:tc>
                  <a:txBody>
                    <a:bodyPr/>
                    <a:lstStyle/>
                    <a:p>
                      <a:pPr algn="ctr"/>
                      <a:r>
                        <a:rPr lang="en-US" sz="800" b="1" i="0">
                          <a:solidFill>
                            <a:schemeClr val="tx1"/>
                          </a:solidFill>
                          <a:latin typeface="Spectrum Sans Book"/>
                          <a:cs typeface="Spectrum Sans Book"/>
                        </a:rPr>
                        <a:t>Issue</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1" i="0" kern="1200">
                          <a:solidFill>
                            <a:schemeClr val="tx1"/>
                          </a:solidFill>
                          <a:latin typeface="Spectrum Sans Book"/>
                          <a:ea typeface="+mn-ea"/>
                          <a:cs typeface="Spectrum Sans Book"/>
                        </a:rPr>
                        <a:t>Improvement/Action Plan</a:t>
                      </a:r>
                      <a:endParaRPr lang="en-US" sz="800" b="1" i="0">
                        <a:solidFill>
                          <a:schemeClr val="tx1"/>
                        </a:solidFill>
                        <a:latin typeface="Spectrum Sans Book"/>
                        <a:cs typeface="Spectrum Sans Book"/>
                      </a:endParaRP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Target Date</a:t>
                      </a:r>
                    </a:p>
                  </a:txBody>
                  <a:tcPr marL="75640" marR="8404" marT="840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800" b="1" i="0" kern="1200">
                          <a:solidFill>
                            <a:schemeClr val="tx1"/>
                          </a:solidFill>
                          <a:latin typeface="Spectrum Sans Book"/>
                          <a:ea typeface="+mn-ea"/>
                          <a:cs typeface="Spectrum Sans Book"/>
                        </a:rPr>
                        <a:t>2026 Impact Minutes</a:t>
                      </a:r>
                    </a:p>
                  </a:txBody>
                  <a:tcPr marL="75640" marR="8404" marT="8404" marB="0"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1072481">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a:ln>
                            <a:noFill/>
                          </a:ln>
                          <a:solidFill>
                            <a:srgbClr val="000000"/>
                          </a:solidFill>
                          <a:effectLst/>
                          <a:uLnTx/>
                          <a:uFillTx/>
                          <a:latin typeface="Spectrum Sans Book"/>
                          <a:ea typeface="+mn-ea"/>
                          <a:cs typeface="Spectrum Sans Book"/>
                        </a:rPr>
                        <a:t>There is no item for Feb 2026</a:t>
                      </a:r>
                    </a:p>
                  </a:txBody>
                  <a:tcPr marL="0" anchor="ctr">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a:ln>
                          <a:noFill/>
                        </a:ln>
                        <a:solidFill>
                          <a:srgbClr val="000000"/>
                        </a:solidFill>
                        <a:effectLst/>
                        <a:uLnTx/>
                        <a:uFillTx/>
                        <a:latin typeface="Spectrum Sans Book"/>
                        <a:ea typeface="+mn-ea"/>
                        <a:cs typeface="Spectrum Sans Book"/>
                      </a:endParaRPr>
                    </a:p>
                  </a:txBody>
                  <a:tcPr marL="0">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800" b="0" i="0">
                        <a:solidFill>
                          <a:schemeClr val="tx1"/>
                        </a:solidFill>
                        <a:latin typeface="Spectrum Sans Book"/>
                        <a:cs typeface="Spectrum Sans Book"/>
                      </a:endParaRP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800" b="0" i="0">
                        <a:solidFill>
                          <a:schemeClr val="tx1"/>
                        </a:solidFill>
                        <a:latin typeface="Spectrum Sans Book"/>
                        <a:cs typeface="Spectrum Sans Book"/>
                      </a:endParaRPr>
                    </a:p>
                  </a:txBody>
                  <a:tcP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700916"/>
                  </a:ext>
                </a:extLst>
              </a:tr>
            </a:tbl>
          </a:graphicData>
        </a:graphic>
      </p:graphicFrame>
      <p:sp>
        <p:nvSpPr>
          <p:cNvPr id="5" name="Rectangle 4">
            <a:extLst>
              <a:ext uri="{FF2B5EF4-FFF2-40B4-BE49-F238E27FC236}">
                <a16:creationId xmlns:a16="http://schemas.microsoft.com/office/drawing/2014/main" id="{230DF038-7DE8-3E51-1698-E38B1D420580}"/>
              </a:ext>
            </a:extLst>
          </p:cNvPr>
          <p:cNvSpPr/>
          <p:nvPr/>
        </p:nvSpPr>
        <p:spPr>
          <a:xfrm>
            <a:off x="5104440" y="4540630"/>
            <a:ext cx="3252863" cy="1697322"/>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7" name="Chart 6">
            <a:extLst>
              <a:ext uri="{FF2B5EF4-FFF2-40B4-BE49-F238E27FC236}">
                <a16:creationId xmlns:a16="http://schemas.microsoft.com/office/drawing/2014/main" id="{16F9B2D6-9B06-A002-B450-0FE9736EF32A}"/>
              </a:ext>
            </a:extLst>
          </p:cNvPr>
          <p:cNvGraphicFramePr/>
          <p:nvPr>
            <p:extLst>
              <p:ext uri="{D42A27DB-BD31-4B8C-83A1-F6EECF244321}">
                <p14:modId xmlns:p14="http://schemas.microsoft.com/office/powerpoint/2010/main" val="564805978"/>
              </p:ext>
            </p:extLst>
          </p:nvPr>
        </p:nvGraphicFramePr>
        <p:xfrm>
          <a:off x="5104440" y="4617907"/>
          <a:ext cx="3046711" cy="1600603"/>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4696C72B-1B65-B863-426E-31F35EC9D9EB}"/>
              </a:ext>
            </a:extLst>
          </p:cNvPr>
          <p:cNvSpPr/>
          <p:nvPr/>
        </p:nvSpPr>
        <p:spPr>
          <a:xfrm>
            <a:off x="8481874" y="4540629"/>
            <a:ext cx="3252863" cy="1697322"/>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9" name="Chart 8">
            <a:extLst>
              <a:ext uri="{FF2B5EF4-FFF2-40B4-BE49-F238E27FC236}">
                <a16:creationId xmlns:a16="http://schemas.microsoft.com/office/drawing/2014/main" id="{9F0B6245-EDDE-A83E-C79D-0F413BCD3FEF}"/>
              </a:ext>
            </a:extLst>
          </p:cNvPr>
          <p:cNvGraphicFramePr/>
          <p:nvPr>
            <p:extLst>
              <p:ext uri="{D42A27DB-BD31-4B8C-83A1-F6EECF244321}">
                <p14:modId xmlns:p14="http://schemas.microsoft.com/office/powerpoint/2010/main" val="2636512272"/>
              </p:ext>
            </p:extLst>
          </p:nvPr>
        </p:nvGraphicFramePr>
        <p:xfrm>
          <a:off x="8582458" y="4637347"/>
          <a:ext cx="3046711" cy="160060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3596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b="0" i="0">
                <a:effectLst/>
                <a:latin typeface="Segoe UI" panose="020B0502040204020203" pitchFamily="34" charset="0"/>
              </a:rPr>
              <a:t>Data Quality and Audits</a:t>
            </a:r>
            <a:br>
              <a:rPr lang="en-US" b="0" i="0">
                <a:effectLst/>
                <a:latin typeface="Segoe UI" panose="020B0502040204020203" pitchFamily="34" charset="0"/>
              </a:rPr>
            </a:br>
            <a:endParaRPr lang="en-US"/>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sp>
        <p:nvSpPr>
          <p:cNvPr id="3" name="Rectangle 2">
            <a:extLst>
              <a:ext uri="{FF2B5EF4-FFF2-40B4-BE49-F238E27FC236}">
                <a16:creationId xmlns:a16="http://schemas.microsoft.com/office/drawing/2014/main" id="{4D7DF34E-D68D-2ADA-CA87-6F4E2B157678}"/>
              </a:ext>
            </a:extLst>
          </p:cNvPr>
          <p:cNvSpPr/>
          <p:nvPr/>
        </p:nvSpPr>
        <p:spPr>
          <a:xfrm>
            <a:off x="428625" y="778987"/>
            <a:ext cx="5458830" cy="251877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8" name="Chart 7">
            <a:extLst>
              <a:ext uri="{FF2B5EF4-FFF2-40B4-BE49-F238E27FC236}">
                <a16:creationId xmlns:a16="http://schemas.microsoft.com/office/drawing/2014/main" id="{B3E0E64F-B9A1-C496-300A-A20FE624BE1D}"/>
              </a:ext>
            </a:extLst>
          </p:cNvPr>
          <p:cNvGraphicFramePr/>
          <p:nvPr>
            <p:extLst>
              <p:ext uri="{D42A27DB-BD31-4B8C-83A1-F6EECF244321}">
                <p14:modId xmlns:p14="http://schemas.microsoft.com/office/powerpoint/2010/main" val="675836864"/>
              </p:ext>
            </p:extLst>
          </p:nvPr>
        </p:nvGraphicFramePr>
        <p:xfrm>
          <a:off x="484334" y="819338"/>
          <a:ext cx="5310074" cy="2375249"/>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7D59A904-FD19-DF2B-94F8-CFB09C24FF86}"/>
              </a:ext>
            </a:extLst>
          </p:cNvPr>
          <p:cNvSpPr/>
          <p:nvPr/>
        </p:nvSpPr>
        <p:spPr>
          <a:xfrm>
            <a:off x="6267265" y="778987"/>
            <a:ext cx="5458830" cy="251877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6" name="Chart 5">
            <a:extLst>
              <a:ext uri="{FF2B5EF4-FFF2-40B4-BE49-F238E27FC236}">
                <a16:creationId xmlns:a16="http://schemas.microsoft.com/office/drawing/2014/main" id="{70679B63-132D-6ACC-26E4-CBB2F2CA2947}"/>
              </a:ext>
            </a:extLst>
          </p:cNvPr>
          <p:cNvGraphicFramePr/>
          <p:nvPr>
            <p:extLst>
              <p:ext uri="{D42A27DB-BD31-4B8C-83A1-F6EECF244321}">
                <p14:modId xmlns:p14="http://schemas.microsoft.com/office/powerpoint/2010/main" val="359395497"/>
              </p:ext>
            </p:extLst>
          </p:nvPr>
        </p:nvGraphicFramePr>
        <p:xfrm>
          <a:off x="6371921" y="861283"/>
          <a:ext cx="5238442" cy="2375249"/>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C9668E53-2B4B-2E5C-2E28-0543FBDD6AD0}"/>
              </a:ext>
            </a:extLst>
          </p:cNvPr>
          <p:cNvSpPr/>
          <p:nvPr/>
        </p:nvSpPr>
        <p:spPr>
          <a:xfrm>
            <a:off x="428625" y="3557273"/>
            <a:ext cx="5458830" cy="251877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marL="0" marR="0" lvl="0" indent="0" algn="l" defTabSz="914400" rtl="0" eaLnBrk="1" fontAlgn="auto" latinLnBrk="0" hangingPunct="1">
              <a:lnSpc>
                <a:spcPct val="110000"/>
              </a:lnSpc>
              <a:spcBef>
                <a:spcPts val="2400"/>
              </a:spcBef>
              <a:spcAft>
                <a:spcPts val="0"/>
              </a:spcAft>
              <a:buClrTx/>
              <a:buSzTx/>
              <a:buFontTx/>
              <a:buNone/>
              <a:tabLst/>
              <a:defRPr/>
            </a:pPr>
            <a:endParaRPr kumimoji="0" lang="en-US" sz="2800" b="0" i="0" u="none" strike="noStrike" kern="1200" cap="none" spc="0" normalizeH="0" baseline="0" noProof="0">
              <a:ln>
                <a:noFill/>
              </a:ln>
              <a:solidFill>
                <a:srgbClr val="002038"/>
              </a:solidFill>
              <a:effectLst/>
              <a:uLnTx/>
              <a:uFillTx/>
              <a:latin typeface="Spectrum Sans Book" panose="020B0402020503020304" pitchFamily="34" charset="0"/>
              <a:ea typeface="+mn-ea"/>
              <a:cs typeface="Spectrum Sans Book" panose="020B0402020503020304" pitchFamily="34" charset="0"/>
            </a:endParaRPr>
          </a:p>
        </p:txBody>
      </p:sp>
      <p:graphicFrame>
        <p:nvGraphicFramePr>
          <p:cNvPr id="11" name="Chart 10">
            <a:extLst>
              <a:ext uri="{FF2B5EF4-FFF2-40B4-BE49-F238E27FC236}">
                <a16:creationId xmlns:a16="http://schemas.microsoft.com/office/drawing/2014/main" id="{9D3DF295-5762-33D9-644D-D836FB59A37F}"/>
              </a:ext>
            </a:extLst>
          </p:cNvPr>
          <p:cNvGraphicFramePr/>
          <p:nvPr>
            <p:extLst>
              <p:ext uri="{D42A27DB-BD31-4B8C-83A1-F6EECF244321}">
                <p14:modId xmlns:p14="http://schemas.microsoft.com/office/powerpoint/2010/main" val="1120925614"/>
              </p:ext>
            </p:extLst>
          </p:nvPr>
        </p:nvGraphicFramePr>
        <p:xfrm>
          <a:off x="499792" y="3627517"/>
          <a:ext cx="5294616" cy="2375249"/>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4">
            <a:extLst>
              <a:ext uri="{FF2B5EF4-FFF2-40B4-BE49-F238E27FC236}">
                <a16:creationId xmlns:a16="http://schemas.microsoft.com/office/drawing/2014/main" id="{73499486-C441-FCCB-9EEB-7C775A5CD8AC}"/>
              </a:ext>
            </a:extLst>
          </p:cNvPr>
          <p:cNvSpPr txBox="1">
            <a:spLocks/>
          </p:cNvSpPr>
          <p:nvPr/>
        </p:nvSpPr>
        <p:spPr>
          <a:xfrm>
            <a:off x="6304545" y="3557274"/>
            <a:ext cx="5458830" cy="2518778"/>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chor="t">
            <a:noAutofit/>
          </a:bodyPr>
          <a:lstStyle>
            <a:lvl1pPr marL="0" indent="0" algn="l" defTabSz="914400" rtl="0" eaLnBrk="1" latinLnBrk="0" hangingPunct="1">
              <a:lnSpc>
                <a:spcPct val="110000"/>
              </a:lnSpc>
              <a:spcBef>
                <a:spcPts val="2400"/>
              </a:spcBef>
              <a:buFont typeface="Arial"/>
              <a:buNone/>
              <a:defRPr lang="en-US" sz="2800" b="0" i="0" kern="1200" dirty="0">
                <a:solidFill>
                  <a:schemeClr val="accent1"/>
                </a:solidFill>
                <a:latin typeface="Spectrum Sans Book" panose="020B0402020503020304" pitchFamily="34" charset="0"/>
                <a:ea typeface="+mn-ea"/>
                <a:cs typeface="Spectrum Sans Book" panose="020B0402020503020304" pitchFamily="34" charset="0"/>
              </a:defRPr>
            </a:lvl1pPr>
            <a:lvl2pPr marL="176213" indent="-176213" algn="l" defTabSz="914400" rtl="0" eaLnBrk="1" latinLnBrk="0" hangingPunct="1">
              <a:lnSpc>
                <a:spcPct val="110000"/>
              </a:lnSpc>
              <a:spcBef>
                <a:spcPts val="1000"/>
              </a:spcBef>
              <a:buFont typeface="Arial" panose="020B0604020202020204" pitchFamily="34" charset="0"/>
              <a:buChar char="•"/>
              <a:tabLst/>
              <a:defRPr sz="1400" b="0" i="0" kern="1200">
                <a:solidFill>
                  <a:schemeClr val="accent1"/>
                </a:solidFill>
                <a:latin typeface="Spectrum Sans Book" panose="020B0402020503020304" pitchFamily="34" charset="0"/>
                <a:ea typeface="+mn-ea"/>
                <a:cs typeface="Spectrum Sans Book" panose="020B0402020503020304" pitchFamily="34" charset="0"/>
              </a:defRPr>
            </a:lvl2pPr>
            <a:lvl3pPr marL="344488" indent="-168275" algn="l" defTabSz="914400" rtl="0" eaLnBrk="1" latinLnBrk="0" hangingPunct="1">
              <a:lnSpc>
                <a:spcPct val="110000"/>
              </a:lnSpc>
              <a:spcBef>
                <a:spcPts val="400"/>
              </a:spcBef>
              <a:buFont typeface="Arial"/>
              <a:buChar char="–"/>
              <a:tabLst/>
              <a:defRPr sz="1100" b="0" i="0" kern="1200">
                <a:solidFill>
                  <a:schemeClr val="accent1"/>
                </a:solidFill>
                <a:latin typeface="Spectrum Sans Book" panose="020B0402020503020304" pitchFamily="34" charset="0"/>
                <a:ea typeface="+mn-ea"/>
                <a:cs typeface="Spectrum Sans Book" panose="020B0402020503020304" pitchFamily="34" charset="0"/>
              </a:defRPr>
            </a:lvl3pPr>
            <a:lvl4pPr marL="0" indent="0" algn="l" defTabSz="914400" rtl="0" eaLnBrk="1" latinLnBrk="0" hangingPunct="1">
              <a:lnSpc>
                <a:spcPct val="100000"/>
              </a:lnSpc>
              <a:spcBef>
                <a:spcPts val="2400"/>
              </a:spcBef>
              <a:buFont typeface="Arial" panose="020B0604020202020204" pitchFamily="34" charset="0"/>
              <a:buNone/>
              <a:tabLst/>
              <a:defRPr sz="1100" b="0" i="0" kern="1200">
                <a:solidFill>
                  <a:schemeClr val="tx1"/>
                </a:solidFill>
                <a:latin typeface="Arial" panose="020B0502020503020304" pitchFamily="34" charset="0"/>
                <a:ea typeface="+mn-ea"/>
                <a:cs typeface="Arial" panose="020B0502020503020304" pitchFamily="34" charset="0"/>
              </a:defRPr>
            </a:lvl4pPr>
            <a:lvl5pPr marL="519113" indent="-173038" algn="l" defTabSz="914400" rtl="0" eaLnBrk="1" latinLnBrk="0" hangingPunct="1">
              <a:lnSpc>
                <a:spcPct val="90000"/>
              </a:lnSpc>
              <a:spcBef>
                <a:spcPts val="200"/>
              </a:spcBef>
              <a:buFont typeface="Arial" panose="020B0604020202020204" pitchFamily="34" charset="0"/>
              <a:buChar char="•"/>
              <a:tabLst/>
              <a:defRPr sz="1200" b="0" i="0" kern="1200">
                <a:solidFill>
                  <a:schemeClr val="tx1"/>
                </a:solidFill>
                <a:latin typeface="Arial" panose="020B0406030202020203" pitchFamily="34"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0"/>
              </a:spcAft>
              <a:buClrTx/>
              <a:buSzTx/>
              <a:buFont typeface="Arial"/>
              <a:buNone/>
              <a:tabLst/>
              <a:defRPr/>
            </a:pPr>
            <a:r>
              <a:rPr kumimoji="0" lang="en-US" sz="1600" b="1" i="0" u="none" strike="noStrike" kern="1200" cap="none" spc="0" normalizeH="0" baseline="0" noProof="0">
                <a:ln>
                  <a:noFill/>
                </a:ln>
                <a:solidFill>
                  <a:srgbClr val="002038"/>
                </a:solidFill>
                <a:effectLst/>
                <a:uLnTx/>
                <a:uFillTx/>
                <a:latin typeface="Spectrum Sans Book"/>
                <a:ea typeface="+mn-ea"/>
                <a:cs typeface="Spectrum Sans Book"/>
              </a:rPr>
              <a:t>Key Highlights</a:t>
            </a:r>
          </a:p>
          <a:p>
            <a:pPr marL="0" marR="0" lvl="0" indent="0" algn="l" defTabSz="914400" rtl="0" eaLnBrk="1" fontAlgn="auto" latinLnBrk="0" hangingPunct="1">
              <a:lnSpc>
                <a:spcPct val="110000"/>
              </a:lnSpc>
              <a:spcBef>
                <a:spcPts val="0"/>
              </a:spcBef>
              <a:spcAft>
                <a:spcPts val="0"/>
              </a:spcAft>
              <a:buClrTx/>
              <a:buSzTx/>
              <a:buFont typeface="Arial"/>
              <a:buNone/>
              <a:tabLst/>
              <a:defRPr/>
            </a:pPr>
            <a:endParaRPr kumimoji="0" lang="en-US" sz="1000" b="0" i="0" u="none" strike="noStrike" kern="1200" cap="none" spc="0" normalizeH="0" baseline="0" noProof="0">
              <a:ln>
                <a:noFill/>
              </a:ln>
              <a:solidFill>
                <a:srgbClr val="1F2122"/>
              </a:solidFill>
              <a:effectLst/>
              <a:uLnTx/>
              <a:uFillTx/>
              <a:latin typeface="Spectrum Sans Book" panose="020B0402020503020304" pitchFamily="34" charset="0"/>
              <a:ea typeface="+mn-ea"/>
              <a:cs typeface="Spectrum Sans Book" panose="020B0402020503020304" pitchFamily="34" charset="0"/>
            </a:endParaRPr>
          </a:p>
          <a:p>
            <a:pPr marL="171450" indent="-171450">
              <a:spcBef>
                <a:spcPts val="0"/>
              </a:spcBef>
              <a:buFont typeface="Wingdings" panose="05000000000000000000" pitchFamily="2" charset="2"/>
              <a:buChar char="§"/>
              <a:defRPr/>
            </a:pPr>
            <a:r>
              <a:rPr lang="en-US" sz="900" b="1">
                <a:solidFill>
                  <a:srgbClr val="1F2122"/>
                </a:solidFill>
                <a:latin typeface="Spectrum Sans Book"/>
              </a:rPr>
              <a:t>LCHTR LOB Status Only Audit: </a:t>
            </a:r>
            <a:r>
              <a:rPr lang="en-US" sz="900">
                <a:solidFill>
                  <a:srgbClr val="1F2122"/>
                </a:solidFill>
                <a:latin typeface="Spectrum Sans Book"/>
              </a:rPr>
              <a:t>The high-level LOB status audit identified discrepancies but could not isolate root causes. We are replacing it with a detailed entitlement audit in April to pinpoint issues and prevent recurrence.</a:t>
            </a:r>
            <a:endParaRPr lang="en-US" sz="900">
              <a:solidFill>
                <a:srgbClr val="1F2122"/>
              </a:solidFill>
              <a:highlight>
                <a:srgbClr val="FFFF00"/>
              </a:highlight>
              <a:latin typeface="Spectrum Sans Book"/>
            </a:endParaRPr>
          </a:p>
          <a:p>
            <a:pPr marL="171450" indent="-171450">
              <a:spcBef>
                <a:spcPts val="0"/>
              </a:spcBef>
              <a:buFont typeface="Wingdings" panose="05000000000000000000" pitchFamily="2" charset="2"/>
              <a:buChar char="§"/>
              <a:defRPr/>
            </a:pPr>
            <a:endParaRPr lang="en-US" sz="900">
              <a:solidFill>
                <a:srgbClr val="1F2122"/>
              </a:solidFill>
              <a:highlight>
                <a:srgbClr val="FFFF00"/>
              </a:highlight>
              <a:latin typeface="Spectrum Sans Book"/>
            </a:endParaRPr>
          </a:p>
        </p:txBody>
      </p:sp>
    </p:spTree>
    <p:extLst>
      <p:ext uri="{BB962C8B-B14F-4D97-AF65-F5344CB8AC3E}">
        <p14:creationId xmlns:p14="http://schemas.microsoft.com/office/powerpoint/2010/main" val="386664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2818E-C7D5-38D1-B64F-8AE31F0332B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BD30DAC-846B-719B-EB13-280EAB39DD77}"/>
              </a:ext>
            </a:extLst>
          </p:cNvPr>
          <p:cNvSpPr>
            <a:spLocks noGrp="1"/>
          </p:cNvSpPr>
          <p:nvPr>
            <p:ph type="title"/>
          </p:nvPr>
        </p:nvSpPr>
        <p:spPr>
          <a:xfrm>
            <a:off x="428626" y="259430"/>
            <a:ext cx="6257400" cy="328304"/>
          </a:xfrm>
        </p:spPr>
        <p:txBody>
          <a:bodyPr/>
          <a:lstStyle/>
          <a:p>
            <a:r>
              <a:rPr lang="en-US"/>
              <a:t>Data Quality Issues and Remediation</a:t>
            </a:r>
          </a:p>
        </p:txBody>
      </p:sp>
      <p:sp>
        <p:nvSpPr>
          <p:cNvPr id="4" name="Slide Number Placeholder 3">
            <a:extLst>
              <a:ext uri="{FF2B5EF4-FFF2-40B4-BE49-F238E27FC236}">
                <a16:creationId xmlns:a16="http://schemas.microsoft.com/office/drawing/2014/main" id="{19E1B1E0-3F9F-7F91-806D-2B6AEF9B798E}"/>
              </a:ext>
            </a:extLst>
          </p:cNvPr>
          <p:cNvSpPr>
            <a:spLocks noGrp="1"/>
          </p:cNvSpPr>
          <p:nvPr>
            <p:ph type="sldNum"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82C3BC0-3EBF-3C4C-A3D8-795624EBC6AA}" type="slidenum">
              <a:rPr kumimoji="0" lang="en-US" sz="800" b="0" i="0" u="none" strike="noStrike" kern="1200" cap="none" spc="0" normalizeH="0" baseline="0" noProof="0" smtClean="0">
                <a:ln>
                  <a:noFill/>
                </a:ln>
                <a:solidFill>
                  <a:srgbClr val="002038"/>
                </a:solidFill>
                <a:effectLst/>
                <a:uLnTx/>
                <a:uFillTx/>
                <a:latin typeface="Spectrum Sans" panose="020B0502020503020304" pitchFamily="34" charset="0"/>
                <a:ea typeface="+mn-ea"/>
                <a:cs typeface="Spectrum Sans" panose="020B05020205030203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2038"/>
              </a:solidFill>
              <a:effectLst/>
              <a:uLnTx/>
              <a:uFillTx/>
              <a:latin typeface="Spectrum Sans" panose="020B0502020503020304" pitchFamily="34" charset="0"/>
              <a:ea typeface="+mn-ea"/>
              <a:cs typeface="Spectrum Sans" panose="020B0502020503020304" pitchFamily="34" charset="0"/>
            </a:endParaRPr>
          </a:p>
        </p:txBody>
      </p:sp>
      <p:graphicFrame>
        <p:nvGraphicFramePr>
          <p:cNvPr id="2" name="Table 1">
            <a:extLst>
              <a:ext uri="{FF2B5EF4-FFF2-40B4-BE49-F238E27FC236}">
                <a16:creationId xmlns:a16="http://schemas.microsoft.com/office/drawing/2014/main" id="{64241B0E-4397-CC75-502D-9CEFFADC12DF}"/>
              </a:ext>
            </a:extLst>
          </p:cNvPr>
          <p:cNvGraphicFramePr>
            <a:graphicFrameLocks noGrp="1"/>
          </p:cNvGraphicFramePr>
          <p:nvPr>
            <p:extLst>
              <p:ext uri="{D42A27DB-BD31-4B8C-83A1-F6EECF244321}">
                <p14:modId xmlns:p14="http://schemas.microsoft.com/office/powerpoint/2010/main" val="1741479907"/>
              </p:ext>
            </p:extLst>
          </p:nvPr>
        </p:nvGraphicFramePr>
        <p:xfrm>
          <a:off x="243069" y="721399"/>
          <a:ext cx="11644130" cy="4169388"/>
        </p:xfrm>
        <a:graphic>
          <a:graphicData uri="http://schemas.openxmlformats.org/drawingml/2006/table">
            <a:tbl>
              <a:tblPr bandRow="1">
                <a:tableStyleId>{5C22544A-7EE6-4342-B048-85BDC9FD1C3A}</a:tableStyleId>
              </a:tblPr>
              <a:tblGrid>
                <a:gridCol w="506248">
                  <a:extLst>
                    <a:ext uri="{9D8B030D-6E8A-4147-A177-3AD203B41FA5}">
                      <a16:colId xmlns:a16="http://schemas.microsoft.com/office/drawing/2014/main" val="4009950700"/>
                    </a:ext>
                  </a:extLst>
                </a:gridCol>
                <a:gridCol w="719615">
                  <a:extLst>
                    <a:ext uri="{9D8B030D-6E8A-4147-A177-3AD203B41FA5}">
                      <a16:colId xmlns:a16="http://schemas.microsoft.com/office/drawing/2014/main" val="3870360071"/>
                    </a:ext>
                  </a:extLst>
                </a:gridCol>
                <a:gridCol w="2332103">
                  <a:extLst>
                    <a:ext uri="{9D8B030D-6E8A-4147-A177-3AD203B41FA5}">
                      <a16:colId xmlns:a16="http://schemas.microsoft.com/office/drawing/2014/main" val="262378236"/>
                    </a:ext>
                  </a:extLst>
                </a:gridCol>
                <a:gridCol w="1308847">
                  <a:extLst>
                    <a:ext uri="{9D8B030D-6E8A-4147-A177-3AD203B41FA5}">
                      <a16:colId xmlns:a16="http://schemas.microsoft.com/office/drawing/2014/main" val="3066284474"/>
                    </a:ext>
                  </a:extLst>
                </a:gridCol>
                <a:gridCol w="2874621">
                  <a:extLst>
                    <a:ext uri="{9D8B030D-6E8A-4147-A177-3AD203B41FA5}">
                      <a16:colId xmlns:a16="http://schemas.microsoft.com/office/drawing/2014/main" val="4177151088"/>
                    </a:ext>
                  </a:extLst>
                </a:gridCol>
                <a:gridCol w="895546">
                  <a:extLst>
                    <a:ext uri="{9D8B030D-6E8A-4147-A177-3AD203B41FA5}">
                      <a16:colId xmlns:a16="http://schemas.microsoft.com/office/drawing/2014/main" val="3334286402"/>
                    </a:ext>
                  </a:extLst>
                </a:gridCol>
                <a:gridCol w="1602557">
                  <a:extLst>
                    <a:ext uri="{9D8B030D-6E8A-4147-A177-3AD203B41FA5}">
                      <a16:colId xmlns:a16="http://schemas.microsoft.com/office/drawing/2014/main" val="4127652089"/>
                    </a:ext>
                  </a:extLst>
                </a:gridCol>
                <a:gridCol w="1404593">
                  <a:extLst>
                    <a:ext uri="{9D8B030D-6E8A-4147-A177-3AD203B41FA5}">
                      <a16:colId xmlns:a16="http://schemas.microsoft.com/office/drawing/2014/main" val="3108209652"/>
                    </a:ext>
                  </a:extLst>
                </a:gridCol>
              </a:tblGrid>
              <a:tr h="530016">
                <a:tc>
                  <a:txBody>
                    <a:bodyPr/>
                    <a:lstStyle/>
                    <a:p>
                      <a:pPr algn="ctr" fontAlgn="base">
                        <a:lnSpc>
                          <a:spcPts val="975"/>
                        </a:lnSpc>
                        <a:buNone/>
                      </a:pPr>
                      <a:r>
                        <a:rPr lang="en-US" sz="900" b="1">
                          <a:effectLst/>
                          <a:latin typeface="Spectrum Sans Book"/>
                        </a:rPr>
                        <a:t>Partner</a:t>
                      </a:r>
                      <a:endParaRPr lang="en-US" sz="2000">
                        <a:effectLst/>
                        <a:latin typeface="Spectrum Sans Book"/>
                      </a:endParaRP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algn="ctr" defTabSz="914400" rtl="0" eaLnBrk="1" fontAlgn="base" latinLnBrk="0" hangingPunct="1">
                        <a:lnSpc>
                          <a:spcPts val="975"/>
                        </a:lnSpc>
                        <a:buNone/>
                      </a:pPr>
                      <a:r>
                        <a:rPr lang="en-US" sz="900" b="1" kern="1200">
                          <a:solidFill>
                            <a:schemeClr val="dk1"/>
                          </a:solidFill>
                          <a:effectLst/>
                          <a:latin typeface="Spectrum Sans Book"/>
                          <a:ea typeface="+mn-ea"/>
                          <a:cs typeface="+mn-cs"/>
                        </a:rPr>
                        <a:t>Date</a:t>
                      </a: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lvl="0" indent="0" algn="ctr" defTabSz="914400" rtl="0" eaLnBrk="1" fontAlgn="base" latinLnBrk="0" hangingPunct="1">
                        <a:lnSpc>
                          <a:spcPts val="975"/>
                        </a:lnSpc>
                        <a:buNone/>
                      </a:pPr>
                      <a:r>
                        <a:rPr lang="en-US" sz="900" b="1" kern="1200">
                          <a:solidFill>
                            <a:schemeClr val="dk1"/>
                          </a:solidFill>
                          <a:effectLst/>
                          <a:latin typeface="Spectrum Sans Book"/>
                          <a:ea typeface="+mn-ea"/>
                          <a:cs typeface="+mn-cs"/>
                        </a:rPr>
                        <a:t>Summary</a:t>
                      </a: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fontAlgn="base">
                        <a:lnSpc>
                          <a:spcPts val="975"/>
                        </a:lnSpc>
                        <a:buNone/>
                      </a:pPr>
                      <a:r>
                        <a:rPr lang="en-US" sz="900" b="1">
                          <a:effectLst/>
                          <a:latin typeface="Spectrum Sans Book"/>
                        </a:rPr>
                        <a:t>Volume</a:t>
                      </a:r>
                      <a:endParaRPr lang="en-US" sz="2000">
                        <a:effectLst/>
                        <a:latin typeface="Spectrum Sans Book"/>
                      </a:endParaRP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fontAlgn="base">
                        <a:lnSpc>
                          <a:spcPts val="975"/>
                        </a:lnSpc>
                        <a:buNone/>
                      </a:pPr>
                      <a:r>
                        <a:rPr lang="en-US" sz="900" b="1">
                          <a:effectLst/>
                          <a:latin typeface="Spectrum Sans Book"/>
                        </a:rPr>
                        <a:t>Customer Impact</a:t>
                      </a:r>
                      <a:endParaRPr lang="en-US" sz="2000">
                        <a:effectLst/>
                        <a:latin typeface="Spectrum Sans Book"/>
                      </a:endParaRP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fontAlgn="base">
                        <a:lnSpc>
                          <a:spcPts val="975"/>
                        </a:lnSpc>
                        <a:buNone/>
                      </a:pPr>
                      <a:r>
                        <a:rPr lang="en-US" sz="900" b="1">
                          <a:effectLst/>
                          <a:latin typeface="Spectrum Sans Book"/>
                        </a:rPr>
                        <a:t>Batch/ Real Time</a:t>
                      </a:r>
                      <a:endParaRPr lang="en-US" sz="2000">
                        <a:effectLst/>
                        <a:latin typeface="Spectrum Sans Book"/>
                      </a:endParaRP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fontAlgn="base">
                        <a:lnSpc>
                          <a:spcPts val="975"/>
                        </a:lnSpc>
                        <a:buNone/>
                      </a:pPr>
                      <a:r>
                        <a:rPr lang="en-US" sz="900" b="1">
                          <a:effectLst/>
                          <a:latin typeface="Spectrum Sans Book"/>
                        </a:rPr>
                        <a:t>Mitigation Steps</a:t>
                      </a:r>
                      <a:endParaRPr lang="en-US" sz="2000">
                        <a:effectLst/>
                        <a:latin typeface="Spectrum Sans Book"/>
                      </a:endParaRP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fontAlgn="base">
                        <a:lnSpc>
                          <a:spcPts val="975"/>
                        </a:lnSpc>
                        <a:buNone/>
                      </a:pPr>
                      <a:r>
                        <a:rPr lang="en-US" sz="900" b="1">
                          <a:effectLst/>
                          <a:latin typeface="Spectrum Sans Book"/>
                        </a:rPr>
                        <a:t>Lessons Learned/ Next Steps</a:t>
                      </a:r>
                      <a:endParaRPr lang="en-US" sz="2000">
                        <a:effectLst/>
                        <a:latin typeface="Spectrum Sans Book"/>
                      </a:endParaRPr>
                    </a:p>
                  </a:txBody>
                  <a:tcPr marL="9525" marR="9525" marT="952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1741305"/>
                  </a:ext>
                </a:extLst>
              </a:tr>
              <a:tr h="330852">
                <a:tc rowSpan="11">
                  <a:txBody>
                    <a:bodyPr/>
                    <a:lstStyle/>
                    <a:p>
                      <a:pPr marL="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Multiple</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2/3/2026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2/2</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13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2/2</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71342856"/>
                  </a:ext>
                </a:extLst>
              </a:tr>
              <a:tr h="330852">
                <a:tc vMerge="1">
                  <a:txBody>
                    <a:bodyPr/>
                    <a:lstStyle/>
                    <a:p>
                      <a:pPr marL="0" lvl="0" indent="0" algn="l" defTabSz="914400" rtl="0" eaLnBrk="1" fontAlgn="base" latinLnBrk="0" hangingPunct="1">
                        <a:lnSpc>
                          <a:spcPts val="825"/>
                        </a:lnSpc>
                        <a:buNone/>
                      </a:pPr>
                      <a:endParaRPr lang="en-US" sz="800" kern="1200">
                        <a:solidFill>
                          <a:schemeClr val="dk1"/>
                        </a:solidFill>
                        <a:effectLst/>
                        <a:latin typeface="Spectrum Sans Book"/>
                        <a:ea typeface="+mn-ea"/>
                        <a:cs typeface="+mn-cs"/>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2/3/2026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48349628"/>
                  </a:ext>
                </a:extLst>
              </a:tr>
              <a:tr h="330852">
                <a:tc vMerge="1">
                  <a:txBody>
                    <a:bodyPr/>
                    <a:lstStyle/>
                    <a:p>
                      <a:pPr marL="0" lvl="0" indent="0" algn="l" defTabSz="914400" rtl="0" eaLnBrk="1" fontAlgn="base" latinLnBrk="0" hangingPunct="1">
                        <a:lnSpc>
                          <a:spcPts val="825"/>
                        </a:lnSpc>
                        <a:buNone/>
                      </a:pPr>
                      <a:endParaRPr lang="en-US" sz="800" kern="1200">
                        <a:solidFill>
                          <a:schemeClr val="dk1"/>
                        </a:solidFill>
                        <a:effectLst/>
                        <a:latin typeface="Spectrum Sans Book"/>
                        <a:ea typeface="+mn-ea"/>
                        <a:cs typeface="+mn-cs"/>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2/4/2026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2/4</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2/4</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35892987"/>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2/5/2026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2/5</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4</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2/5</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03265754"/>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2/6/2026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9</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371639"/>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2/10/2026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2/10</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5</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2/10</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00606304"/>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2/12/2026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2/12</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2/12</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42729852"/>
                  </a:ext>
                </a:extLst>
              </a:tr>
              <a:tr h="330852">
                <a:tc vMerge="1">
                  <a:txBody>
                    <a:bodyPr/>
                    <a:lstStyle/>
                    <a:p>
                      <a:pPr marL="0" lvl="0" indent="0" algn="l" defTabSz="914400" rtl="0" eaLnBrk="1" fontAlgn="base" latinLnBrk="0" hangingPunct="1">
                        <a:lnSpc>
                          <a:spcPts val="825"/>
                        </a:lnSpc>
                        <a:buNone/>
                      </a:pPr>
                      <a:endParaRPr lang="en-US" sz="800" kern="1200">
                        <a:solidFill>
                          <a:schemeClr val="dk1"/>
                        </a:solidFill>
                        <a:effectLst/>
                        <a:latin typeface="Spectrum Sans Book"/>
                        <a:ea typeface="+mn-ea"/>
                        <a:cs typeface="+mn-cs"/>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2/16/2026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2/16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11</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2/16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603449967"/>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2/18/2026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2/18</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2/18</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3217153"/>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2/23/2026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2/23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4</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2/23</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52651936"/>
                  </a:ext>
                </a:extLst>
              </a:tr>
              <a:tr h="330852">
                <a:tc vMerge="1">
                  <a:txBody>
                    <a:bodyPr/>
                    <a:lstStyle/>
                    <a:p>
                      <a:endParaRPr lang="en-US"/>
                    </a:p>
                  </a:txBody>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2/26/2026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Ascendon Unlinked Transfer Cleanup 2/25</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ctr" defTabSz="914400" rtl="0" eaLnBrk="1" fontAlgn="base" latinLnBrk="0" hangingPunct="1">
                        <a:lnSpc>
                          <a:spcPts val="825"/>
                        </a:lnSpc>
                        <a:buNone/>
                      </a:pPr>
                      <a:r>
                        <a:rPr lang="en-US" sz="800" kern="1200">
                          <a:solidFill>
                            <a:schemeClr val="dk1"/>
                          </a:solidFill>
                          <a:effectLst/>
                          <a:latin typeface="Spectrum Sans Book"/>
                          <a:ea typeface="+mn-ea"/>
                          <a:cs typeface="+mn-cs"/>
                        </a:rPr>
                        <a:t>4</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N/A - Unlinked Transfer Cleanup</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Real Time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825"/>
                        </a:lnSpc>
                        <a:buNone/>
                      </a:pPr>
                      <a:r>
                        <a:rPr lang="en-US" sz="800" kern="1200">
                          <a:solidFill>
                            <a:schemeClr val="dk1"/>
                          </a:solidFill>
                          <a:effectLst/>
                          <a:latin typeface="Spectrum Sans Book"/>
                          <a:ea typeface="+mn-ea"/>
                          <a:cs typeface="+mn-cs"/>
                        </a:rPr>
                        <a:t>Manual cleanup completed 2/26</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171450" lvl="0" indent="-171450" algn="l">
                        <a:lnSpc>
                          <a:spcPts val="825"/>
                        </a:lnSpc>
                        <a:buClr>
                          <a:srgbClr val="000000"/>
                        </a:buClr>
                        <a:buFont typeface="Calibri,Sans-Serif"/>
                        <a:buChar char="-"/>
                      </a:pPr>
                      <a:endParaRPr lang="en-US" sz="800" kern="1200">
                        <a:solidFill>
                          <a:schemeClr val="accent3">
                            <a:lumMod val="75000"/>
                          </a:schemeClr>
                        </a:solidFill>
                        <a:effectLst/>
                        <a:latin typeface="Spectrum Sans Book"/>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4775688"/>
                  </a:ext>
                </a:extLst>
              </a:tr>
            </a:tbl>
          </a:graphicData>
        </a:graphic>
      </p:graphicFrame>
    </p:spTree>
    <p:extLst>
      <p:ext uri="{BB962C8B-B14F-4D97-AF65-F5344CB8AC3E}">
        <p14:creationId xmlns:p14="http://schemas.microsoft.com/office/powerpoint/2010/main" val="440953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3589-23B1-DCC0-E2ED-44939CC45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77023-6B90-508A-5B5B-48F8350CA1D1}"/>
              </a:ext>
            </a:extLst>
          </p:cNvPr>
          <p:cNvSpPr>
            <a:spLocks noGrp="1"/>
          </p:cNvSpPr>
          <p:nvPr>
            <p:ph type="ctrTitle"/>
          </p:nvPr>
        </p:nvSpPr>
        <p:spPr>
          <a:xfrm>
            <a:off x="496888" y="4336528"/>
            <a:ext cx="10177738" cy="844847"/>
          </a:xfrm>
        </p:spPr>
        <p:txBody>
          <a:bodyPr/>
          <a:lstStyle/>
          <a:p>
            <a:r>
              <a:rPr lang="en-US" sz="3600"/>
              <a:t>DATA PLATFORMS ORCHESTRATION SERVICES</a:t>
            </a:r>
          </a:p>
        </p:txBody>
      </p:sp>
      <p:sp>
        <p:nvSpPr>
          <p:cNvPr id="4" name="Slide Number Placeholder 3">
            <a:extLst>
              <a:ext uri="{FF2B5EF4-FFF2-40B4-BE49-F238E27FC236}">
                <a16:creationId xmlns:a16="http://schemas.microsoft.com/office/drawing/2014/main" id="{36DE948C-3CBC-B801-93CD-A8035FEC83B1}"/>
              </a:ext>
            </a:extLst>
          </p:cNvPr>
          <p:cNvSpPr>
            <a:spLocks noGrp="1"/>
          </p:cNvSpPr>
          <p:nvPr>
            <p:ph type="sldNum" sz="quarter" idx="12"/>
          </p:nvPr>
        </p:nvSpPr>
        <p:spPr/>
        <p:txBody>
          <a:bodyPr/>
          <a:lstStyle/>
          <a:p>
            <a:fld id="{A82C3BC0-3EBF-3C4C-A3D8-795624EBC6AA}" type="slidenum">
              <a:rPr lang="en-US" smtClean="0"/>
              <a:pPr/>
              <a:t>19</a:t>
            </a:fld>
            <a:endParaRPr lang="en-US"/>
          </a:p>
        </p:txBody>
      </p:sp>
      <p:sp>
        <p:nvSpPr>
          <p:cNvPr id="3" name="Subtitle 4">
            <a:extLst>
              <a:ext uri="{FF2B5EF4-FFF2-40B4-BE49-F238E27FC236}">
                <a16:creationId xmlns:a16="http://schemas.microsoft.com/office/drawing/2014/main" id="{4081CBB2-8704-7D05-0F70-7CB19E5A6F52}"/>
              </a:ext>
            </a:extLst>
          </p:cNvPr>
          <p:cNvSpPr>
            <a:spLocks noGrp="1"/>
          </p:cNvSpPr>
          <p:nvPr>
            <p:ph type="subTitle" idx="1"/>
          </p:nvPr>
        </p:nvSpPr>
        <p:spPr>
          <a:xfrm>
            <a:off x="511403" y="5180347"/>
            <a:ext cx="7817378" cy="276999"/>
          </a:xfrm>
        </p:spPr>
        <p:txBody>
          <a:bodyPr/>
          <a:lstStyle/>
          <a:p>
            <a:r>
              <a:rPr lang="en-US"/>
              <a:t>February 2026</a:t>
            </a:r>
          </a:p>
        </p:txBody>
      </p:sp>
      <p:sp>
        <p:nvSpPr>
          <p:cNvPr id="5" name="Subtitle 4">
            <a:extLst>
              <a:ext uri="{FF2B5EF4-FFF2-40B4-BE49-F238E27FC236}">
                <a16:creationId xmlns:a16="http://schemas.microsoft.com/office/drawing/2014/main" id="{3A6A0DB6-E28D-9A57-CDB5-79548EB6372B}"/>
              </a:ext>
            </a:extLst>
          </p:cNvPr>
          <p:cNvSpPr txBox="1">
            <a:spLocks/>
          </p:cNvSpPr>
          <p:nvPr/>
        </p:nvSpPr>
        <p:spPr>
          <a:xfrm>
            <a:off x="511403" y="4059529"/>
            <a:ext cx="7817378" cy="276999"/>
          </a:xfrm>
          <a:prstGeom prst="rect">
            <a:avLst/>
          </a:prstGeom>
        </p:spPr>
        <p:txBody>
          <a:bodyPr vert="horz" lIns="0" tIns="0" rIns="0" bIns="0" rtlCol="0">
            <a:noAutofit/>
          </a:bodyPr>
          <a:lstStyle>
            <a:lvl1pPr marL="0" indent="0" algn="l" defTabSz="914400" rtl="0" eaLnBrk="1" latinLnBrk="0" hangingPunct="1">
              <a:lnSpc>
                <a:spcPct val="110000"/>
              </a:lnSpc>
              <a:spcBef>
                <a:spcPts val="2400"/>
              </a:spcBef>
              <a:buFont typeface="Arial"/>
              <a:buNone/>
              <a:defRPr lang="en-US" sz="2000" b="0" i="0" kern="1200" cap="none" baseline="0" dirty="0">
                <a:solidFill>
                  <a:schemeClr val="accent1"/>
                </a:solidFill>
                <a:latin typeface="Spectrum Sans Book" panose="020B0402020503020304" pitchFamily="34" charset="0"/>
                <a:ea typeface="+mn-ea"/>
                <a:cs typeface="Spectrum Sans Book" panose="020B0402020503020304" pitchFamily="34" charset="0"/>
              </a:defRPr>
            </a:lvl1pPr>
            <a:lvl2pPr marL="176213" indent="-176213" algn="l" defTabSz="914400" rtl="0" eaLnBrk="1" latinLnBrk="0" hangingPunct="1">
              <a:lnSpc>
                <a:spcPct val="110000"/>
              </a:lnSpc>
              <a:spcBef>
                <a:spcPts val="1000"/>
              </a:spcBef>
              <a:buFont typeface="Arial" panose="020B0604020202020204" pitchFamily="34" charset="0"/>
              <a:buChar char="•"/>
              <a:tabLst/>
              <a:defRPr sz="1400" b="0" i="0" kern="1200">
                <a:solidFill>
                  <a:schemeClr val="accent1"/>
                </a:solidFill>
                <a:latin typeface="Spectrum Sans Book" panose="020B0402020503020304" pitchFamily="34" charset="0"/>
                <a:ea typeface="+mn-ea"/>
                <a:cs typeface="Spectrum Sans Book" panose="020B0402020503020304" pitchFamily="34" charset="0"/>
              </a:defRPr>
            </a:lvl2pPr>
            <a:lvl3pPr marL="344488" indent="-168275" algn="l" defTabSz="914400" rtl="0" eaLnBrk="1" latinLnBrk="0" hangingPunct="1">
              <a:lnSpc>
                <a:spcPct val="110000"/>
              </a:lnSpc>
              <a:spcBef>
                <a:spcPts val="400"/>
              </a:spcBef>
              <a:buFont typeface="Arial"/>
              <a:buChar char="–"/>
              <a:tabLst/>
              <a:defRPr sz="1100" b="0" i="0" kern="1200">
                <a:solidFill>
                  <a:schemeClr val="accent1"/>
                </a:solidFill>
                <a:latin typeface="Spectrum Sans Book" panose="020B0402020503020304" pitchFamily="34" charset="0"/>
                <a:ea typeface="+mn-ea"/>
                <a:cs typeface="Spectrum Sans Book" panose="020B0402020503020304" pitchFamily="34" charset="0"/>
              </a:defRPr>
            </a:lvl3pPr>
            <a:lvl4pPr marL="0" indent="0" algn="l" defTabSz="914400" rtl="0" eaLnBrk="1" latinLnBrk="0" hangingPunct="1">
              <a:lnSpc>
                <a:spcPct val="100000"/>
              </a:lnSpc>
              <a:spcBef>
                <a:spcPts val="2400"/>
              </a:spcBef>
              <a:buFont typeface="Arial" panose="020B0604020202020204" pitchFamily="34" charset="0"/>
              <a:buNone/>
              <a:tabLst/>
              <a:defRPr sz="1100" b="0" i="0" kern="1200">
                <a:solidFill>
                  <a:schemeClr val="tx1"/>
                </a:solidFill>
                <a:latin typeface="Arial" panose="020B0502020503020304" pitchFamily="34" charset="0"/>
                <a:ea typeface="+mn-ea"/>
                <a:cs typeface="Arial" panose="020B0502020503020304" pitchFamily="34" charset="0"/>
              </a:defRPr>
            </a:lvl4pPr>
            <a:lvl5pPr marL="519113" indent="-173038" algn="l" defTabSz="914400" rtl="0" eaLnBrk="1" latinLnBrk="0" hangingPunct="1">
              <a:lnSpc>
                <a:spcPct val="90000"/>
              </a:lnSpc>
              <a:spcBef>
                <a:spcPts val="200"/>
              </a:spcBef>
              <a:buFont typeface="Arial" panose="020B0604020202020204" pitchFamily="34" charset="0"/>
              <a:buChar char="•"/>
              <a:tabLst/>
              <a:defRPr sz="1200" b="0" i="0" kern="1200">
                <a:solidFill>
                  <a:schemeClr val="tx1"/>
                </a:solidFill>
                <a:latin typeface="Arial" panose="020B0406030202020203" pitchFamily="34"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Core Data Services</a:t>
            </a:r>
          </a:p>
        </p:txBody>
      </p:sp>
    </p:spTree>
    <p:extLst>
      <p:ext uri="{BB962C8B-B14F-4D97-AF65-F5344CB8AC3E}">
        <p14:creationId xmlns:p14="http://schemas.microsoft.com/office/powerpoint/2010/main" val="3188546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A008-D506-B08F-9A46-F207983F9DA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2653BCC-8EA1-8BED-3E7F-2CE296E569C1}"/>
              </a:ext>
            </a:extLst>
          </p:cNvPr>
          <p:cNvSpPr>
            <a:spLocks noGrp="1"/>
          </p:cNvSpPr>
          <p:nvPr>
            <p:ph type="sldNum" sz="quarter" idx="16"/>
          </p:nvPr>
        </p:nvSpPr>
        <p:spPr/>
        <p:txBody>
          <a:bodyPr/>
          <a:lstStyle/>
          <a:p>
            <a:fld id="{A82C3BC0-3EBF-3C4C-A3D8-795624EBC6AA}" type="slidenum">
              <a:rPr lang="en-US" smtClean="0"/>
              <a:pPr/>
              <a:t>20</a:t>
            </a:fld>
            <a:endParaRPr lang="en-US"/>
          </a:p>
        </p:txBody>
      </p:sp>
      <p:graphicFrame>
        <p:nvGraphicFramePr>
          <p:cNvPr id="10" name="Table Placeholder 11" descr="Table placeholder">
            <a:extLst>
              <a:ext uri="{FF2B5EF4-FFF2-40B4-BE49-F238E27FC236}">
                <a16:creationId xmlns:a16="http://schemas.microsoft.com/office/drawing/2014/main" id="{E74F7C10-9E5E-DFBA-D77D-3D8954D97D44}"/>
              </a:ext>
            </a:extLst>
          </p:cNvPr>
          <p:cNvGraphicFramePr>
            <a:graphicFrameLocks/>
          </p:cNvGraphicFramePr>
          <p:nvPr/>
        </p:nvGraphicFramePr>
        <p:xfrm>
          <a:off x="6210300" y="4514794"/>
          <a:ext cx="5602285" cy="1757590"/>
        </p:xfrm>
        <a:graphic>
          <a:graphicData uri="http://schemas.openxmlformats.org/drawingml/2006/table">
            <a:tbl>
              <a:tblPr firstRow="1" bandRow="1">
                <a:tableStyleId>{5C22544A-7EE6-4342-B048-85BDC9FD1C3A}</a:tableStyleId>
              </a:tblPr>
              <a:tblGrid>
                <a:gridCol w="1485265">
                  <a:extLst>
                    <a:ext uri="{9D8B030D-6E8A-4147-A177-3AD203B41FA5}">
                      <a16:colId xmlns:a16="http://schemas.microsoft.com/office/drawing/2014/main" val="3132775233"/>
                    </a:ext>
                  </a:extLst>
                </a:gridCol>
                <a:gridCol w="686170">
                  <a:extLst>
                    <a:ext uri="{9D8B030D-6E8A-4147-A177-3AD203B41FA5}">
                      <a16:colId xmlns:a16="http://schemas.microsoft.com/office/drawing/2014/main" val="45094366"/>
                    </a:ext>
                  </a:extLst>
                </a:gridCol>
                <a:gridCol w="686170">
                  <a:extLst>
                    <a:ext uri="{9D8B030D-6E8A-4147-A177-3AD203B41FA5}">
                      <a16:colId xmlns:a16="http://schemas.microsoft.com/office/drawing/2014/main" val="518567288"/>
                    </a:ext>
                  </a:extLst>
                </a:gridCol>
                <a:gridCol w="686170">
                  <a:extLst>
                    <a:ext uri="{9D8B030D-6E8A-4147-A177-3AD203B41FA5}">
                      <a16:colId xmlns:a16="http://schemas.microsoft.com/office/drawing/2014/main" val="1161708541"/>
                    </a:ext>
                  </a:extLst>
                </a:gridCol>
                <a:gridCol w="686170">
                  <a:extLst>
                    <a:ext uri="{9D8B030D-6E8A-4147-A177-3AD203B41FA5}">
                      <a16:colId xmlns:a16="http://schemas.microsoft.com/office/drawing/2014/main" val="4057277874"/>
                    </a:ext>
                  </a:extLst>
                </a:gridCol>
                <a:gridCol w="686170">
                  <a:extLst>
                    <a:ext uri="{9D8B030D-6E8A-4147-A177-3AD203B41FA5}">
                      <a16:colId xmlns:a16="http://schemas.microsoft.com/office/drawing/2014/main" val="1851909653"/>
                    </a:ext>
                  </a:extLst>
                </a:gridCol>
                <a:gridCol w="686170">
                  <a:extLst>
                    <a:ext uri="{9D8B030D-6E8A-4147-A177-3AD203B41FA5}">
                      <a16:colId xmlns:a16="http://schemas.microsoft.com/office/drawing/2014/main" val="4127529529"/>
                    </a:ext>
                  </a:extLst>
                </a:gridCol>
              </a:tblGrid>
              <a:tr h="356887">
                <a:tc gridSpan="7">
                  <a:txBody>
                    <a:bodyPr/>
                    <a:lstStyle/>
                    <a:p>
                      <a:pPr algn="l"/>
                      <a:r>
                        <a:rPr lang="en-US" sz="2000" b="0" i="0">
                          <a:solidFill>
                            <a:schemeClr val="tx1"/>
                          </a:solidFill>
                          <a:latin typeface="Spectrum Sans"/>
                        </a:rPr>
                        <a:t>4. Product Health Measure</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92608">
                <a:tc gridSpan="7">
                  <a:txBody>
                    <a:bodyPr/>
                    <a:lstStyle/>
                    <a:p>
                      <a:pPr algn="l"/>
                      <a:r>
                        <a:rPr lang="en-US" sz="800" b="0" i="0">
                          <a:solidFill>
                            <a:schemeClr val="tx1"/>
                          </a:solidFill>
                          <a:latin typeface="Spectrum Sans" panose="020B0502020503020304" pitchFamily="34" charset="0"/>
                        </a:rPr>
                        <a:t>Zero critical outages in February</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771004"/>
                  </a:ext>
                </a:extLst>
              </a:tr>
              <a:tr h="657262">
                <a:tc>
                  <a:txBody>
                    <a:bodyPr/>
                    <a:lstStyle/>
                    <a:p>
                      <a:pPr algn="ctr"/>
                      <a:r>
                        <a:rPr lang="en-US" sz="7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Availability </a:t>
                      </a:r>
                    </a:p>
                    <a:p>
                      <a:pPr algn="ctr"/>
                      <a:r>
                        <a:rPr lang="en-US" sz="7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 Critical Outages/</a:t>
                      </a:r>
                    </a:p>
                    <a:p>
                      <a:pPr algn="ctr"/>
                      <a:r>
                        <a:rPr lang="en-US" sz="700" b="1" i="0">
                          <a:solidFill>
                            <a:schemeClr val="tx1"/>
                          </a:solidFill>
                          <a:latin typeface="Spectrum Sans Book"/>
                          <a:cs typeface="Spectrum Sans Book"/>
                        </a:rPr>
                        <a:t>Duration </a:t>
                      </a:r>
                    </a:p>
                    <a:p>
                      <a:pPr algn="ctr"/>
                      <a:r>
                        <a:rPr lang="en-US" sz="7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700" b="1" i="0" kern="1200">
                          <a:solidFill>
                            <a:schemeClr val="tx1"/>
                          </a:solidFill>
                          <a:latin typeface="Spectrum Sans Book"/>
                          <a:ea typeface="+mn-ea"/>
                          <a:cs typeface="Spectrum Sans Book"/>
                        </a:rPr>
                        <a:t>% SLA Achieved</a:t>
                      </a:r>
                    </a:p>
                    <a:p>
                      <a:pPr marL="0" algn="ctr" defTabSz="914400" rtl="0" eaLnBrk="1" latinLnBrk="0" hangingPunct="1"/>
                      <a:r>
                        <a:rPr lang="en-US" sz="700" b="1" i="0" kern="1200">
                          <a:solidFill>
                            <a:schemeClr val="tx1"/>
                          </a:solidFill>
                          <a:latin typeface="Spectrum Sans Book"/>
                          <a:ea typeface="+mn-ea"/>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700" b="1" i="0" kern="1200">
                          <a:solidFill>
                            <a:schemeClr val="tx1"/>
                          </a:solidFill>
                          <a:latin typeface="Spectrum Sans Book"/>
                          <a:ea typeface="+mn-ea"/>
                          <a:cs typeface="Spectrum Sans Book"/>
                        </a:rPr>
                        <a:t>Availability</a:t>
                      </a:r>
                    </a:p>
                    <a:p>
                      <a:pPr marL="0" algn="ctr" defTabSz="914400" rtl="0" eaLnBrk="1" latinLnBrk="0" hangingPunct="1"/>
                      <a:r>
                        <a:rPr lang="en-US" sz="700" b="1" i="0" kern="1200">
                          <a:solidFill>
                            <a:schemeClr val="tx1"/>
                          </a:solidFill>
                          <a:latin typeface="Spectrum Sans Book"/>
                          <a:ea typeface="+mn-ea"/>
                          <a:cs typeface="Spectrum Sans Book"/>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i="0">
                          <a:solidFill>
                            <a:schemeClr val="tx1"/>
                          </a:solidFill>
                          <a:latin typeface="Spectrum Sans Book"/>
                          <a:cs typeface="Spectrum Sans Book"/>
                        </a:rPr>
                        <a:t># Critical Outages/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i="0">
                          <a:solidFill>
                            <a:schemeClr val="tx1"/>
                          </a:solidFill>
                          <a:latin typeface="Spectrum Sans Book"/>
                          <a:cs typeface="Spectrum Sans Book"/>
                        </a:rPr>
                        <a:t>Duration</a:t>
                      </a:r>
                    </a:p>
                    <a:p>
                      <a:pPr algn="ctr"/>
                      <a:r>
                        <a:rPr lang="en-US" sz="7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 SLA Achieved</a:t>
                      </a:r>
                    </a:p>
                    <a:p>
                      <a:pPr algn="ctr"/>
                      <a:r>
                        <a:rPr lang="en-US" sz="700" b="1" i="0">
                          <a:solidFill>
                            <a:schemeClr val="tx1"/>
                          </a:solidFill>
                          <a:latin typeface="Spectrum Sans Book"/>
                          <a:cs typeface="Spectrum Sans Book"/>
                        </a:rPr>
                        <a:t>(YTD)</a:t>
                      </a:r>
                    </a:p>
                    <a:p>
                      <a:pPr algn="ctr"/>
                      <a:endParaRPr lang="en-US" sz="700" b="1"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Data Platforms Orchestration Services</a:t>
                      </a:r>
                      <a:endParaRPr kumimoji="0" lang="en-US" sz="800" b="1" i="0" u="none" strike="noStrike" kern="1200" cap="none" spc="0" normalizeH="0" baseline="0" noProof="0">
                        <a:ln>
                          <a:noFill/>
                        </a:ln>
                        <a:solidFill>
                          <a:srgbClr val="000000"/>
                        </a:solidFill>
                        <a:effectLst/>
                        <a:uLnTx/>
                        <a:uFillTx/>
                        <a:latin typeface="Spectrum Sans Book"/>
                        <a:ea typeface="+mn-ea"/>
                        <a:cs typeface="Spectrum Sans Book"/>
                      </a:endParaRP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N/A</a:t>
                      </a:r>
                      <a:endParaRPr lang="en-US" sz="800" b="0" i="0">
                        <a:solidFill>
                          <a:srgbClr val="FF0000"/>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a:cs typeface="Spectrum Sans Book"/>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00" b="0" i="0" u="none" strike="noStrike" noProof="0">
                          <a:solidFill>
                            <a:schemeClr val="tx1"/>
                          </a:solidFill>
                          <a:latin typeface="Spectrum Sans Book"/>
                        </a:rPr>
                        <a:t>0/0</a:t>
                      </a:r>
                      <a:endParaRPr lang="en-US"/>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100%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bl>
          </a:graphicData>
        </a:graphic>
      </p:graphicFrame>
      <p:graphicFrame>
        <p:nvGraphicFramePr>
          <p:cNvPr id="11" name="Table Placeholder 11" descr="Table placeholder">
            <a:extLst>
              <a:ext uri="{FF2B5EF4-FFF2-40B4-BE49-F238E27FC236}">
                <a16:creationId xmlns:a16="http://schemas.microsoft.com/office/drawing/2014/main" id="{6C6F9323-87F1-CBC8-A7DD-E223311627C9}"/>
              </a:ext>
            </a:extLst>
          </p:cNvPr>
          <p:cNvGraphicFramePr>
            <a:graphicFrameLocks/>
          </p:cNvGraphicFramePr>
          <p:nvPr/>
        </p:nvGraphicFramePr>
        <p:xfrm>
          <a:off x="6210300" y="235566"/>
          <a:ext cx="5761565" cy="4106988"/>
        </p:xfrm>
        <a:graphic>
          <a:graphicData uri="http://schemas.openxmlformats.org/drawingml/2006/table">
            <a:tbl>
              <a:tblPr firstRow="1" bandRow="1">
                <a:tableStyleId>{5C22544A-7EE6-4342-B048-85BDC9FD1C3A}</a:tableStyleId>
              </a:tblPr>
              <a:tblGrid>
                <a:gridCol w="1861245">
                  <a:extLst>
                    <a:ext uri="{9D8B030D-6E8A-4147-A177-3AD203B41FA5}">
                      <a16:colId xmlns:a16="http://schemas.microsoft.com/office/drawing/2014/main" val="3132775233"/>
                    </a:ext>
                  </a:extLst>
                </a:gridCol>
                <a:gridCol w="975080">
                  <a:extLst>
                    <a:ext uri="{9D8B030D-6E8A-4147-A177-3AD203B41FA5}">
                      <a16:colId xmlns:a16="http://schemas.microsoft.com/office/drawing/2014/main" val="2187594111"/>
                    </a:ext>
                  </a:extLst>
                </a:gridCol>
                <a:gridCol w="975080">
                  <a:extLst>
                    <a:ext uri="{9D8B030D-6E8A-4147-A177-3AD203B41FA5}">
                      <a16:colId xmlns:a16="http://schemas.microsoft.com/office/drawing/2014/main" val="1161708541"/>
                    </a:ext>
                  </a:extLst>
                </a:gridCol>
                <a:gridCol w="975080">
                  <a:extLst>
                    <a:ext uri="{9D8B030D-6E8A-4147-A177-3AD203B41FA5}">
                      <a16:colId xmlns:a16="http://schemas.microsoft.com/office/drawing/2014/main" val="494704392"/>
                    </a:ext>
                  </a:extLst>
                </a:gridCol>
                <a:gridCol w="975080">
                  <a:extLst>
                    <a:ext uri="{9D8B030D-6E8A-4147-A177-3AD203B41FA5}">
                      <a16:colId xmlns:a16="http://schemas.microsoft.com/office/drawing/2014/main" val="3717507442"/>
                    </a:ext>
                  </a:extLst>
                </a:gridCol>
              </a:tblGrid>
              <a:tr h="453592">
                <a:tc gridSpan="4">
                  <a:txBody>
                    <a:bodyPr/>
                    <a:lstStyle/>
                    <a:p>
                      <a:pPr algn="l"/>
                      <a:r>
                        <a:rPr lang="en-US" sz="2000" b="0" i="0">
                          <a:solidFill>
                            <a:schemeClr val="tx1"/>
                          </a:solidFill>
                          <a:latin typeface="Spectrum Sans"/>
                        </a:rPr>
                        <a:t>2. Quality and Dev Efficiency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39542">
                <a:tc gridSpan="4">
                  <a:txBody>
                    <a:bodyPr/>
                    <a:lstStyle/>
                    <a:p>
                      <a:pPr algn="l"/>
                      <a:r>
                        <a:rPr lang="en-US" sz="800" b="0" i="0">
                          <a:solidFill>
                            <a:schemeClr val="tx1"/>
                          </a:solidFill>
                          <a:latin typeface="Spectrum Sans"/>
                        </a:rPr>
                        <a:t>Zero P0-P1 Production Defects in February</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mpd="sng">
                      <a:noFill/>
                    </a:lnL>
                    <a:lnT w="9525" cap="flat" cmpd="sng" algn="ctr">
                      <a:solidFill>
                        <a:schemeClr val="bg1">
                          <a:lumMod val="75000"/>
                        </a:schemeClr>
                      </a:solidFill>
                      <a:prstDash val="solid"/>
                      <a:round/>
                      <a:headEnd type="none" w="med" len="med"/>
                      <a:tailEnd type="none" w="med" len="med"/>
                    </a:lnT>
                  </a:tcPr>
                </a:tc>
                <a:tc>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771004"/>
                  </a:ext>
                </a:extLst>
              </a:tr>
              <a:tr h="437756">
                <a:tc>
                  <a:txBody>
                    <a:bodyPr/>
                    <a:lstStyle/>
                    <a:p>
                      <a:pPr algn="ctr"/>
                      <a:r>
                        <a:rPr lang="en-US" sz="7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P0-P1 Defect Leakage to Prod </a:t>
                      </a:r>
                    </a:p>
                    <a:p>
                      <a:pPr algn="ctr"/>
                      <a:r>
                        <a:rPr lang="en-US" sz="7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Total Prod Defects (Last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P0-P1 Defect Leakage to (YTD)</a:t>
                      </a:r>
                    </a:p>
                  </a:txBody>
                  <a:tcPr anchor="ctr">
                    <a:lnL w="3810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Total Prod Defects</a:t>
                      </a:r>
                    </a:p>
                    <a:p>
                      <a:pPr algn="ctr"/>
                      <a:r>
                        <a:rPr lang="en-US" sz="7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Byron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(Account, Identity, Agreements)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Core Services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1929"/>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Easley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(SCS Tech Amenities)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49962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Faraday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(Infrastructure/Pipelines)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603914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Goldberg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(SCS)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2</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4</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5196557"/>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Hopper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(Equipment/</a:t>
                      </a:r>
                      <a:r>
                        <a:rPr kumimoji="0" lang="en-US" sz="400" b="0" i="0" u="none" strike="noStrike" kern="1200" cap="none" spc="0" normalizeH="0" baseline="0" noProof="0" err="1">
                          <a:ln>
                            <a:noFill/>
                          </a:ln>
                          <a:solidFill>
                            <a:srgbClr val="000000"/>
                          </a:solidFill>
                          <a:effectLst/>
                          <a:uLnTx/>
                          <a:uFillTx/>
                          <a:latin typeface="Spectrum Sans Book"/>
                          <a:ea typeface="+mn-ea"/>
                          <a:cs typeface="Spectrum Sans Book"/>
                        </a:rPr>
                        <a:t>ServiceAppts</a:t>
                      </a: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7701003"/>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IVA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(Chat)</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390269"/>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Johnson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(Cabot)</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77751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Keller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(Self Install, Speed Journey</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2</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614166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Lamarr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(Mobile)</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346414"/>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Lovelace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(Outage Info / CMS)</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1</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2</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Teitelbaum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(Billing)</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bl>
          </a:graphicData>
        </a:graphic>
      </p:graphicFrame>
      <p:graphicFrame>
        <p:nvGraphicFramePr>
          <p:cNvPr id="12" name="Table Placeholder 11" descr="Table placeholder">
            <a:extLst>
              <a:ext uri="{FF2B5EF4-FFF2-40B4-BE49-F238E27FC236}">
                <a16:creationId xmlns:a16="http://schemas.microsoft.com/office/drawing/2014/main" id="{8DB1682F-F4F2-787B-89D5-A2F0A46AB41D}"/>
              </a:ext>
            </a:extLst>
          </p:cNvPr>
          <p:cNvGraphicFramePr>
            <a:graphicFrameLocks/>
          </p:cNvGraphicFramePr>
          <p:nvPr/>
        </p:nvGraphicFramePr>
        <p:xfrm>
          <a:off x="244531" y="4514794"/>
          <a:ext cx="5586888" cy="1759584"/>
        </p:xfrm>
        <a:graphic>
          <a:graphicData uri="http://schemas.openxmlformats.org/drawingml/2006/table">
            <a:tbl>
              <a:tblPr firstRow="1" bandRow="1">
                <a:tableStyleId>{5C22544A-7EE6-4342-B048-85BDC9FD1C3A}</a:tableStyleId>
              </a:tblPr>
              <a:tblGrid>
                <a:gridCol w="1502828">
                  <a:extLst>
                    <a:ext uri="{9D8B030D-6E8A-4147-A177-3AD203B41FA5}">
                      <a16:colId xmlns:a16="http://schemas.microsoft.com/office/drawing/2014/main" val="3132775233"/>
                    </a:ext>
                  </a:extLst>
                </a:gridCol>
                <a:gridCol w="1021015">
                  <a:extLst>
                    <a:ext uri="{9D8B030D-6E8A-4147-A177-3AD203B41FA5}">
                      <a16:colId xmlns:a16="http://schemas.microsoft.com/office/drawing/2014/main" val="45094366"/>
                    </a:ext>
                  </a:extLst>
                </a:gridCol>
                <a:gridCol w="1021015">
                  <a:extLst>
                    <a:ext uri="{9D8B030D-6E8A-4147-A177-3AD203B41FA5}">
                      <a16:colId xmlns:a16="http://schemas.microsoft.com/office/drawing/2014/main" val="518567288"/>
                    </a:ext>
                  </a:extLst>
                </a:gridCol>
                <a:gridCol w="1021015">
                  <a:extLst>
                    <a:ext uri="{9D8B030D-6E8A-4147-A177-3AD203B41FA5}">
                      <a16:colId xmlns:a16="http://schemas.microsoft.com/office/drawing/2014/main" val="2187594111"/>
                    </a:ext>
                  </a:extLst>
                </a:gridCol>
                <a:gridCol w="1021015">
                  <a:extLst>
                    <a:ext uri="{9D8B030D-6E8A-4147-A177-3AD203B41FA5}">
                      <a16:colId xmlns:a16="http://schemas.microsoft.com/office/drawing/2014/main" val="1161708541"/>
                    </a:ext>
                  </a:extLst>
                </a:gridCol>
              </a:tblGrid>
              <a:tr h="431138">
                <a:tc gridSpan="5">
                  <a:txBody>
                    <a:bodyPr/>
                    <a:lstStyle/>
                    <a:p>
                      <a:pPr algn="l"/>
                      <a:r>
                        <a:rPr lang="en-US" sz="2000" b="0" i="0">
                          <a:solidFill>
                            <a:schemeClr val="tx1"/>
                          </a:solidFill>
                          <a:latin typeface="Spectrum Sans"/>
                        </a:rPr>
                        <a:t>3. Rollout Success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293897">
                <a:tc gridSpan="5">
                  <a:txBody>
                    <a:bodyPr/>
                    <a:lstStyle/>
                    <a:p>
                      <a:pPr algn="l"/>
                      <a:r>
                        <a:rPr lang="en-US" sz="800" b="0" i="0">
                          <a:solidFill>
                            <a:schemeClr val="tx1"/>
                          </a:solidFill>
                          <a:latin typeface="Spectrum Sans" panose="020B0502020503020304" pitchFamily="34" charset="0"/>
                        </a:rPr>
                        <a:t>Seven Planned Releases and Zero Emergency Break Fixes Deployed in February</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1400" b="0" i="0">
                        <a:solidFill>
                          <a:schemeClr val="tx1"/>
                        </a:solidFill>
                        <a:latin typeface="Spectrum Sans" panose="020B0502020503020304" pitchFamily="34" charset="0"/>
                      </a:endParaRP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0771004"/>
                  </a:ext>
                </a:extLst>
              </a:tr>
              <a:tr h="662250">
                <a:tc>
                  <a:txBody>
                    <a:bodyPr/>
                    <a:lstStyle/>
                    <a:p>
                      <a:pPr algn="ctr"/>
                      <a:r>
                        <a:rPr lang="en-US" sz="70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 of Deployments </a:t>
                      </a:r>
                    </a:p>
                    <a:p>
                      <a:pPr algn="ctr"/>
                      <a:r>
                        <a:rPr lang="en-US" sz="7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 of Hotfixes</a:t>
                      </a:r>
                    </a:p>
                    <a:p>
                      <a:pPr algn="ctr"/>
                      <a:r>
                        <a:rPr lang="en-US" sz="7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 of Deployments</a:t>
                      </a:r>
                    </a:p>
                    <a:p>
                      <a:pPr algn="ctr"/>
                      <a:r>
                        <a:rPr lang="en-US" sz="7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a:cs typeface="Spectrum Sans Book"/>
                        </a:rPr>
                        <a:t># of Hotfixes</a:t>
                      </a:r>
                    </a:p>
                    <a:p>
                      <a:pPr algn="ctr"/>
                      <a:r>
                        <a:rPr lang="en-US" sz="7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361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Data Platforms Orchestration Services</a:t>
                      </a:r>
                      <a:endParaRPr kumimoji="0" lang="en-US" sz="800" b="1" i="0" u="none" strike="noStrike" kern="1200" cap="none" spc="0" normalizeH="0" baseline="0" noProof="0">
                        <a:ln>
                          <a:noFill/>
                        </a:ln>
                        <a:solidFill>
                          <a:srgbClr val="000000"/>
                        </a:solidFill>
                        <a:effectLst/>
                        <a:uLnTx/>
                        <a:uFillTx/>
                        <a:latin typeface="Spectrum Sans Book"/>
                        <a:ea typeface="+mn-ea"/>
                        <a:cs typeface="Spectrum Sans Book"/>
                      </a:endParaRP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7</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11</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b="0" i="0">
                          <a:solidFill>
                            <a:schemeClr val="tx1"/>
                          </a:solidFill>
                          <a:latin typeface="Spectrum Sans Book" panose="020B0402020503020304" pitchFamily="34" charset="0"/>
                          <a:cs typeface="Spectrum Sans Book" panose="020B0402020503020304" pitchFamily="34" charset="0"/>
                        </a:rPr>
                        <a:t>0</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bl>
          </a:graphicData>
        </a:graphic>
      </p:graphicFrame>
      <p:graphicFrame>
        <p:nvGraphicFramePr>
          <p:cNvPr id="15" name="Table Placeholder 11" descr="Table placeholder">
            <a:extLst>
              <a:ext uri="{FF2B5EF4-FFF2-40B4-BE49-F238E27FC236}">
                <a16:creationId xmlns:a16="http://schemas.microsoft.com/office/drawing/2014/main" id="{74F55957-9650-9D62-62D1-D118B99A20A5}"/>
              </a:ext>
            </a:extLst>
          </p:cNvPr>
          <p:cNvGraphicFramePr>
            <a:graphicFrameLocks/>
          </p:cNvGraphicFramePr>
          <p:nvPr>
            <p:extLst>
              <p:ext uri="{D42A27DB-BD31-4B8C-83A1-F6EECF244321}">
                <p14:modId xmlns:p14="http://schemas.microsoft.com/office/powerpoint/2010/main" val="2841524774"/>
              </p:ext>
            </p:extLst>
          </p:nvPr>
        </p:nvGraphicFramePr>
        <p:xfrm>
          <a:off x="244531" y="246455"/>
          <a:ext cx="5851469" cy="4123498"/>
        </p:xfrm>
        <a:graphic>
          <a:graphicData uri="http://schemas.openxmlformats.org/drawingml/2006/table">
            <a:tbl>
              <a:tblPr firstRow="1" bandRow="1">
                <a:tableStyleId>{5C22544A-7EE6-4342-B048-85BDC9FD1C3A}</a:tableStyleId>
              </a:tblPr>
              <a:tblGrid>
                <a:gridCol w="998115">
                  <a:extLst>
                    <a:ext uri="{9D8B030D-6E8A-4147-A177-3AD203B41FA5}">
                      <a16:colId xmlns:a16="http://schemas.microsoft.com/office/drawing/2014/main" val="3132775233"/>
                    </a:ext>
                  </a:extLst>
                </a:gridCol>
                <a:gridCol w="592643">
                  <a:extLst>
                    <a:ext uri="{9D8B030D-6E8A-4147-A177-3AD203B41FA5}">
                      <a16:colId xmlns:a16="http://schemas.microsoft.com/office/drawing/2014/main" val="45094366"/>
                    </a:ext>
                  </a:extLst>
                </a:gridCol>
                <a:gridCol w="608673">
                  <a:extLst>
                    <a:ext uri="{9D8B030D-6E8A-4147-A177-3AD203B41FA5}">
                      <a16:colId xmlns:a16="http://schemas.microsoft.com/office/drawing/2014/main" val="518567288"/>
                    </a:ext>
                  </a:extLst>
                </a:gridCol>
                <a:gridCol w="608673">
                  <a:extLst>
                    <a:ext uri="{9D8B030D-6E8A-4147-A177-3AD203B41FA5}">
                      <a16:colId xmlns:a16="http://schemas.microsoft.com/office/drawing/2014/main" val="2187594111"/>
                    </a:ext>
                  </a:extLst>
                </a:gridCol>
                <a:gridCol w="608673">
                  <a:extLst>
                    <a:ext uri="{9D8B030D-6E8A-4147-A177-3AD203B41FA5}">
                      <a16:colId xmlns:a16="http://schemas.microsoft.com/office/drawing/2014/main" val="3829498759"/>
                    </a:ext>
                  </a:extLst>
                </a:gridCol>
                <a:gridCol w="608673">
                  <a:extLst>
                    <a:ext uri="{9D8B030D-6E8A-4147-A177-3AD203B41FA5}">
                      <a16:colId xmlns:a16="http://schemas.microsoft.com/office/drawing/2014/main" val="1161708541"/>
                    </a:ext>
                  </a:extLst>
                </a:gridCol>
                <a:gridCol w="608673">
                  <a:extLst>
                    <a:ext uri="{9D8B030D-6E8A-4147-A177-3AD203B41FA5}">
                      <a16:colId xmlns:a16="http://schemas.microsoft.com/office/drawing/2014/main" val="4057277874"/>
                    </a:ext>
                  </a:extLst>
                </a:gridCol>
                <a:gridCol w="608673">
                  <a:extLst>
                    <a:ext uri="{9D8B030D-6E8A-4147-A177-3AD203B41FA5}">
                      <a16:colId xmlns:a16="http://schemas.microsoft.com/office/drawing/2014/main" val="1851909653"/>
                    </a:ext>
                  </a:extLst>
                </a:gridCol>
                <a:gridCol w="608673">
                  <a:extLst>
                    <a:ext uri="{9D8B030D-6E8A-4147-A177-3AD203B41FA5}">
                      <a16:colId xmlns:a16="http://schemas.microsoft.com/office/drawing/2014/main" val="494704392"/>
                    </a:ext>
                  </a:extLst>
                </a:gridCol>
              </a:tblGrid>
              <a:tr h="425974">
                <a:tc gridSpan="9">
                  <a:txBody>
                    <a:bodyPr/>
                    <a:lstStyle/>
                    <a:p>
                      <a:pPr algn="l"/>
                      <a:r>
                        <a:rPr lang="en-US" sz="2000" b="0" i="0">
                          <a:solidFill>
                            <a:schemeClr val="tx1"/>
                          </a:solidFill>
                          <a:latin typeface="Spectrum Sans"/>
                        </a:rPr>
                        <a:t>1. On-Time and Planned Delivery</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12700" cmpd="sng">
                      <a:noFill/>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US" sz="2000" b="0" i="0">
                        <a:solidFill>
                          <a:schemeClr val="tx1"/>
                        </a:solidFill>
                        <a:latin typeface="Spectrum Sans" panose="020B0502020503020304" pitchFamily="34" charset="0"/>
                      </a:endParaRP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343978">
                <a:tc gridSpan="9">
                  <a:txBody>
                    <a:bodyPr/>
                    <a:lstStyle/>
                    <a:p>
                      <a:pPr algn="l"/>
                      <a:r>
                        <a:rPr lang="en-US" sz="800" b="0" i="0">
                          <a:solidFill>
                            <a:schemeClr val="tx1"/>
                          </a:solidFill>
                          <a:latin typeface="Spectrum Sans" panose="020B0502020503020304" pitchFamily="34" charset="0"/>
                        </a:rPr>
                        <a:t>Ten Subcontracted Capabilities delivered in February.</a:t>
                      </a:r>
                    </a:p>
                  </a:txBody>
                  <a:tcPr marL="0" marT="91440">
                    <a:lnL w="12700" cmpd="sng">
                      <a:noFill/>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0771004"/>
                  </a:ext>
                </a:extLst>
              </a:tr>
              <a:tr h="395617">
                <a:tc>
                  <a:txBody>
                    <a:bodyPr/>
                    <a:lstStyle/>
                    <a:p>
                      <a:pPr algn="ctr"/>
                      <a:r>
                        <a:rPr lang="en-US" sz="550" b="1" i="0">
                          <a:solidFill>
                            <a:schemeClr val="tx1"/>
                          </a:solidFill>
                          <a:latin typeface="Spectrum Sans Book"/>
                          <a:cs typeface="Spectrum Sans Book"/>
                        </a:rPr>
                        <a:t>Team</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#Track 1 Delivered</a:t>
                      </a:r>
                    </a:p>
                    <a:p>
                      <a:pPr algn="ctr"/>
                      <a:r>
                        <a:rPr lang="en-US" sz="5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#Track 2 Delivered</a:t>
                      </a:r>
                    </a:p>
                    <a:p>
                      <a:pPr algn="ctr"/>
                      <a:r>
                        <a:rPr lang="en-US" sz="500" b="1" i="0">
                          <a:solidFill>
                            <a:schemeClr val="tx1"/>
                          </a:solidFill>
                          <a:latin typeface="Spectrum Sans Book"/>
                          <a:cs typeface="Spectrum Sans Book"/>
                        </a:rPr>
                        <a:t> (Last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#Subcontract</a:t>
                      </a:r>
                    </a:p>
                    <a:p>
                      <a:pPr algn="ctr"/>
                      <a:r>
                        <a:rPr lang="en-US" sz="500" b="1" i="0">
                          <a:solidFill>
                            <a:schemeClr val="tx1"/>
                          </a:solidFill>
                          <a:latin typeface="Spectrum Sans Book"/>
                          <a:cs typeface="Spectrum Sans Book"/>
                        </a:rPr>
                        <a:t>Delivered </a:t>
                      </a:r>
                    </a:p>
                    <a:p>
                      <a:pPr algn="ctr"/>
                      <a:r>
                        <a:rPr lang="en-US" sz="500" b="1" i="0">
                          <a:solidFill>
                            <a:schemeClr val="tx1"/>
                          </a:solidFill>
                          <a:latin typeface="Spectrum Sans Book"/>
                          <a:cs typeface="Spectrum Sans Book"/>
                        </a:rPr>
                        <a:t>(Last Month)</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00" b="1" i="0">
                          <a:solidFill>
                            <a:schemeClr val="tx1"/>
                          </a:solidFill>
                          <a:latin typeface="Spectrum Sans Book"/>
                          <a:cs typeface="Spectrum Sans Book"/>
                        </a:rPr>
                        <a:t># of Date Changes for Track 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500" b="1" i="0">
                          <a:solidFill>
                            <a:schemeClr val="tx1"/>
                          </a:solidFill>
                          <a:latin typeface="Spectrum Sans Book"/>
                          <a:cs typeface="Spectrum Sans Book"/>
                        </a:rPr>
                        <a:t>(Last Month)</a:t>
                      </a:r>
                    </a:p>
                    <a:p>
                      <a:pPr algn="ctr"/>
                      <a:endParaRPr lang="en-US" sz="500" b="1"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#Track 1 Delivered/ %completed on-time</a:t>
                      </a:r>
                    </a:p>
                    <a:p>
                      <a:pPr algn="ctr"/>
                      <a:r>
                        <a:rPr lang="en-US" sz="5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#Track 2 Delivered/ %completed on-time </a:t>
                      </a:r>
                    </a:p>
                    <a:p>
                      <a:pPr algn="ctr"/>
                      <a:r>
                        <a:rPr lang="en-US" sz="500" b="1" i="0">
                          <a:solidFill>
                            <a:schemeClr val="tx1"/>
                          </a:solidFill>
                          <a:latin typeface="Spectrum Sans Book"/>
                          <a:cs typeface="Spectrum Sans Book"/>
                        </a:rPr>
                        <a:t>(YTD)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#Subcontract </a:t>
                      </a:r>
                    </a:p>
                    <a:p>
                      <a:pPr algn="ctr"/>
                      <a:r>
                        <a:rPr lang="en-US" sz="500" b="1" i="0">
                          <a:solidFill>
                            <a:schemeClr val="tx1"/>
                          </a:solidFill>
                          <a:latin typeface="Spectrum Sans Book"/>
                          <a:cs typeface="Spectrum Sans Book"/>
                        </a:rPr>
                        <a:t>Delivered (YTD)</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00" b="1" i="0">
                          <a:solidFill>
                            <a:schemeClr val="tx1"/>
                          </a:solidFill>
                          <a:latin typeface="Spectrum Sans Book"/>
                          <a:cs typeface="Spectrum Sans Book"/>
                        </a:rPr>
                        <a:t># of Date Changes for Track 1-2 (YTD)</a:t>
                      </a: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2103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Byron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(Account, Identity, Agreements)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12">
                  <a:txBody>
                    <a:bodyPr/>
                    <a:lstStyle/>
                    <a:p>
                      <a:pPr algn="ctr"/>
                      <a:r>
                        <a:rPr lang="en-US" sz="600" b="0" i="0">
                          <a:solidFill>
                            <a:schemeClr val="tx1"/>
                          </a:solidFill>
                          <a:latin typeface="Spectrum Sans Book"/>
                          <a:cs typeface="Spectrum Sans Book"/>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rowSpan="12">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a:ln>
                            <a:noFill/>
                          </a:ln>
                          <a:solidFill>
                            <a:srgbClr val="000000"/>
                          </a:solidFill>
                          <a:effectLst/>
                          <a:uLnTx/>
                          <a:uFillTx/>
                          <a:latin typeface="Spectrum Sans Book"/>
                          <a:ea typeface="+mn-ea"/>
                          <a:cs typeface="Spectrum Sans Book"/>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12">
                  <a:txBody>
                    <a:bodyPr/>
                    <a:lstStyle/>
                    <a:p>
                      <a:pPr algn="ctr"/>
                      <a:r>
                        <a:rPr lang="en-US" sz="600" b="0" i="0">
                          <a:solidFill>
                            <a:schemeClr val="tx1"/>
                          </a:solidFill>
                          <a:latin typeface="Spectrum Sans Book"/>
                          <a:cs typeface="Spectrum Sans Book"/>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rowSpan="12">
                  <a:txBody>
                    <a:bodyPr/>
                    <a:lstStyle/>
                    <a:p>
                      <a:pPr algn="ctr"/>
                      <a:r>
                        <a:rPr lang="en-US" sz="600" b="0" i="0">
                          <a:solidFill>
                            <a:schemeClr val="tx1"/>
                          </a:solidFill>
                          <a:latin typeface="Spectrum Sans Book"/>
                          <a:cs typeface="Spectrum Sans Book"/>
                        </a:rPr>
                        <a:t>0 / NA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rowSpan="12">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 / NA</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a:ln>
                            <a:noFill/>
                          </a:ln>
                          <a:solidFill>
                            <a:srgbClr val="000000"/>
                          </a:solidFill>
                          <a:effectLst/>
                          <a:uLnTx/>
                          <a:uFillTx/>
                          <a:latin typeface="Spectrum Sans Book"/>
                          <a:ea typeface="+mn-ea"/>
                          <a:cs typeface="Spectrum Sans Book"/>
                        </a:rPr>
                        <a:t>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12">
                  <a:txBody>
                    <a:bodyPr/>
                    <a:lstStyle/>
                    <a:p>
                      <a:pPr algn="ctr"/>
                      <a:r>
                        <a:rPr lang="en-US" sz="600" b="0" i="0">
                          <a:solidFill>
                            <a:schemeClr val="tx1"/>
                          </a:solidFill>
                          <a:latin typeface="Spectrum Sans Book"/>
                          <a:cs typeface="Spectrum Sans Book"/>
                        </a:rPr>
                        <a:t>0</a:t>
                      </a:r>
                      <a:endParaRPr lang="en-US" sz="600" b="0" i="0">
                        <a:solidFill>
                          <a:schemeClr val="tx1"/>
                        </a:solidFill>
                        <a:latin typeface="Spectrum Sans Book" panose="020B0402020503020304" pitchFamily="34" charset="0"/>
                        <a:cs typeface="Spectrum Sans Book" panose="020B04020205030203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35796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Core Services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Easley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(SCS Tech Amenities)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3</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5</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58605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Faraday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(Infrastructure/Pipelines)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a:cs typeface="Spectrum Sans Book"/>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510951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Goldberg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(SCS)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78457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Hopper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(Equipment/ServiceAppts)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108324"/>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IVA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(Chat)</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3</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5</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1256190"/>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Johnson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(Cabot)</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7159987"/>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Keller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(Self Install, Speed Journey</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sz="600" b="0" i="0">
                        <a:solidFill>
                          <a:schemeClr val="tx1"/>
                        </a:solidFill>
                        <a:latin typeface="Spectrum Sans Book"/>
                        <a:cs typeface="Spectrum Sans Book"/>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8332329"/>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Lamarr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(Mobile)</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2</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6731194"/>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Lovelace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(Outage Info / CMS)</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3</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5</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874266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Spectrum Sans Book"/>
                          <a:ea typeface="+mn-ea"/>
                          <a:cs typeface="Spectrum Sans Book"/>
                        </a:rPr>
                        <a:t>Teitelbaum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Spectrum Sans Book"/>
                          <a:ea typeface="+mn-ea"/>
                          <a:cs typeface="Spectrum Sans Book"/>
                        </a:rPr>
                        <a:t>(Billing)</a:t>
                      </a:r>
                    </a:p>
                  </a:txBody>
                  <a:tcPr marL="0" anchor="ctr">
                    <a:lnL w="12700" cmpd="sng">
                      <a:noFill/>
                    </a:lnL>
                    <a:lnR w="12700" cap="flat" cmpd="sng" algn="ctr">
                      <a:solidFill>
                        <a:schemeClr val="bg2"/>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0</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00" b="0" i="0">
                          <a:solidFill>
                            <a:schemeClr val="tx1"/>
                          </a:solidFill>
                          <a:latin typeface="Spectrum Sans Book" panose="020B0402020503020304" pitchFamily="34" charset="0"/>
                          <a:cs typeface="Spectrum Sans Book" panose="020B0402020503020304" pitchFamily="34" charset="0"/>
                        </a:rPr>
                        <a:t>1</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a:p>
                  </a:txBody>
                  <a:tcPr anchor="ctr">
                    <a:lnL w="38100"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5014597"/>
                  </a:ext>
                </a:extLst>
              </a:tr>
            </a:tbl>
          </a:graphicData>
        </a:graphic>
      </p:graphicFrame>
      <p:sp>
        <p:nvSpPr>
          <p:cNvPr id="5" name="TextBox 4">
            <a:extLst>
              <a:ext uri="{FF2B5EF4-FFF2-40B4-BE49-F238E27FC236}">
                <a16:creationId xmlns:a16="http://schemas.microsoft.com/office/drawing/2014/main" id="{0E6C4D30-541B-4DCF-C12D-2861B5288591}"/>
              </a:ext>
            </a:extLst>
          </p:cNvPr>
          <p:cNvSpPr txBox="1"/>
          <p:nvPr/>
        </p:nvSpPr>
        <p:spPr>
          <a:xfrm>
            <a:off x="635159" y="6485890"/>
            <a:ext cx="5725001" cy="441946"/>
          </a:xfrm>
          <a:prstGeom prst="rect">
            <a:avLst/>
          </a:prstGeom>
          <a:noFill/>
        </p:spPr>
        <p:txBody>
          <a:bodyPr wrap="none" lIns="0" tIns="0" rIns="0" bIns="0" rtlCol="0">
            <a:noAutofit/>
          </a:bodyPr>
          <a:lstStyle/>
          <a:p>
            <a:pPr algn="l"/>
            <a:r>
              <a:rPr lang="en-US" sz="600" i="1">
                <a:latin typeface="Spectrum Sans Book" panose="020B0402020503020304" pitchFamily="34" charset="0"/>
                <a:ea typeface="Open Sans" pitchFamily="2" charset="0"/>
                <a:cs typeface="Spectrum Sans Book" panose="020B0402020503020304" pitchFamily="34" charset="0"/>
              </a:rPr>
              <a:t>Notes:</a:t>
            </a:r>
          </a:p>
          <a:p>
            <a:pPr marL="228600" indent="-228600" algn="l">
              <a:buFont typeface="+mj-lt"/>
              <a:buAutoNum type="arabicPeriod"/>
            </a:pPr>
            <a:r>
              <a:rPr lang="en-US" sz="600" i="1">
                <a:latin typeface="Spectrum Sans Book" panose="020B0402020503020304" pitchFamily="34" charset="0"/>
                <a:ea typeface="Open Sans" pitchFamily="2" charset="0"/>
                <a:cs typeface="Spectrum Sans Book" panose="020B0402020503020304" pitchFamily="34" charset="0"/>
              </a:rPr>
              <a:t>Track 1 and Track 2 delivery reporting based on CHPROJECTS launched to customers. Tracked at on overall DPOS level.</a:t>
            </a:r>
          </a:p>
          <a:p>
            <a:pPr marL="228600" indent="-228600" algn="l">
              <a:buFont typeface="+mj-lt"/>
              <a:buAutoNum type="arabicPeriod"/>
            </a:pPr>
            <a:r>
              <a:rPr lang="en-US" sz="600" i="1">
                <a:latin typeface="Spectrum Sans Book" panose="020B0402020503020304" pitchFamily="34" charset="0"/>
                <a:ea typeface="Open Sans" pitchFamily="2" charset="0"/>
                <a:cs typeface="Spectrum Sans Book" panose="020B0402020503020304" pitchFamily="34" charset="0"/>
              </a:rPr>
              <a:t>Subcontracted delivery reporting based on CHCAPABLTY delivered to production and ready for customer launch. Tracked at an individual team level.</a:t>
            </a:r>
          </a:p>
        </p:txBody>
      </p:sp>
    </p:spTree>
    <p:extLst>
      <p:ext uri="{BB962C8B-B14F-4D97-AF65-F5344CB8AC3E}">
        <p14:creationId xmlns:p14="http://schemas.microsoft.com/office/powerpoint/2010/main" val="3381429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6" y="259430"/>
            <a:ext cx="5102223" cy="328304"/>
          </a:xfrm>
        </p:spPr>
        <p:txBody>
          <a:bodyPr/>
          <a:lstStyle/>
          <a:p>
            <a:r>
              <a:rPr lang="en-US"/>
              <a:t>On-Time and Planned Delivery</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fld id="{A82C3BC0-3EBF-3C4C-A3D8-795624EBC6AA}" type="slidenum">
              <a:rPr lang="en-US" smtClean="0"/>
              <a:pPr/>
              <a:t>21</a:t>
            </a:fld>
            <a:endParaRPr lang="en-US"/>
          </a:p>
        </p:txBody>
      </p:sp>
      <p:sp>
        <p:nvSpPr>
          <p:cNvPr id="30" name="Rectangle 29">
            <a:extLst>
              <a:ext uri="{FF2B5EF4-FFF2-40B4-BE49-F238E27FC236}">
                <a16:creationId xmlns:a16="http://schemas.microsoft.com/office/drawing/2014/main" id="{45488A1F-5C39-966C-4802-06FADE5D9859}"/>
              </a:ext>
            </a:extLst>
          </p:cNvPr>
          <p:cNvSpPr/>
          <p:nvPr/>
        </p:nvSpPr>
        <p:spPr>
          <a:xfrm>
            <a:off x="428627" y="1295401"/>
            <a:ext cx="4840059" cy="4883724"/>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31" name="Content Placeholder 7" descr="Chart placeholder">
            <a:extLst>
              <a:ext uri="{FF2B5EF4-FFF2-40B4-BE49-F238E27FC236}">
                <a16:creationId xmlns:a16="http://schemas.microsoft.com/office/drawing/2014/main" id="{0C258BF1-5094-8338-66BB-59FF8A6849CC}"/>
              </a:ext>
            </a:extLst>
          </p:cNvPr>
          <p:cNvGraphicFramePr>
            <a:graphicFrameLocks/>
          </p:cNvGraphicFramePr>
          <p:nvPr>
            <p:extLst>
              <p:ext uri="{D42A27DB-BD31-4B8C-83A1-F6EECF244321}">
                <p14:modId xmlns:p14="http://schemas.microsoft.com/office/powerpoint/2010/main" val="3742546419"/>
              </p:ext>
            </p:extLst>
          </p:nvPr>
        </p:nvGraphicFramePr>
        <p:xfrm>
          <a:off x="514352" y="1295400"/>
          <a:ext cx="4754334" cy="488372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9FC0430A-4700-FEB9-5983-F16AA668BD02}"/>
              </a:ext>
            </a:extLst>
          </p:cNvPr>
          <p:cNvSpPr txBox="1"/>
          <p:nvPr/>
        </p:nvSpPr>
        <p:spPr>
          <a:xfrm>
            <a:off x="-446314" y="4757057"/>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3" name="Text Placeholder 4">
            <a:extLst>
              <a:ext uri="{FF2B5EF4-FFF2-40B4-BE49-F238E27FC236}">
                <a16:creationId xmlns:a16="http://schemas.microsoft.com/office/drawing/2014/main" id="{9FEF5E61-5EC4-1B06-8CFA-838FABE4A495}"/>
              </a:ext>
            </a:extLst>
          </p:cNvPr>
          <p:cNvSpPr txBox="1">
            <a:spLocks/>
          </p:cNvSpPr>
          <p:nvPr/>
        </p:nvSpPr>
        <p:spPr>
          <a:xfrm>
            <a:off x="5394419" y="1295401"/>
            <a:ext cx="6300696" cy="4883724"/>
          </a:xfrm>
          <a:prstGeom prst="roundRect">
            <a:avLst>
              <a:gd name="adj" fmla="val 2270"/>
            </a:avLst>
          </a:prstGeom>
          <a:solidFill>
            <a:schemeClr val="accent2">
              <a:alpha val="4706"/>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914400" rtl="0" eaLnBrk="1" latinLnBrk="0" hangingPunct="1">
              <a:lnSpc>
                <a:spcPct val="110000"/>
              </a:lnSpc>
              <a:spcBef>
                <a:spcPts val="2400"/>
              </a:spcBef>
              <a:buFont typeface="Arial"/>
              <a:buNone/>
              <a:defRPr lang="en-US" sz="2800" b="0" i="0" kern="1200" dirty="0">
                <a:solidFill>
                  <a:schemeClr val="accent1"/>
                </a:solidFill>
                <a:latin typeface="Spectrum Sans Book" panose="020B0402020503020304" pitchFamily="34" charset="0"/>
                <a:ea typeface="+mn-ea"/>
                <a:cs typeface="Spectrum Sans Book" panose="020B0402020503020304" pitchFamily="34" charset="0"/>
              </a:defRPr>
            </a:lvl1pPr>
            <a:lvl2pPr marL="176213" indent="-176213" algn="l" defTabSz="914400" rtl="0" eaLnBrk="1" latinLnBrk="0" hangingPunct="1">
              <a:lnSpc>
                <a:spcPct val="110000"/>
              </a:lnSpc>
              <a:spcBef>
                <a:spcPts val="1000"/>
              </a:spcBef>
              <a:buFont typeface="Arial" panose="020B0604020202020204" pitchFamily="34" charset="0"/>
              <a:buChar char="•"/>
              <a:tabLst/>
              <a:defRPr sz="1400" b="0" i="0" kern="1200">
                <a:solidFill>
                  <a:schemeClr val="accent1"/>
                </a:solidFill>
                <a:latin typeface="Spectrum Sans Book" panose="020B0402020503020304" pitchFamily="34" charset="0"/>
                <a:ea typeface="+mn-ea"/>
                <a:cs typeface="Spectrum Sans Book" panose="020B0402020503020304" pitchFamily="34" charset="0"/>
              </a:defRPr>
            </a:lvl2pPr>
            <a:lvl3pPr marL="344488" indent="-168275" algn="l" defTabSz="914400" rtl="0" eaLnBrk="1" latinLnBrk="0" hangingPunct="1">
              <a:lnSpc>
                <a:spcPct val="110000"/>
              </a:lnSpc>
              <a:spcBef>
                <a:spcPts val="400"/>
              </a:spcBef>
              <a:buFont typeface="Arial"/>
              <a:buChar char="–"/>
              <a:tabLst/>
              <a:defRPr sz="1100" b="0" i="0" kern="1200">
                <a:solidFill>
                  <a:schemeClr val="accent1"/>
                </a:solidFill>
                <a:latin typeface="Spectrum Sans Book" panose="020B0402020503020304" pitchFamily="34" charset="0"/>
                <a:ea typeface="+mn-ea"/>
                <a:cs typeface="Spectrum Sans Book" panose="020B0402020503020304" pitchFamily="34" charset="0"/>
              </a:defRPr>
            </a:lvl3pPr>
            <a:lvl4pPr marL="0" indent="0" algn="l" defTabSz="914400" rtl="0" eaLnBrk="1" latinLnBrk="0" hangingPunct="1">
              <a:lnSpc>
                <a:spcPct val="100000"/>
              </a:lnSpc>
              <a:spcBef>
                <a:spcPts val="2400"/>
              </a:spcBef>
              <a:buFont typeface="Arial" panose="020B0604020202020204" pitchFamily="34" charset="0"/>
              <a:buNone/>
              <a:tabLst/>
              <a:defRPr sz="1100" b="0" i="0" kern="1200">
                <a:solidFill>
                  <a:schemeClr val="tx1"/>
                </a:solidFill>
                <a:latin typeface="Arial" panose="020B0502020503020304" pitchFamily="34" charset="0"/>
                <a:ea typeface="+mn-ea"/>
                <a:cs typeface="Arial" panose="020B0502020503020304" pitchFamily="34" charset="0"/>
              </a:defRPr>
            </a:lvl4pPr>
            <a:lvl5pPr marL="519113" indent="-173038" algn="l" defTabSz="914400" rtl="0" eaLnBrk="1" latinLnBrk="0" hangingPunct="1">
              <a:lnSpc>
                <a:spcPct val="90000"/>
              </a:lnSpc>
              <a:spcBef>
                <a:spcPts val="200"/>
              </a:spcBef>
              <a:buFont typeface="Arial" panose="020B0604020202020204" pitchFamily="34" charset="0"/>
              <a:buChar char="•"/>
              <a:tabLst/>
              <a:defRPr sz="1200" b="0" i="0" kern="1200">
                <a:solidFill>
                  <a:schemeClr val="tx1"/>
                </a:solidFill>
                <a:latin typeface="Arial" panose="020B0406030202020203" pitchFamily="34"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pPr>
            <a:r>
              <a:rPr lang="en-US" sz="2000" b="1" u="sng"/>
              <a:t>Projects Delivered</a:t>
            </a:r>
            <a:endParaRPr lang="en-US" sz="2000"/>
          </a:p>
          <a:p>
            <a:pPr>
              <a:spcBef>
                <a:spcPts val="0"/>
              </a:spcBef>
            </a:pPr>
            <a:r>
              <a:rPr lang="en-US" sz="800" i="1"/>
              <a:t>None</a:t>
            </a:r>
          </a:p>
          <a:p>
            <a:pPr>
              <a:spcBef>
                <a:spcPts val="0"/>
              </a:spcBef>
            </a:pPr>
            <a:endParaRPr lang="en-US" sz="800"/>
          </a:p>
          <a:p>
            <a:pPr>
              <a:spcBef>
                <a:spcPts val="0"/>
              </a:spcBef>
            </a:pPr>
            <a:r>
              <a:rPr lang="en-US" sz="2000" b="1" u="sng"/>
              <a:t>Subcontracted (Capabilities) Delivered</a:t>
            </a:r>
            <a:endParaRPr lang="en-US" sz="2000"/>
          </a:p>
          <a:p>
            <a:pPr>
              <a:spcBef>
                <a:spcPts val="0"/>
              </a:spcBef>
            </a:pPr>
            <a:r>
              <a:rPr lang="en-US" sz="800" b="1"/>
              <a:t>Track 1</a:t>
            </a:r>
          </a:p>
          <a:p>
            <a:pPr marL="61913" indent="-61913">
              <a:spcBef>
                <a:spcPts val="0"/>
              </a:spcBef>
              <a:buFont typeface="Arial" panose="020B0604020202020204" pitchFamily="34" charset="0"/>
              <a:buChar char="•"/>
            </a:pPr>
            <a:r>
              <a:rPr lang="en-US" sz="800"/>
              <a:t>CHPROJECT-20937 / CHCAPABLTY-31666 SCS Tech Amenity Portfolio Home Page - Portfolio level CMS Content (DPOS: Lovelace)</a:t>
            </a:r>
          </a:p>
          <a:p>
            <a:pPr marL="61913" indent="-61913">
              <a:spcBef>
                <a:spcPts val="0"/>
              </a:spcBef>
              <a:buFont typeface="Arial" panose="020B0604020202020204" pitchFamily="34" charset="0"/>
              <a:buChar char="•"/>
            </a:pPr>
            <a:r>
              <a:rPr lang="en-US" sz="800"/>
              <a:t>CHPROJECT-20937 / CHCAPABLTY-29710 SCS Tech Amenity Portfolio Home Page | CMS/User Profile API Support (DPOS: Lovelace)</a:t>
            </a:r>
          </a:p>
          <a:p>
            <a:pPr marL="61913" indent="-61913">
              <a:spcBef>
                <a:spcPts val="0"/>
              </a:spcBef>
              <a:buFont typeface="Arial" panose="020B0604020202020204" pitchFamily="34" charset="0"/>
              <a:buChar char="•"/>
            </a:pPr>
            <a:r>
              <a:rPr lang="en-US" sz="800"/>
              <a:t>CHPROJECT-19966 / CHCAPABLTY-22879 SCS Tech Amenity Platform Access Management (DPOS: Easley)</a:t>
            </a:r>
          </a:p>
          <a:p>
            <a:pPr marL="61913" indent="-61913">
              <a:spcBef>
                <a:spcPts val="0"/>
              </a:spcBef>
              <a:buFont typeface="Arial" panose="020B0604020202020204" pitchFamily="34" charset="0"/>
              <a:buChar char="•"/>
            </a:pPr>
            <a:r>
              <a:rPr lang="en-US" sz="800"/>
              <a:t>CHPROJECT-20937 / CHCAPABLTY-24208 SCS Tech Amenity Platform Portfolio Home Page (DPOS: Easley)</a:t>
            </a:r>
          </a:p>
          <a:p>
            <a:pPr>
              <a:spcBef>
                <a:spcPts val="0"/>
              </a:spcBef>
            </a:pPr>
            <a:endParaRPr lang="en-US" sz="800" b="1"/>
          </a:p>
          <a:p>
            <a:pPr>
              <a:spcBef>
                <a:spcPts val="0"/>
              </a:spcBef>
            </a:pPr>
            <a:r>
              <a:rPr lang="en-US" sz="800" b="1"/>
              <a:t>Track 2</a:t>
            </a:r>
          </a:p>
          <a:p>
            <a:pPr marL="61913" indent="-61913">
              <a:spcBef>
                <a:spcPts val="0"/>
              </a:spcBef>
              <a:buFont typeface="Arial" panose="020B0604020202020204" pitchFamily="34" charset="0"/>
              <a:buChar char="•"/>
            </a:pPr>
            <a:r>
              <a:rPr lang="en-US" sz="800"/>
              <a:t>CHPROJECT-20666 / CHCAPABLTY-19286 AU: Post Purchase Trade-In (</a:t>
            </a:r>
            <a:r>
              <a:rPr lang="en-US" sz="800" err="1"/>
              <a:t>DPOS:Lamarr</a:t>
            </a:r>
            <a:r>
              <a:rPr lang="en-US" sz="800"/>
              <a:t>)</a:t>
            </a:r>
          </a:p>
          <a:p>
            <a:pPr marL="61913" indent="-61913">
              <a:spcBef>
                <a:spcPts val="0"/>
              </a:spcBef>
              <a:buFont typeface="Arial" panose="020B0604020202020204" pitchFamily="34" charset="0"/>
              <a:buChar char="•"/>
            </a:pPr>
            <a:endParaRPr lang="en-US" sz="800"/>
          </a:p>
          <a:p>
            <a:pPr>
              <a:spcBef>
                <a:spcPts val="0"/>
              </a:spcBef>
            </a:pPr>
            <a:r>
              <a:rPr lang="en-US" sz="800" b="1"/>
              <a:t>Other</a:t>
            </a:r>
          </a:p>
          <a:p>
            <a:pPr marL="61913" indent="-61913">
              <a:spcBef>
                <a:spcPts val="0"/>
              </a:spcBef>
              <a:buFont typeface="Arial" panose="020B0604020202020204" pitchFamily="34" charset="0"/>
              <a:buChar char="•"/>
            </a:pPr>
            <a:r>
              <a:rPr lang="en-US" sz="800"/>
              <a:t>CHPROJECT-29375 / CHCAPABLTY-33566 Easy Contextual Troubleshooting: Slow Speeds and Intermittent Connectivity</a:t>
            </a:r>
          </a:p>
          <a:p>
            <a:pPr marL="61913" indent="-61913">
              <a:spcBef>
                <a:spcPts val="0"/>
              </a:spcBef>
              <a:buFont typeface="Arial" panose="020B0604020202020204" pitchFamily="34" charset="0"/>
              <a:buChar char="•"/>
            </a:pPr>
            <a:r>
              <a:rPr lang="en-US" sz="800"/>
              <a:t>CHPROJECT-30709 / CHCAPABLTY-34520 Add additional prechecks to reduce unnecessary troubleshooting</a:t>
            </a:r>
          </a:p>
          <a:p>
            <a:pPr marL="61913" indent="-61913">
              <a:spcBef>
                <a:spcPts val="0"/>
              </a:spcBef>
              <a:buFont typeface="Arial" panose="020B0604020202020204" pitchFamily="34" charset="0"/>
              <a:buChar char="•"/>
            </a:pPr>
            <a:r>
              <a:rPr lang="en-US" sz="800"/>
              <a:t>CHPROJECT-31776 / CHCAPABLTY-35596 Lifeline Handling for IVA</a:t>
            </a:r>
          </a:p>
          <a:p>
            <a:pPr marL="61913" indent="-61913">
              <a:spcBef>
                <a:spcPts val="0"/>
              </a:spcBef>
              <a:buFont typeface="Arial" panose="020B0604020202020204" pitchFamily="34" charset="0"/>
              <a:buChar char="•"/>
            </a:pPr>
            <a:r>
              <a:rPr lang="en-US" sz="800"/>
              <a:t>CHPROJECT-28988 / CHCAPABLTY-33432 2026: SCS Unit </a:t>
            </a:r>
            <a:r>
              <a:rPr lang="en-US" sz="800" err="1"/>
              <a:t>Opt</a:t>
            </a:r>
            <a:r>
              <a:rPr lang="en-US" sz="800"/>
              <a:t> In Accounts (Tracking) 2/3 Go Live (DP 127.0.0)</a:t>
            </a:r>
          </a:p>
          <a:p>
            <a:pPr marL="61913" indent="-61913">
              <a:spcBef>
                <a:spcPts val="0"/>
              </a:spcBef>
              <a:buFont typeface="Arial" panose="020B0604020202020204" pitchFamily="34" charset="0"/>
              <a:buChar char="•"/>
            </a:pPr>
            <a:r>
              <a:rPr lang="en-US" sz="800"/>
              <a:t>CHPROJECT-28107 / CHCAPABLTY-31447 SCS Tech Amenity Program </a:t>
            </a:r>
            <a:r>
              <a:rPr lang="en-US" sz="800" err="1"/>
              <a:t>NonBulk</a:t>
            </a:r>
            <a:r>
              <a:rPr lang="en-US" sz="800"/>
              <a:t> Pages | User Profile Support for Links Lists (DPOS - Lovelace)</a:t>
            </a:r>
          </a:p>
        </p:txBody>
      </p:sp>
    </p:spTree>
    <p:extLst>
      <p:ext uri="{BB962C8B-B14F-4D97-AF65-F5344CB8AC3E}">
        <p14:creationId xmlns:p14="http://schemas.microsoft.com/office/powerpoint/2010/main" val="4242916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3DC90-B0A8-6728-D1C0-E830FA5D47F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9F1C028-E1B5-641A-699A-1A39AD86590D}"/>
              </a:ext>
            </a:extLst>
          </p:cNvPr>
          <p:cNvSpPr>
            <a:spLocks noGrp="1"/>
          </p:cNvSpPr>
          <p:nvPr>
            <p:ph type="body" sz="quarter" idx="24"/>
          </p:nvPr>
        </p:nvSpPr>
        <p:spPr>
          <a:xfrm>
            <a:off x="8407073" y="1295401"/>
            <a:ext cx="3288041" cy="4883724"/>
          </a:xfrm>
          <a:solidFill>
            <a:schemeClr val="accent2">
              <a:alpha val="4706"/>
            </a:schemeClr>
          </a:solidFill>
        </p:spPr>
        <p:txBody>
          <a:bodyPr/>
          <a:lstStyle/>
          <a:p>
            <a:pPr>
              <a:spcBef>
                <a:spcPts val="0"/>
              </a:spcBef>
            </a:pPr>
            <a:r>
              <a:rPr lang="en-US" sz="1000" b="1" u="sng"/>
              <a:t>Projects Delivered</a:t>
            </a:r>
            <a:endParaRPr lang="en-US" sz="1000"/>
          </a:p>
          <a:p>
            <a:pPr>
              <a:spcBef>
                <a:spcPts val="0"/>
              </a:spcBef>
            </a:pPr>
            <a:r>
              <a:rPr lang="en-US" sz="800" b="1" i="1"/>
              <a:t>None</a:t>
            </a:r>
            <a:endParaRPr lang="en-US" sz="800" i="1"/>
          </a:p>
          <a:p>
            <a:pPr>
              <a:spcBef>
                <a:spcPts val="0"/>
              </a:spcBef>
            </a:pPr>
            <a:endParaRPr lang="en-US" sz="600"/>
          </a:p>
          <a:p>
            <a:pPr>
              <a:spcBef>
                <a:spcPts val="0"/>
              </a:spcBef>
            </a:pPr>
            <a:r>
              <a:rPr lang="en-US" sz="1000" b="1" u="sng"/>
              <a:t>Subcontracted (Capabilities) Delivered</a:t>
            </a:r>
            <a:endParaRPr lang="en-US" sz="1000"/>
          </a:p>
          <a:p>
            <a:pPr>
              <a:spcBef>
                <a:spcPts val="0"/>
              </a:spcBef>
            </a:pPr>
            <a:r>
              <a:rPr lang="en-US" sz="800" b="1"/>
              <a:t>Track 1</a:t>
            </a:r>
          </a:p>
          <a:p>
            <a:pPr marL="61913" indent="-61913">
              <a:spcBef>
                <a:spcPts val="0"/>
              </a:spcBef>
              <a:buFont typeface="Arial" panose="020B0604020202020204" pitchFamily="34" charset="0"/>
              <a:buChar char="•"/>
            </a:pPr>
            <a:r>
              <a:rPr lang="en-US" sz="800"/>
              <a:t>CHPROJECT-20937 / CHCAPABLTY-31666 SCS Tech Amenity Portfolio Home Page - Portfolio level CMS Content (DPOS: Lovelace)</a:t>
            </a:r>
          </a:p>
          <a:p>
            <a:pPr marL="61913" indent="-61913">
              <a:spcBef>
                <a:spcPts val="0"/>
              </a:spcBef>
              <a:buFont typeface="Arial" panose="020B0604020202020204" pitchFamily="34" charset="0"/>
              <a:buChar char="•"/>
            </a:pPr>
            <a:r>
              <a:rPr lang="en-US" sz="800"/>
              <a:t>CHPROJECT-20937 / CHCAPABLTY-29710 SCS Tech Amenity Portfolio Home Page | CMS/User Profile API Support (DPOS: Lovelace)</a:t>
            </a:r>
          </a:p>
          <a:p>
            <a:pPr marL="61913" indent="-61913">
              <a:spcBef>
                <a:spcPts val="0"/>
              </a:spcBef>
              <a:buFont typeface="Arial" panose="020B0604020202020204" pitchFamily="34" charset="0"/>
              <a:buChar char="•"/>
            </a:pPr>
            <a:r>
              <a:rPr lang="en-US" sz="800"/>
              <a:t>CHPROJECT-19966 / CHCAPABLTY-22879 SCS Tech Amenity Platform Access Management (DPOS: Easley)</a:t>
            </a:r>
          </a:p>
          <a:p>
            <a:pPr marL="61913" indent="-61913">
              <a:spcBef>
                <a:spcPts val="0"/>
              </a:spcBef>
              <a:buFont typeface="Arial" panose="020B0604020202020204" pitchFamily="34" charset="0"/>
              <a:buChar char="•"/>
            </a:pPr>
            <a:r>
              <a:rPr lang="en-US" sz="800"/>
              <a:t>CHPROJECT-20937 / CHCAPABLTY-24208 SCS Tech Amenity Platform Portfolio Home Page (DPOS: Easley)</a:t>
            </a:r>
          </a:p>
          <a:p>
            <a:pPr>
              <a:spcBef>
                <a:spcPts val="0"/>
              </a:spcBef>
            </a:pPr>
            <a:endParaRPr lang="en-US" sz="800" b="1"/>
          </a:p>
          <a:p>
            <a:pPr>
              <a:spcBef>
                <a:spcPts val="0"/>
              </a:spcBef>
            </a:pPr>
            <a:r>
              <a:rPr lang="en-US" sz="800" b="1"/>
              <a:t>Track 2</a:t>
            </a:r>
          </a:p>
          <a:p>
            <a:pPr marL="61913" indent="-61913">
              <a:spcBef>
                <a:spcPts val="0"/>
              </a:spcBef>
              <a:buFont typeface="Arial" panose="020B0604020202020204" pitchFamily="34" charset="0"/>
              <a:buChar char="•"/>
            </a:pPr>
            <a:r>
              <a:rPr lang="en-US" sz="800"/>
              <a:t>CHPROJECT-20666 / CHCAPABLTY-19286 AU: Post Purchase Trade-In (</a:t>
            </a:r>
            <a:r>
              <a:rPr lang="en-US" sz="800" err="1"/>
              <a:t>DPOS:Lamarr</a:t>
            </a:r>
            <a:r>
              <a:rPr lang="en-US" sz="800"/>
              <a:t>)</a:t>
            </a:r>
          </a:p>
          <a:p>
            <a:pPr marL="61913" indent="-61913">
              <a:spcBef>
                <a:spcPts val="0"/>
              </a:spcBef>
              <a:buFont typeface="Arial" panose="020B0604020202020204" pitchFamily="34" charset="0"/>
              <a:buChar char="•"/>
            </a:pPr>
            <a:endParaRPr lang="en-US" sz="800"/>
          </a:p>
          <a:p>
            <a:pPr>
              <a:spcBef>
                <a:spcPts val="0"/>
              </a:spcBef>
            </a:pPr>
            <a:r>
              <a:rPr lang="en-US" sz="800" b="1"/>
              <a:t>Other</a:t>
            </a:r>
          </a:p>
          <a:p>
            <a:pPr marL="61913" indent="-61913">
              <a:spcBef>
                <a:spcPts val="0"/>
              </a:spcBef>
              <a:buFont typeface="Arial" panose="020B0604020202020204" pitchFamily="34" charset="0"/>
              <a:buChar char="•"/>
            </a:pPr>
            <a:r>
              <a:rPr lang="en-US" sz="800"/>
              <a:t>CHPROJECT-29375 / CHCAPABLTY-33566 Easy Contextual Troubleshooting: Slow Speeds and Intermittent Connectivity</a:t>
            </a:r>
          </a:p>
          <a:p>
            <a:pPr marL="61913" indent="-61913">
              <a:spcBef>
                <a:spcPts val="0"/>
              </a:spcBef>
              <a:buFont typeface="Arial" panose="020B0604020202020204" pitchFamily="34" charset="0"/>
              <a:buChar char="•"/>
            </a:pPr>
            <a:r>
              <a:rPr lang="en-US" sz="800"/>
              <a:t>CHPROJECT-30709 / CHCAPABLTY-34520 Add additional prechecks to reduce unnecessary troubleshooting</a:t>
            </a:r>
          </a:p>
          <a:p>
            <a:pPr marL="61913" indent="-61913">
              <a:spcBef>
                <a:spcPts val="0"/>
              </a:spcBef>
              <a:buFont typeface="Arial" panose="020B0604020202020204" pitchFamily="34" charset="0"/>
              <a:buChar char="•"/>
            </a:pPr>
            <a:r>
              <a:rPr lang="en-US" sz="800"/>
              <a:t>CHPROJECT-31776 / CHCAPABLTY-35596 Lifeline Handling for IVA</a:t>
            </a:r>
          </a:p>
          <a:p>
            <a:pPr marL="61913" indent="-61913">
              <a:spcBef>
                <a:spcPts val="0"/>
              </a:spcBef>
              <a:buFont typeface="Arial" panose="020B0604020202020204" pitchFamily="34" charset="0"/>
              <a:buChar char="•"/>
            </a:pPr>
            <a:r>
              <a:rPr lang="en-US" sz="800"/>
              <a:t>CHPROJECT-28988 / CHCAPABLTY-33432 2026: SCS Unit </a:t>
            </a:r>
            <a:r>
              <a:rPr lang="en-US" sz="800" err="1"/>
              <a:t>Opt</a:t>
            </a:r>
            <a:r>
              <a:rPr lang="en-US" sz="800"/>
              <a:t> In Accounts (Tracking) 2/3 Go Live (DP 127.0.0)</a:t>
            </a:r>
          </a:p>
          <a:p>
            <a:pPr marL="61913" indent="-61913">
              <a:spcBef>
                <a:spcPts val="0"/>
              </a:spcBef>
              <a:buFont typeface="Arial" panose="020B0604020202020204" pitchFamily="34" charset="0"/>
              <a:buChar char="•"/>
            </a:pPr>
            <a:r>
              <a:rPr lang="en-US" sz="800"/>
              <a:t>CHPROJECT-28107 / CHCAPABLTY-31447 SCS Tech Amenity Program </a:t>
            </a:r>
            <a:r>
              <a:rPr lang="en-US" sz="800" err="1"/>
              <a:t>NonBulk</a:t>
            </a:r>
            <a:r>
              <a:rPr lang="en-US" sz="800"/>
              <a:t> Pages | User Profile Support for Links Lists (DPOS - Lovelace)</a:t>
            </a:r>
          </a:p>
        </p:txBody>
      </p:sp>
      <p:sp>
        <p:nvSpPr>
          <p:cNvPr id="10" name="Title 9">
            <a:extLst>
              <a:ext uri="{FF2B5EF4-FFF2-40B4-BE49-F238E27FC236}">
                <a16:creationId xmlns:a16="http://schemas.microsoft.com/office/drawing/2014/main" id="{7FD85063-D467-DBF0-58A3-F152B4D7B301}"/>
              </a:ext>
            </a:extLst>
          </p:cNvPr>
          <p:cNvSpPr>
            <a:spLocks noGrp="1"/>
          </p:cNvSpPr>
          <p:nvPr>
            <p:ph type="title"/>
          </p:nvPr>
        </p:nvSpPr>
        <p:spPr>
          <a:xfrm>
            <a:off x="428626" y="259430"/>
            <a:ext cx="5102223" cy="328304"/>
          </a:xfrm>
        </p:spPr>
        <p:txBody>
          <a:bodyPr/>
          <a:lstStyle/>
          <a:p>
            <a:r>
              <a:rPr lang="en-US"/>
              <a:t>On-Time and Planned Delivery</a:t>
            </a:r>
          </a:p>
        </p:txBody>
      </p:sp>
      <p:sp>
        <p:nvSpPr>
          <p:cNvPr id="4" name="Slide Number Placeholder 3">
            <a:extLst>
              <a:ext uri="{FF2B5EF4-FFF2-40B4-BE49-F238E27FC236}">
                <a16:creationId xmlns:a16="http://schemas.microsoft.com/office/drawing/2014/main" id="{24A86290-1ED4-0F34-C05E-6780C6A789B0}"/>
              </a:ext>
            </a:extLst>
          </p:cNvPr>
          <p:cNvSpPr>
            <a:spLocks noGrp="1"/>
          </p:cNvSpPr>
          <p:nvPr>
            <p:ph type="sldNum" sz="quarter" idx="20"/>
          </p:nvPr>
        </p:nvSpPr>
        <p:spPr/>
        <p:txBody>
          <a:bodyPr/>
          <a:lstStyle/>
          <a:p>
            <a:fld id="{A82C3BC0-3EBF-3C4C-A3D8-795624EBC6AA}" type="slidenum">
              <a:rPr lang="en-US" smtClean="0"/>
              <a:pPr/>
              <a:t>22</a:t>
            </a:fld>
            <a:endParaRPr lang="en-US"/>
          </a:p>
        </p:txBody>
      </p:sp>
      <p:sp>
        <p:nvSpPr>
          <p:cNvPr id="2" name="TextBox 1">
            <a:extLst>
              <a:ext uri="{FF2B5EF4-FFF2-40B4-BE49-F238E27FC236}">
                <a16:creationId xmlns:a16="http://schemas.microsoft.com/office/drawing/2014/main" id="{C4114818-0438-7F65-A688-4A524CDF1516}"/>
              </a:ext>
            </a:extLst>
          </p:cNvPr>
          <p:cNvSpPr txBox="1"/>
          <p:nvPr/>
        </p:nvSpPr>
        <p:spPr>
          <a:xfrm>
            <a:off x="-446314" y="4757057"/>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9" name="TextBox 8">
            <a:extLst>
              <a:ext uri="{FF2B5EF4-FFF2-40B4-BE49-F238E27FC236}">
                <a16:creationId xmlns:a16="http://schemas.microsoft.com/office/drawing/2014/main" id="{F0DD2799-5ED6-9878-2F1F-EBBC2B3AE322}"/>
              </a:ext>
            </a:extLst>
          </p:cNvPr>
          <p:cNvSpPr txBox="1"/>
          <p:nvPr/>
        </p:nvSpPr>
        <p:spPr>
          <a:xfrm>
            <a:off x="3603171" y="1012371"/>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graphicFrame>
        <p:nvGraphicFramePr>
          <p:cNvPr id="31" name="Object 30">
            <a:extLst>
              <a:ext uri="{FF2B5EF4-FFF2-40B4-BE49-F238E27FC236}">
                <a16:creationId xmlns:a16="http://schemas.microsoft.com/office/drawing/2014/main" id="{F0D86FE3-7119-DB44-879B-97BD00D38265}"/>
              </a:ext>
            </a:extLst>
          </p:cNvPr>
          <p:cNvGraphicFramePr>
            <a:graphicFrameLocks noChangeAspect="1"/>
          </p:cNvGraphicFramePr>
          <p:nvPr/>
        </p:nvGraphicFramePr>
        <p:xfrm>
          <a:off x="496888" y="1295400"/>
          <a:ext cx="2459037" cy="2384425"/>
        </p:xfrm>
        <a:graphic>
          <a:graphicData uri="http://schemas.openxmlformats.org/presentationml/2006/ole">
            <mc:AlternateContent xmlns:mc="http://schemas.openxmlformats.org/markup-compatibility/2006">
              <mc:Choice xmlns:v="urn:schemas-microsoft-com:vml" Requires="v">
                <p:oleObj name="Worksheet" r:id="rId3" imgW="3416300" imgH="3314700" progId="Excel.Sheet.12">
                  <p:embed/>
                </p:oleObj>
              </mc:Choice>
              <mc:Fallback>
                <p:oleObj name="Worksheet" r:id="rId3" imgW="3416300" imgH="3314700" progId="Excel.Sheet.12">
                  <p:embed/>
                  <p:pic>
                    <p:nvPicPr>
                      <p:cNvPr id="31" name="Object 30">
                        <a:extLst>
                          <a:ext uri="{FF2B5EF4-FFF2-40B4-BE49-F238E27FC236}">
                            <a16:creationId xmlns:a16="http://schemas.microsoft.com/office/drawing/2014/main" id="{F0D86FE3-7119-DB44-879B-97BD00D38265}"/>
                          </a:ext>
                        </a:extLst>
                      </p:cNvPr>
                      <p:cNvPicPr/>
                      <p:nvPr/>
                    </p:nvPicPr>
                    <p:blipFill>
                      <a:blip r:embed="rId4"/>
                      <a:stretch>
                        <a:fillRect/>
                      </a:stretch>
                    </p:blipFill>
                    <p:spPr>
                      <a:xfrm>
                        <a:off x="496888" y="1295400"/>
                        <a:ext cx="2459037" cy="2384425"/>
                      </a:xfrm>
                      <a:prstGeom prst="rect">
                        <a:avLst/>
                      </a:prstGeom>
                      <a:ln>
                        <a:solidFill>
                          <a:schemeClr val="tx1"/>
                        </a:solidFill>
                      </a:ln>
                    </p:spPr>
                  </p:pic>
                </p:oleObj>
              </mc:Fallback>
            </mc:AlternateContent>
          </a:graphicData>
        </a:graphic>
      </p:graphicFrame>
      <p:graphicFrame>
        <p:nvGraphicFramePr>
          <p:cNvPr id="34" name="Object 33">
            <a:extLst>
              <a:ext uri="{FF2B5EF4-FFF2-40B4-BE49-F238E27FC236}">
                <a16:creationId xmlns:a16="http://schemas.microsoft.com/office/drawing/2014/main" id="{6D9D6908-51B9-C820-6E71-ADF98169F6C6}"/>
              </a:ext>
            </a:extLst>
          </p:cNvPr>
          <p:cNvGraphicFramePr>
            <a:graphicFrameLocks noChangeAspect="1"/>
          </p:cNvGraphicFramePr>
          <p:nvPr/>
        </p:nvGraphicFramePr>
        <p:xfrm>
          <a:off x="496888" y="3840163"/>
          <a:ext cx="2457450" cy="2387600"/>
        </p:xfrm>
        <a:graphic>
          <a:graphicData uri="http://schemas.openxmlformats.org/presentationml/2006/ole">
            <mc:AlternateContent xmlns:mc="http://schemas.openxmlformats.org/markup-compatibility/2006">
              <mc:Choice xmlns:v="urn:schemas-microsoft-com:vml" Requires="v">
                <p:oleObj name="Worksheet" r:id="rId5" imgW="3416300" imgH="3314700" progId="Excel.Sheet.12">
                  <p:embed/>
                </p:oleObj>
              </mc:Choice>
              <mc:Fallback>
                <p:oleObj name="Worksheet" r:id="rId5" imgW="3416300" imgH="3314700" progId="Excel.Sheet.12">
                  <p:embed/>
                  <p:pic>
                    <p:nvPicPr>
                      <p:cNvPr id="34" name="Object 33">
                        <a:extLst>
                          <a:ext uri="{FF2B5EF4-FFF2-40B4-BE49-F238E27FC236}">
                            <a16:creationId xmlns:a16="http://schemas.microsoft.com/office/drawing/2014/main" id="{6D9D6908-51B9-C820-6E71-ADF98169F6C6}"/>
                          </a:ext>
                        </a:extLst>
                      </p:cNvPr>
                      <p:cNvPicPr/>
                      <p:nvPr/>
                    </p:nvPicPr>
                    <p:blipFill>
                      <a:blip r:embed="rId6"/>
                      <a:stretch>
                        <a:fillRect/>
                      </a:stretch>
                    </p:blipFill>
                    <p:spPr>
                      <a:xfrm>
                        <a:off x="496888" y="3840163"/>
                        <a:ext cx="2457450" cy="2387600"/>
                      </a:xfrm>
                      <a:prstGeom prst="rect">
                        <a:avLst/>
                      </a:prstGeom>
                      <a:ln>
                        <a:solidFill>
                          <a:schemeClr val="tx1"/>
                        </a:solidFill>
                      </a:ln>
                    </p:spPr>
                  </p:pic>
                </p:oleObj>
              </mc:Fallback>
            </mc:AlternateContent>
          </a:graphicData>
        </a:graphic>
      </p:graphicFrame>
      <p:graphicFrame>
        <p:nvGraphicFramePr>
          <p:cNvPr id="35" name="Object 34">
            <a:extLst>
              <a:ext uri="{FF2B5EF4-FFF2-40B4-BE49-F238E27FC236}">
                <a16:creationId xmlns:a16="http://schemas.microsoft.com/office/drawing/2014/main" id="{51BF79F6-BD2F-45FC-F6E4-375BE216A96C}"/>
              </a:ext>
            </a:extLst>
          </p:cNvPr>
          <p:cNvGraphicFramePr>
            <a:graphicFrameLocks noChangeAspect="1"/>
          </p:cNvGraphicFramePr>
          <p:nvPr/>
        </p:nvGraphicFramePr>
        <p:xfrm>
          <a:off x="3133725" y="1293813"/>
          <a:ext cx="2459038" cy="2387600"/>
        </p:xfrm>
        <a:graphic>
          <a:graphicData uri="http://schemas.openxmlformats.org/presentationml/2006/ole">
            <mc:AlternateContent xmlns:mc="http://schemas.openxmlformats.org/markup-compatibility/2006">
              <mc:Choice xmlns:v="urn:schemas-microsoft-com:vml" Requires="v">
                <p:oleObj name="Worksheet" r:id="rId7" imgW="3416300" imgH="3314700" progId="Excel.Sheet.12">
                  <p:embed/>
                </p:oleObj>
              </mc:Choice>
              <mc:Fallback>
                <p:oleObj name="Worksheet" r:id="rId7" imgW="3416300" imgH="3314700" progId="Excel.Sheet.12">
                  <p:embed/>
                  <p:pic>
                    <p:nvPicPr>
                      <p:cNvPr id="35" name="Object 34">
                        <a:extLst>
                          <a:ext uri="{FF2B5EF4-FFF2-40B4-BE49-F238E27FC236}">
                            <a16:creationId xmlns:a16="http://schemas.microsoft.com/office/drawing/2014/main" id="{51BF79F6-BD2F-45FC-F6E4-375BE216A96C}"/>
                          </a:ext>
                        </a:extLst>
                      </p:cNvPr>
                      <p:cNvPicPr/>
                      <p:nvPr/>
                    </p:nvPicPr>
                    <p:blipFill>
                      <a:blip r:embed="rId8"/>
                      <a:stretch>
                        <a:fillRect/>
                      </a:stretch>
                    </p:blipFill>
                    <p:spPr>
                      <a:xfrm>
                        <a:off x="3133725" y="1293813"/>
                        <a:ext cx="2459038" cy="2387600"/>
                      </a:xfrm>
                      <a:prstGeom prst="rect">
                        <a:avLst/>
                      </a:prstGeom>
                      <a:ln>
                        <a:solidFill>
                          <a:schemeClr val="tx1"/>
                        </a:solidFill>
                      </a:ln>
                    </p:spPr>
                  </p:pic>
                </p:oleObj>
              </mc:Fallback>
            </mc:AlternateContent>
          </a:graphicData>
        </a:graphic>
      </p:graphicFrame>
      <p:graphicFrame>
        <p:nvGraphicFramePr>
          <p:cNvPr id="36" name="Object 35">
            <a:extLst>
              <a:ext uri="{FF2B5EF4-FFF2-40B4-BE49-F238E27FC236}">
                <a16:creationId xmlns:a16="http://schemas.microsoft.com/office/drawing/2014/main" id="{CF62E94B-8C44-EE14-A1DB-7B29CCBD5313}"/>
              </a:ext>
            </a:extLst>
          </p:cNvPr>
          <p:cNvGraphicFramePr>
            <a:graphicFrameLocks noChangeAspect="1"/>
          </p:cNvGraphicFramePr>
          <p:nvPr/>
        </p:nvGraphicFramePr>
        <p:xfrm>
          <a:off x="3133725" y="3840163"/>
          <a:ext cx="2459038" cy="2387600"/>
        </p:xfrm>
        <a:graphic>
          <a:graphicData uri="http://schemas.openxmlformats.org/presentationml/2006/ole">
            <mc:AlternateContent xmlns:mc="http://schemas.openxmlformats.org/markup-compatibility/2006">
              <mc:Choice xmlns:v="urn:schemas-microsoft-com:vml" Requires="v">
                <p:oleObj name="Worksheet" r:id="rId9" imgW="3416300" imgH="3314700" progId="Excel.Sheet.12">
                  <p:embed/>
                </p:oleObj>
              </mc:Choice>
              <mc:Fallback>
                <p:oleObj name="Worksheet" r:id="rId9" imgW="3416300" imgH="3314700" progId="Excel.Sheet.12">
                  <p:embed/>
                  <p:pic>
                    <p:nvPicPr>
                      <p:cNvPr id="36" name="Object 35">
                        <a:extLst>
                          <a:ext uri="{FF2B5EF4-FFF2-40B4-BE49-F238E27FC236}">
                            <a16:creationId xmlns:a16="http://schemas.microsoft.com/office/drawing/2014/main" id="{CF62E94B-8C44-EE14-A1DB-7B29CCBD5313}"/>
                          </a:ext>
                        </a:extLst>
                      </p:cNvPr>
                      <p:cNvPicPr/>
                      <p:nvPr/>
                    </p:nvPicPr>
                    <p:blipFill>
                      <a:blip r:embed="rId10"/>
                      <a:stretch>
                        <a:fillRect/>
                      </a:stretch>
                    </p:blipFill>
                    <p:spPr>
                      <a:xfrm>
                        <a:off x="3133725" y="3840163"/>
                        <a:ext cx="2459038" cy="2387600"/>
                      </a:xfrm>
                      <a:prstGeom prst="rect">
                        <a:avLst/>
                      </a:prstGeom>
                      <a:ln>
                        <a:solidFill>
                          <a:schemeClr val="tx1"/>
                        </a:solidFill>
                      </a:ln>
                    </p:spPr>
                  </p:pic>
                </p:oleObj>
              </mc:Fallback>
            </mc:AlternateContent>
          </a:graphicData>
        </a:graphic>
      </p:graphicFrame>
      <p:graphicFrame>
        <p:nvGraphicFramePr>
          <p:cNvPr id="37" name="Object 36">
            <a:extLst>
              <a:ext uri="{FF2B5EF4-FFF2-40B4-BE49-F238E27FC236}">
                <a16:creationId xmlns:a16="http://schemas.microsoft.com/office/drawing/2014/main" id="{51F47445-5B89-43AD-54C5-B208807FD971}"/>
              </a:ext>
            </a:extLst>
          </p:cNvPr>
          <p:cNvGraphicFramePr>
            <a:graphicFrameLocks noChangeAspect="1"/>
          </p:cNvGraphicFramePr>
          <p:nvPr/>
        </p:nvGraphicFramePr>
        <p:xfrm>
          <a:off x="5770563" y="1295400"/>
          <a:ext cx="2457450" cy="2386013"/>
        </p:xfrm>
        <a:graphic>
          <a:graphicData uri="http://schemas.openxmlformats.org/presentationml/2006/ole">
            <mc:AlternateContent xmlns:mc="http://schemas.openxmlformats.org/markup-compatibility/2006">
              <mc:Choice xmlns:v="urn:schemas-microsoft-com:vml" Requires="v">
                <p:oleObj name="Worksheet" r:id="rId11" imgW="3416300" imgH="3314700" progId="Excel.Sheet.12">
                  <p:embed/>
                </p:oleObj>
              </mc:Choice>
              <mc:Fallback>
                <p:oleObj name="Worksheet" r:id="rId11" imgW="3416300" imgH="3314700" progId="Excel.Sheet.12">
                  <p:embed/>
                  <p:pic>
                    <p:nvPicPr>
                      <p:cNvPr id="37" name="Object 36">
                        <a:extLst>
                          <a:ext uri="{FF2B5EF4-FFF2-40B4-BE49-F238E27FC236}">
                            <a16:creationId xmlns:a16="http://schemas.microsoft.com/office/drawing/2014/main" id="{51F47445-5B89-43AD-54C5-B208807FD971}"/>
                          </a:ext>
                        </a:extLst>
                      </p:cNvPr>
                      <p:cNvPicPr/>
                      <p:nvPr/>
                    </p:nvPicPr>
                    <p:blipFill>
                      <a:blip r:embed="rId12"/>
                      <a:stretch>
                        <a:fillRect/>
                      </a:stretch>
                    </p:blipFill>
                    <p:spPr>
                      <a:xfrm>
                        <a:off x="5770563" y="1295400"/>
                        <a:ext cx="2457450" cy="2386013"/>
                      </a:xfrm>
                      <a:prstGeom prst="rect">
                        <a:avLst/>
                      </a:prstGeom>
                      <a:ln>
                        <a:solidFill>
                          <a:schemeClr val="tx1"/>
                        </a:solidFill>
                      </a:ln>
                    </p:spPr>
                  </p:pic>
                </p:oleObj>
              </mc:Fallback>
            </mc:AlternateContent>
          </a:graphicData>
        </a:graphic>
      </p:graphicFrame>
      <p:graphicFrame>
        <p:nvGraphicFramePr>
          <p:cNvPr id="38" name="Object 37">
            <a:extLst>
              <a:ext uri="{FF2B5EF4-FFF2-40B4-BE49-F238E27FC236}">
                <a16:creationId xmlns:a16="http://schemas.microsoft.com/office/drawing/2014/main" id="{3BFF15D1-4BE7-9CBB-7AA1-2D7E7F04A9B1}"/>
              </a:ext>
            </a:extLst>
          </p:cNvPr>
          <p:cNvGraphicFramePr>
            <a:graphicFrameLocks noChangeAspect="1"/>
          </p:cNvGraphicFramePr>
          <p:nvPr/>
        </p:nvGraphicFramePr>
        <p:xfrm>
          <a:off x="5770563" y="3840163"/>
          <a:ext cx="2459037" cy="2387600"/>
        </p:xfrm>
        <a:graphic>
          <a:graphicData uri="http://schemas.openxmlformats.org/presentationml/2006/ole">
            <mc:AlternateContent xmlns:mc="http://schemas.openxmlformats.org/markup-compatibility/2006">
              <mc:Choice xmlns:v="urn:schemas-microsoft-com:vml" Requires="v">
                <p:oleObj name="Worksheet" r:id="rId13" imgW="3416300" imgH="3314700" progId="Excel.Sheet.12">
                  <p:embed/>
                </p:oleObj>
              </mc:Choice>
              <mc:Fallback>
                <p:oleObj name="Worksheet" r:id="rId13" imgW="3416300" imgH="3314700" progId="Excel.Sheet.12">
                  <p:embed/>
                  <p:pic>
                    <p:nvPicPr>
                      <p:cNvPr id="38" name="Object 37">
                        <a:extLst>
                          <a:ext uri="{FF2B5EF4-FFF2-40B4-BE49-F238E27FC236}">
                            <a16:creationId xmlns:a16="http://schemas.microsoft.com/office/drawing/2014/main" id="{3BFF15D1-4BE7-9CBB-7AA1-2D7E7F04A9B1}"/>
                          </a:ext>
                        </a:extLst>
                      </p:cNvPr>
                      <p:cNvPicPr/>
                      <p:nvPr/>
                    </p:nvPicPr>
                    <p:blipFill>
                      <a:blip r:embed="rId14"/>
                      <a:stretch>
                        <a:fillRect/>
                      </a:stretch>
                    </p:blipFill>
                    <p:spPr>
                      <a:xfrm>
                        <a:off x="5770563" y="3840163"/>
                        <a:ext cx="2459037" cy="2387600"/>
                      </a:xfrm>
                      <a:prstGeom prst="rect">
                        <a:avLst/>
                      </a:prstGeom>
                      <a:ln>
                        <a:solidFill>
                          <a:schemeClr val="tx1"/>
                        </a:solidFill>
                      </a:ln>
                    </p:spPr>
                  </p:pic>
                </p:oleObj>
              </mc:Fallback>
            </mc:AlternateContent>
          </a:graphicData>
        </a:graphic>
      </p:graphicFrame>
      <p:pic>
        <p:nvPicPr>
          <p:cNvPr id="39" name="Picture 38">
            <a:extLst>
              <a:ext uri="{FF2B5EF4-FFF2-40B4-BE49-F238E27FC236}">
                <a16:creationId xmlns:a16="http://schemas.microsoft.com/office/drawing/2014/main" id="{D4724802-87B1-9028-99F2-B72AD3CC8AA8}"/>
              </a:ext>
            </a:extLst>
          </p:cNvPr>
          <p:cNvPicPr>
            <a:picLocks noChangeAspect="1"/>
          </p:cNvPicPr>
          <p:nvPr/>
        </p:nvPicPr>
        <p:blipFill>
          <a:blip r:embed="rId15"/>
          <a:stretch>
            <a:fillRect/>
          </a:stretch>
        </p:blipFill>
        <p:spPr>
          <a:xfrm>
            <a:off x="6598431" y="3469710"/>
            <a:ext cx="711200" cy="139700"/>
          </a:xfrm>
          <a:prstGeom prst="rect">
            <a:avLst/>
          </a:prstGeom>
        </p:spPr>
      </p:pic>
      <p:pic>
        <p:nvPicPr>
          <p:cNvPr id="40" name="Picture 39">
            <a:extLst>
              <a:ext uri="{FF2B5EF4-FFF2-40B4-BE49-F238E27FC236}">
                <a16:creationId xmlns:a16="http://schemas.microsoft.com/office/drawing/2014/main" id="{64CE7987-3432-3771-9DA6-B2A50A8F82E0}"/>
              </a:ext>
            </a:extLst>
          </p:cNvPr>
          <p:cNvPicPr>
            <a:picLocks noChangeAspect="1"/>
          </p:cNvPicPr>
          <p:nvPr/>
        </p:nvPicPr>
        <p:blipFill>
          <a:blip r:embed="rId15"/>
          <a:stretch>
            <a:fillRect/>
          </a:stretch>
        </p:blipFill>
        <p:spPr>
          <a:xfrm>
            <a:off x="6598431" y="6033370"/>
            <a:ext cx="711200" cy="139700"/>
          </a:xfrm>
          <a:prstGeom prst="rect">
            <a:avLst/>
          </a:prstGeom>
        </p:spPr>
      </p:pic>
      <p:sp>
        <p:nvSpPr>
          <p:cNvPr id="6" name="TextBox 5">
            <a:extLst>
              <a:ext uri="{FF2B5EF4-FFF2-40B4-BE49-F238E27FC236}">
                <a16:creationId xmlns:a16="http://schemas.microsoft.com/office/drawing/2014/main" id="{AA5A79EC-BD8E-E226-7575-934EAB7C6DCF}"/>
              </a:ext>
            </a:extLst>
          </p:cNvPr>
          <p:cNvSpPr txBox="1"/>
          <p:nvPr/>
        </p:nvSpPr>
        <p:spPr>
          <a:xfrm>
            <a:off x="704088" y="758951"/>
            <a:ext cx="10853928" cy="377253"/>
          </a:xfrm>
          <a:prstGeom prst="rect">
            <a:avLst/>
          </a:prstGeom>
          <a:noFill/>
        </p:spPr>
        <p:txBody>
          <a:bodyPr wrap="square" lIns="0" tIns="0" rIns="0" bIns="0" rtlCol="0">
            <a:noAutofit/>
          </a:bodyPr>
          <a:lstStyle/>
          <a:p>
            <a:pPr algn="l">
              <a:lnSpc>
                <a:spcPct val="110000"/>
              </a:lnSpc>
              <a:spcBef>
                <a:spcPts val="900"/>
              </a:spcBef>
            </a:pPr>
            <a:r>
              <a:rPr lang="en-US" sz="1000" b="1">
                <a:solidFill>
                  <a:srgbClr val="FF0000"/>
                </a:solidFill>
                <a:latin typeface="Spectrum Sans Book" panose="020B0402020503020304" pitchFamily="34" charset="0"/>
                <a:ea typeface="Open Sans" pitchFamily="2" charset="0"/>
                <a:cs typeface="Spectrum Sans Book" panose="020B0402020503020304" pitchFamily="34" charset="0"/>
              </a:rPr>
              <a:t>Note: This is a proposed update to the previous slide. It helps track progress against BOYB and Current baseline. Blue line reflects BOYB and will remain constant. Dark green line will change monthly to reflect current baseline. Bar chart will reflect cumulative total of items delivered. By end of year, bar chart should reach current baseline line.</a:t>
            </a:r>
          </a:p>
        </p:txBody>
      </p:sp>
      <p:sp>
        <p:nvSpPr>
          <p:cNvPr id="3" name="Rectangle 2">
            <a:extLst>
              <a:ext uri="{FF2B5EF4-FFF2-40B4-BE49-F238E27FC236}">
                <a16:creationId xmlns:a16="http://schemas.microsoft.com/office/drawing/2014/main" id="{123E8051-0DDF-A4C1-D076-13A854FC0D14}"/>
              </a:ext>
            </a:extLst>
          </p:cNvPr>
          <p:cNvSpPr/>
          <p:nvPr/>
        </p:nvSpPr>
        <p:spPr>
          <a:xfrm>
            <a:off x="6510968" y="2839308"/>
            <a:ext cx="1575413" cy="139700"/>
          </a:xfrm>
          <a:prstGeom prst="rect">
            <a:avLst/>
          </a:prstGeom>
          <a:solidFill>
            <a:schemeClr val="bg1"/>
          </a:solidFill>
          <a:ln w="12700">
            <a:noFill/>
          </a:ln>
        </p:spPr>
        <p:txBody>
          <a:bodyPr vert="horz" lIns="182880" tIns="182880" rIns="182880" bIns="0" rtlCol="0" anchor="ctr">
            <a:noAutofit/>
          </a:bodyPr>
          <a:lstStyle/>
          <a:p>
            <a:pPr algn="l">
              <a:lnSpc>
                <a:spcPct val="110000"/>
              </a:lnSpc>
              <a:spcBef>
                <a:spcPts val="2400"/>
              </a:spcBef>
            </a:pPr>
            <a:endParaRPr lang="en-US" sz="2800" err="1">
              <a:solidFill>
                <a:schemeClr val="accent1"/>
              </a:solidFill>
              <a:latin typeface="Spectrum Sans Book" panose="020B0402020503020304" pitchFamily="34" charset="0"/>
              <a:cs typeface="Spectrum Sans Book" panose="020B0402020503020304" pitchFamily="34" charset="0"/>
            </a:endParaRPr>
          </a:p>
        </p:txBody>
      </p:sp>
      <p:sp>
        <p:nvSpPr>
          <p:cNvPr id="7" name="Rectangle 6">
            <a:extLst>
              <a:ext uri="{FF2B5EF4-FFF2-40B4-BE49-F238E27FC236}">
                <a16:creationId xmlns:a16="http://schemas.microsoft.com/office/drawing/2014/main" id="{2126B1F7-CC13-0816-E09E-98723872986E}"/>
              </a:ext>
            </a:extLst>
          </p:cNvPr>
          <p:cNvSpPr/>
          <p:nvPr/>
        </p:nvSpPr>
        <p:spPr>
          <a:xfrm>
            <a:off x="6510967" y="5319272"/>
            <a:ext cx="1575413" cy="139700"/>
          </a:xfrm>
          <a:prstGeom prst="rect">
            <a:avLst/>
          </a:prstGeom>
          <a:solidFill>
            <a:schemeClr val="bg1"/>
          </a:solidFill>
          <a:ln w="12700">
            <a:noFill/>
          </a:ln>
        </p:spPr>
        <p:txBody>
          <a:bodyPr vert="horz" lIns="182880" tIns="182880" rIns="182880" bIns="0" rtlCol="0" anchor="ctr">
            <a:noAutofit/>
          </a:bodyPr>
          <a:lstStyle/>
          <a:p>
            <a:pPr algn="l">
              <a:lnSpc>
                <a:spcPct val="110000"/>
              </a:lnSpc>
              <a:spcBef>
                <a:spcPts val="2400"/>
              </a:spcBef>
            </a:pPr>
            <a:endParaRPr lang="en-US" sz="2800" err="1">
              <a:solidFill>
                <a:schemeClr val="accent1"/>
              </a:solidFill>
              <a:latin typeface="Spectrum Sans Book" panose="020B0402020503020304" pitchFamily="34" charset="0"/>
              <a:cs typeface="Spectrum Sans Book" panose="020B0402020503020304" pitchFamily="34" charset="0"/>
            </a:endParaRPr>
          </a:p>
        </p:txBody>
      </p:sp>
    </p:spTree>
    <p:extLst>
      <p:ext uri="{BB962C8B-B14F-4D97-AF65-F5344CB8AC3E}">
        <p14:creationId xmlns:p14="http://schemas.microsoft.com/office/powerpoint/2010/main" val="3004640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2477D36-3B3A-3908-336B-11F6DE6E2756}"/>
              </a:ext>
            </a:extLst>
          </p:cNvPr>
          <p:cNvGrpSpPr/>
          <p:nvPr/>
        </p:nvGrpSpPr>
        <p:grpSpPr>
          <a:xfrm>
            <a:off x="4185917" y="760573"/>
            <a:ext cx="1815697" cy="2686049"/>
            <a:chOff x="428627" y="807592"/>
            <a:chExt cx="4648200" cy="2686049"/>
          </a:xfrm>
        </p:grpSpPr>
        <p:sp>
          <p:nvSpPr>
            <p:cNvPr id="20" name="Rectangle 19">
              <a:extLst>
                <a:ext uri="{FF2B5EF4-FFF2-40B4-BE49-F238E27FC236}">
                  <a16:creationId xmlns:a16="http://schemas.microsoft.com/office/drawing/2014/main" id="{6B428E79-5606-0678-87E0-97B3955E4915}"/>
                </a:ext>
              </a:extLst>
            </p:cNvPr>
            <p:cNvSpPr/>
            <p:nvPr/>
          </p:nvSpPr>
          <p:spPr>
            <a:xfrm>
              <a:off x="428627" y="807593"/>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24" name="Content Placeholder 7" descr="Chart placeholder">
              <a:extLst>
                <a:ext uri="{FF2B5EF4-FFF2-40B4-BE49-F238E27FC236}">
                  <a16:creationId xmlns:a16="http://schemas.microsoft.com/office/drawing/2014/main" id="{DADBBA1B-DE84-8600-02C5-7383B46ACBF7}"/>
                </a:ext>
              </a:extLst>
            </p:cNvPr>
            <p:cNvGraphicFramePr>
              <a:graphicFrameLocks/>
            </p:cNvGraphicFramePr>
            <p:nvPr>
              <p:extLst>
                <p:ext uri="{D42A27DB-BD31-4B8C-83A1-F6EECF244321}">
                  <p14:modId xmlns:p14="http://schemas.microsoft.com/office/powerpoint/2010/main" val="1440848613"/>
                </p:ext>
              </p:extLst>
            </p:nvPr>
          </p:nvGraphicFramePr>
          <p:xfrm>
            <a:off x="514351" y="807592"/>
            <a:ext cx="4562476" cy="2686049"/>
          </p:xfrm>
          <a:graphic>
            <a:graphicData uri="http://schemas.openxmlformats.org/drawingml/2006/chart">
              <c:chart xmlns:c="http://schemas.openxmlformats.org/drawingml/2006/chart" xmlns:r="http://schemas.openxmlformats.org/officeDocument/2006/relationships" r:id="rId3"/>
            </a:graphicData>
          </a:graphic>
        </p:graphicFrame>
      </p:grpSp>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7979523" y="761412"/>
            <a:ext cx="4034677" cy="5440808"/>
          </a:xfrm>
          <a:solidFill>
            <a:schemeClr val="accent2">
              <a:alpha val="4706"/>
            </a:schemeClr>
          </a:solidFill>
        </p:spPr>
        <p:txBody>
          <a:bodyPr vert="horz" lIns="182880" tIns="182880" rIns="182880" bIns="0" rtlCol="0" anchor="t">
            <a:noAutofit/>
          </a:bodyPr>
          <a:lstStyle/>
          <a:p>
            <a:r>
              <a:rPr lang="en-US" sz="2000" b="1">
                <a:latin typeface="Spectrum Sans Book"/>
                <a:cs typeface="Spectrum Sans Book"/>
              </a:rPr>
              <a:t>Key Highlights</a:t>
            </a:r>
          </a:p>
          <a:p>
            <a:pPr>
              <a:spcBef>
                <a:spcPts val="0"/>
              </a:spcBef>
            </a:pPr>
            <a:endParaRPr lang="en-US" sz="800" b="1"/>
          </a:p>
          <a:p>
            <a:pPr>
              <a:spcBef>
                <a:spcPts val="0"/>
              </a:spcBef>
            </a:pPr>
            <a:r>
              <a:rPr lang="en-US" sz="1200" b="1">
                <a:latin typeface="Spectrum Sans Book"/>
                <a:cs typeface="Spectrum Sans Book"/>
              </a:rPr>
              <a:t>Production Bugs</a:t>
            </a:r>
          </a:p>
          <a:p>
            <a:pPr marL="171450" indent="-171450">
              <a:spcBef>
                <a:spcPts val="0"/>
              </a:spcBef>
              <a:buFont typeface="Arial" panose="020B0604020202020204" pitchFamily="34" charset="0"/>
              <a:buChar char="•"/>
            </a:pPr>
            <a:r>
              <a:rPr lang="en-US" sz="1200">
                <a:latin typeface="Spectrum Sans Book"/>
                <a:cs typeface="Spectrum Sans Book"/>
              </a:rPr>
              <a:t>No P0-P1 Bugs in February</a:t>
            </a:r>
          </a:p>
          <a:p>
            <a:pPr>
              <a:spcBef>
                <a:spcPts val="0"/>
              </a:spcBef>
            </a:pPr>
            <a:endParaRPr lang="en-US" sz="1200" b="1">
              <a:latin typeface="Spectrum Sans Book"/>
              <a:cs typeface="Spectrum Sans Book"/>
            </a:endParaRPr>
          </a:p>
          <a:p>
            <a:pPr>
              <a:spcBef>
                <a:spcPts val="0"/>
              </a:spcBef>
            </a:pPr>
            <a:r>
              <a:rPr lang="en-US" sz="1200" b="1">
                <a:latin typeface="Spectrum Sans Book"/>
                <a:cs typeface="Spectrum Sans Book"/>
              </a:rPr>
              <a:t>Veracode / Cloud Vulnerabilities Highlights</a:t>
            </a:r>
          </a:p>
          <a:p>
            <a:pPr marL="171450" indent="-171450">
              <a:spcBef>
                <a:spcPts val="0"/>
              </a:spcBef>
              <a:buFont typeface="Arial" panose="020B0604020202020204" pitchFamily="34" charset="0"/>
              <a:buChar char="•"/>
            </a:pPr>
            <a:r>
              <a:rPr lang="en-US" sz="1200">
                <a:latin typeface="Spectrum Sans Book"/>
                <a:cs typeface="Spectrum Sans Book"/>
              </a:rPr>
              <a:t>All open cloud vulnerabilities are within SLA</a:t>
            </a:r>
          </a:p>
          <a:p>
            <a:pPr marL="171450" indent="-171450">
              <a:spcBef>
                <a:spcPts val="0"/>
              </a:spcBef>
              <a:buFont typeface="Arial" panose="020B0604020202020204" pitchFamily="34" charset="0"/>
              <a:buChar char="•"/>
            </a:pPr>
            <a:r>
              <a:rPr lang="en-US" sz="1200">
                <a:latin typeface="Spectrum Sans Book"/>
                <a:cs typeface="Spectrum Sans Book"/>
              </a:rPr>
              <a:t>4 open Veracode vulnerabilities are currently exceeding SLA. Teams are actively working on resolution.</a:t>
            </a:r>
          </a:p>
          <a:p>
            <a:pPr marL="347663" lvl="1" indent="-171450">
              <a:spcBef>
                <a:spcPts val="0"/>
              </a:spcBef>
            </a:pPr>
            <a:r>
              <a:rPr lang="en-US" sz="1200">
                <a:latin typeface="Spectrum Sans Book"/>
                <a:cs typeface="Spectrum Sans Book"/>
              </a:rPr>
              <a:t>Veracode Vulnerabilities almost exclusively consist of vulnerabilities within 3</a:t>
            </a:r>
            <a:r>
              <a:rPr lang="en-US" sz="1200" baseline="30000">
                <a:latin typeface="Spectrum Sans Book"/>
                <a:cs typeface="Spectrum Sans Book"/>
              </a:rPr>
              <a:t>rd</a:t>
            </a:r>
            <a:r>
              <a:rPr lang="en-US" sz="1200">
                <a:latin typeface="Spectrum Sans Book"/>
                <a:cs typeface="Spectrum Sans Book"/>
              </a:rPr>
              <a:t> Party Libraries. Expectation is that any new vulnerabilities introduced should be fixed before prod deployment and any libraries already in production are fixed within SLA.</a:t>
            </a:r>
          </a:p>
          <a:p>
            <a:pPr marL="171450" indent="-171450">
              <a:spcBef>
                <a:spcPts val="0"/>
              </a:spcBef>
              <a:buFont typeface="Arial" panose="020B0604020202020204" pitchFamily="34" charset="0"/>
              <a:buChar char="•"/>
            </a:pPr>
            <a:r>
              <a:rPr lang="en-US" sz="1200">
                <a:latin typeface="Spectrum Sans Book"/>
                <a:cs typeface="Spectrum Sans Book"/>
              </a:rPr>
              <a:t>Teams will be migrating from Veracode to Gitlab vulnerability scanning. Gitlab scanning appears to identify more vulnerabilities than Veracode, so teams will likely have a backlog to address when the switch is made.  </a:t>
            </a:r>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40751" y="303878"/>
            <a:ext cx="5102223" cy="328304"/>
          </a:xfrm>
        </p:spPr>
        <p:txBody>
          <a:bodyPr/>
          <a:lstStyle/>
          <a:p>
            <a:r>
              <a:rPr lang="en-US"/>
              <a:t>Quality and Dev Efficiency</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a:xfrm>
            <a:off x="459944" y="6339636"/>
            <a:ext cx="449262" cy="100074"/>
          </a:xfrm>
        </p:spPr>
        <p:txBody>
          <a:bodyPr/>
          <a:lstStyle/>
          <a:p>
            <a:fld id="{A82C3BC0-3EBF-3C4C-A3D8-795624EBC6AA}" type="slidenum">
              <a:rPr lang="en-US" smtClean="0"/>
              <a:pPr/>
              <a:t>23</a:t>
            </a:fld>
            <a:endParaRPr lang="en-US"/>
          </a:p>
        </p:txBody>
      </p:sp>
      <p:grpSp>
        <p:nvGrpSpPr>
          <p:cNvPr id="3" name="Group 2">
            <a:extLst>
              <a:ext uri="{FF2B5EF4-FFF2-40B4-BE49-F238E27FC236}">
                <a16:creationId xmlns:a16="http://schemas.microsoft.com/office/drawing/2014/main" id="{646633C4-952F-0628-28F9-12E6C0C3C775}"/>
              </a:ext>
            </a:extLst>
          </p:cNvPr>
          <p:cNvGrpSpPr/>
          <p:nvPr/>
        </p:nvGrpSpPr>
        <p:grpSpPr>
          <a:xfrm>
            <a:off x="391682" y="3516170"/>
            <a:ext cx="1849812" cy="2686049"/>
            <a:chOff x="428626" y="3562350"/>
            <a:chExt cx="4648200" cy="2686049"/>
          </a:xfrm>
        </p:grpSpPr>
        <p:sp>
          <p:nvSpPr>
            <p:cNvPr id="25" name="Rectangle 24">
              <a:extLst>
                <a:ext uri="{FF2B5EF4-FFF2-40B4-BE49-F238E27FC236}">
                  <a16:creationId xmlns:a16="http://schemas.microsoft.com/office/drawing/2014/main" id="{E19337FA-B0B8-8CAF-9255-B72B7F1A8E73}"/>
                </a:ext>
              </a:extLst>
            </p:cNvPr>
            <p:cNvSpPr/>
            <p:nvPr/>
          </p:nvSpPr>
          <p:spPr>
            <a:xfrm>
              <a:off x="428626" y="3562351"/>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26" name="Content Placeholder 7" descr="Chart placeholder">
              <a:extLst>
                <a:ext uri="{FF2B5EF4-FFF2-40B4-BE49-F238E27FC236}">
                  <a16:creationId xmlns:a16="http://schemas.microsoft.com/office/drawing/2014/main" id="{15D0653A-DA5E-A22E-1D6E-78D092E16B9D}"/>
                </a:ext>
              </a:extLst>
            </p:cNvPr>
            <p:cNvGraphicFramePr>
              <a:graphicFrameLocks/>
            </p:cNvGraphicFramePr>
            <p:nvPr>
              <p:extLst>
                <p:ext uri="{D42A27DB-BD31-4B8C-83A1-F6EECF244321}">
                  <p14:modId xmlns:p14="http://schemas.microsoft.com/office/powerpoint/2010/main" val="1256286867"/>
                </p:ext>
              </p:extLst>
            </p:nvPr>
          </p:nvGraphicFramePr>
          <p:xfrm>
            <a:off x="514350" y="3562350"/>
            <a:ext cx="4562475" cy="2686049"/>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2" name="Group 1">
            <a:extLst>
              <a:ext uri="{FF2B5EF4-FFF2-40B4-BE49-F238E27FC236}">
                <a16:creationId xmlns:a16="http://schemas.microsoft.com/office/drawing/2014/main" id="{BE6E31A7-A6CA-E1E0-8316-8FBE02909D29}"/>
              </a:ext>
            </a:extLst>
          </p:cNvPr>
          <p:cNvGrpSpPr/>
          <p:nvPr/>
        </p:nvGrpSpPr>
        <p:grpSpPr>
          <a:xfrm>
            <a:off x="2305857" y="760573"/>
            <a:ext cx="1815697" cy="2686049"/>
            <a:chOff x="428627" y="807592"/>
            <a:chExt cx="4648200" cy="2686049"/>
          </a:xfrm>
        </p:grpSpPr>
        <p:sp>
          <p:nvSpPr>
            <p:cNvPr id="30" name="Rectangle 29">
              <a:extLst>
                <a:ext uri="{FF2B5EF4-FFF2-40B4-BE49-F238E27FC236}">
                  <a16:creationId xmlns:a16="http://schemas.microsoft.com/office/drawing/2014/main" id="{45488A1F-5C39-966C-4802-06FADE5D9859}"/>
                </a:ext>
              </a:extLst>
            </p:cNvPr>
            <p:cNvSpPr/>
            <p:nvPr/>
          </p:nvSpPr>
          <p:spPr>
            <a:xfrm>
              <a:off x="428627" y="807593"/>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31" name="Content Placeholder 7" descr="Chart placeholder">
              <a:extLst>
                <a:ext uri="{FF2B5EF4-FFF2-40B4-BE49-F238E27FC236}">
                  <a16:creationId xmlns:a16="http://schemas.microsoft.com/office/drawing/2014/main" id="{0C258BF1-5094-8338-66BB-59FF8A6849CC}"/>
                </a:ext>
              </a:extLst>
            </p:cNvPr>
            <p:cNvGraphicFramePr>
              <a:graphicFrameLocks/>
            </p:cNvGraphicFramePr>
            <p:nvPr>
              <p:extLst>
                <p:ext uri="{D42A27DB-BD31-4B8C-83A1-F6EECF244321}">
                  <p14:modId xmlns:p14="http://schemas.microsoft.com/office/powerpoint/2010/main" val="3359535958"/>
                </p:ext>
              </p:extLst>
            </p:nvPr>
          </p:nvGraphicFramePr>
          <p:xfrm>
            <a:off x="514351" y="807592"/>
            <a:ext cx="4562475" cy="2686049"/>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6" name="Group 5">
            <a:extLst>
              <a:ext uri="{FF2B5EF4-FFF2-40B4-BE49-F238E27FC236}">
                <a16:creationId xmlns:a16="http://schemas.microsoft.com/office/drawing/2014/main" id="{B9530EAC-0E21-EF6A-9F1F-D73394A39CC3}"/>
              </a:ext>
            </a:extLst>
          </p:cNvPr>
          <p:cNvGrpSpPr/>
          <p:nvPr/>
        </p:nvGrpSpPr>
        <p:grpSpPr>
          <a:xfrm>
            <a:off x="391682" y="761410"/>
            <a:ext cx="1849812" cy="2686049"/>
            <a:chOff x="428627" y="807592"/>
            <a:chExt cx="4648200" cy="2686049"/>
          </a:xfrm>
        </p:grpSpPr>
        <p:sp>
          <p:nvSpPr>
            <p:cNvPr id="7" name="Rectangle 6">
              <a:extLst>
                <a:ext uri="{FF2B5EF4-FFF2-40B4-BE49-F238E27FC236}">
                  <a16:creationId xmlns:a16="http://schemas.microsoft.com/office/drawing/2014/main" id="{52C78732-90BC-8A6D-AD4A-ECADFE0128E8}"/>
                </a:ext>
              </a:extLst>
            </p:cNvPr>
            <p:cNvSpPr/>
            <p:nvPr/>
          </p:nvSpPr>
          <p:spPr>
            <a:xfrm>
              <a:off x="428627" y="807593"/>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8" name="Content Placeholder 7" descr="Chart placeholder">
              <a:extLst>
                <a:ext uri="{FF2B5EF4-FFF2-40B4-BE49-F238E27FC236}">
                  <a16:creationId xmlns:a16="http://schemas.microsoft.com/office/drawing/2014/main" id="{04660E9F-7191-B04B-C513-2BB0A43FC9A9}"/>
                </a:ext>
              </a:extLst>
            </p:cNvPr>
            <p:cNvGraphicFramePr>
              <a:graphicFrameLocks/>
            </p:cNvGraphicFramePr>
            <p:nvPr>
              <p:extLst>
                <p:ext uri="{D42A27DB-BD31-4B8C-83A1-F6EECF244321}">
                  <p14:modId xmlns:p14="http://schemas.microsoft.com/office/powerpoint/2010/main" val="1313210327"/>
                </p:ext>
              </p:extLst>
            </p:nvPr>
          </p:nvGraphicFramePr>
          <p:xfrm>
            <a:off x="514351" y="807592"/>
            <a:ext cx="4562475" cy="2686049"/>
          </p:xfrm>
          <a:graphic>
            <a:graphicData uri="http://schemas.openxmlformats.org/drawingml/2006/chart">
              <c:chart xmlns:c="http://schemas.openxmlformats.org/drawingml/2006/chart" xmlns:r="http://schemas.openxmlformats.org/officeDocument/2006/relationships" r:id="rId6"/>
            </a:graphicData>
          </a:graphic>
        </p:graphicFrame>
      </p:grpSp>
      <p:sp>
        <p:nvSpPr>
          <p:cNvPr id="13" name="TextBox 12">
            <a:extLst>
              <a:ext uri="{FF2B5EF4-FFF2-40B4-BE49-F238E27FC236}">
                <a16:creationId xmlns:a16="http://schemas.microsoft.com/office/drawing/2014/main" id="{C2622644-A456-287C-0C3C-FB319AD296D1}"/>
              </a:ext>
            </a:extLst>
          </p:cNvPr>
          <p:cNvSpPr txBox="1"/>
          <p:nvPr/>
        </p:nvSpPr>
        <p:spPr>
          <a:xfrm>
            <a:off x="579741" y="6611592"/>
            <a:ext cx="5725001" cy="246408"/>
          </a:xfrm>
          <a:prstGeom prst="rect">
            <a:avLst/>
          </a:prstGeom>
          <a:noFill/>
        </p:spPr>
        <p:txBody>
          <a:bodyPr wrap="none" lIns="0" tIns="0" rIns="0" bIns="0" rtlCol="0">
            <a:noAutofit/>
          </a:bodyPr>
          <a:lstStyle/>
          <a:p>
            <a:pPr algn="l"/>
            <a:r>
              <a:rPr lang="en-US" sz="600" i="1">
                <a:latin typeface="Spectrum Sans Book" panose="020B0402020503020304" pitchFamily="34" charset="0"/>
                <a:ea typeface="Open Sans" pitchFamily="2" charset="0"/>
                <a:cs typeface="Spectrum Sans Book" panose="020B0402020503020304" pitchFamily="34" charset="0"/>
              </a:rPr>
              <a:t>Note: Ticket prioritization based on the following criteria: </a:t>
            </a:r>
            <a:r>
              <a:rPr lang="en-US" sz="600" i="1">
                <a:latin typeface="Spectrum Sans Book" panose="020B0402020503020304" pitchFamily="34" charset="0"/>
                <a:ea typeface="Open Sans" pitchFamily="2" charset="0"/>
                <a:cs typeface="Spectrum Sans Book" panose="020B0402020503020304" pitchFamily="34" charset="0"/>
                <a:hlinkClick r:id="rId7"/>
              </a:rPr>
              <a:t>https://chalk.charter.com/x/D8Bufg</a:t>
            </a:r>
            <a:r>
              <a:rPr lang="en-US" sz="600" i="1">
                <a:latin typeface="Spectrum Sans Book" panose="020B0402020503020304" pitchFamily="34" charset="0"/>
                <a:ea typeface="Open Sans" pitchFamily="2" charset="0"/>
                <a:cs typeface="Spectrum Sans Book" panose="020B0402020503020304" pitchFamily="34" charset="0"/>
              </a:rPr>
              <a:t> </a:t>
            </a:r>
          </a:p>
          <a:p>
            <a:pPr algn="l"/>
            <a:endParaRPr lang="en-US" sz="600" i="1">
              <a:latin typeface="Spectrum Sans Book" panose="020B0402020503020304" pitchFamily="34" charset="0"/>
              <a:ea typeface="Open Sans" pitchFamily="2" charset="0"/>
              <a:cs typeface="Spectrum Sans Book" panose="020B0402020503020304" pitchFamily="34" charset="0"/>
            </a:endParaRPr>
          </a:p>
        </p:txBody>
      </p:sp>
      <p:sp>
        <p:nvSpPr>
          <p:cNvPr id="9" name="TextBox 8">
            <a:extLst>
              <a:ext uri="{FF2B5EF4-FFF2-40B4-BE49-F238E27FC236}">
                <a16:creationId xmlns:a16="http://schemas.microsoft.com/office/drawing/2014/main" id="{2995ABEA-6571-0ED1-B520-6D1D28D7542E}"/>
              </a:ext>
            </a:extLst>
          </p:cNvPr>
          <p:cNvSpPr txBox="1"/>
          <p:nvPr/>
        </p:nvSpPr>
        <p:spPr>
          <a:xfrm>
            <a:off x="4420998" y="5599651"/>
            <a:ext cx="0" cy="0"/>
          </a:xfrm>
          <a:prstGeom prst="rect">
            <a:avLst/>
          </a:prstGeom>
          <a:noFill/>
        </p:spPr>
        <p:txBody>
          <a:bodyPr wrap="none" lIns="0" tIns="0" rIns="0" bIns="0" rtlCol="0">
            <a:noAutofit/>
          </a:bodyPr>
          <a:lstStyle/>
          <a:p>
            <a:pPr algn="l">
              <a:lnSpc>
                <a:spcPct val="110000"/>
              </a:lnSpc>
              <a:spcBef>
                <a:spcPts val="900"/>
              </a:spcBef>
            </a:pPr>
            <a:endParaRPr lang="en-US" sz="2000">
              <a:latin typeface="Spectrum Sans Book" panose="020B0402020503020304" pitchFamily="34" charset="0"/>
              <a:ea typeface="Open Sans" pitchFamily="2" charset="0"/>
              <a:cs typeface="Spectrum Sans Book" panose="020B0402020503020304" pitchFamily="34" charset="0"/>
            </a:endParaRPr>
          </a:p>
        </p:txBody>
      </p:sp>
      <p:grpSp>
        <p:nvGrpSpPr>
          <p:cNvPr id="11" name="Group 10">
            <a:extLst>
              <a:ext uri="{FF2B5EF4-FFF2-40B4-BE49-F238E27FC236}">
                <a16:creationId xmlns:a16="http://schemas.microsoft.com/office/drawing/2014/main" id="{4AD38681-FCDF-2B7C-819F-A37D5986ED26}"/>
              </a:ext>
            </a:extLst>
          </p:cNvPr>
          <p:cNvGrpSpPr/>
          <p:nvPr/>
        </p:nvGrpSpPr>
        <p:grpSpPr>
          <a:xfrm>
            <a:off x="4185917" y="3516170"/>
            <a:ext cx="1815697" cy="2686049"/>
            <a:chOff x="428627" y="807592"/>
            <a:chExt cx="4648200" cy="2686049"/>
          </a:xfrm>
        </p:grpSpPr>
        <p:sp>
          <p:nvSpPr>
            <p:cNvPr id="12" name="Rectangle 11">
              <a:extLst>
                <a:ext uri="{FF2B5EF4-FFF2-40B4-BE49-F238E27FC236}">
                  <a16:creationId xmlns:a16="http://schemas.microsoft.com/office/drawing/2014/main" id="{528B2ED2-D668-6E53-C876-26633B659815}"/>
                </a:ext>
              </a:extLst>
            </p:cNvPr>
            <p:cNvSpPr/>
            <p:nvPr/>
          </p:nvSpPr>
          <p:spPr>
            <a:xfrm>
              <a:off x="428627" y="807593"/>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18" name="Content Placeholder 7" descr="Chart placeholder">
              <a:extLst>
                <a:ext uri="{FF2B5EF4-FFF2-40B4-BE49-F238E27FC236}">
                  <a16:creationId xmlns:a16="http://schemas.microsoft.com/office/drawing/2014/main" id="{71043D6C-4228-689A-EEFF-31D903E80ED6}"/>
                </a:ext>
              </a:extLst>
            </p:cNvPr>
            <p:cNvGraphicFramePr>
              <a:graphicFrameLocks/>
            </p:cNvGraphicFramePr>
            <p:nvPr>
              <p:extLst>
                <p:ext uri="{D42A27DB-BD31-4B8C-83A1-F6EECF244321}">
                  <p14:modId xmlns:p14="http://schemas.microsoft.com/office/powerpoint/2010/main" val="1736091618"/>
                </p:ext>
              </p:extLst>
            </p:nvPr>
          </p:nvGraphicFramePr>
          <p:xfrm>
            <a:off x="514351" y="807592"/>
            <a:ext cx="4562475" cy="2686049"/>
          </p:xfrm>
          <a:graphic>
            <a:graphicData uri="http://schemas.openxmlformats.org/drawingml/2006/chart">
              <c:chart xmlns:c="http://schemas.openxmlformats.org/drawingml/2006/chart" xmlns:r="http://schemas.openxmlformats.org/officeDocument/2006/relationships" r:id="rId8"/>
            </a:graphicData>
          </a:graphic>
        </p:graphicFrame>
      </p:grpSp>
      <p:grpSp>
        <p:nvGrpSpPr>
          <p:cNvPr id="32" name="Group 31">
            <a:extLst>
              <a:ext uri="{FF2B5EF4-FFF2-40B4-BE49-F238E27FC236}">
                <a16:creationId xmlns:a16="http://schemas.microsoft.com/office/drawing/2014/main" id="{AE7FAE9D-81A6-4359-3CDF-76B4083D8D7C}"/>
              </a:ext>
            </a:extLst>
          </p:cNvPr>
          <p:cNvGrpSpPr/>
          <p:nvPr/>
        </p:nvGrpSpPr>
        <p:grpSpPr>
          <a:xfrm>
            <a:off x="6069184" y="3516170"/>
            <a:ext cx="1815697" cy="2686049"/>
            <a:chOff x="428627" y="807592"/>
            <a:chExt cx="4648200" cy="2686049"/>
          </a:xfrm>
        </p:grpSpPr>
        <p:sp>
          <p:nvSpPr>
            <p:cNvPr id="33" name="Rectangle 32">
              <a:extLst>
                <a:ext uri="{FF2B5EF4-FFF2-40B4-BE49-F238E27FC236}">
                  <a16:creationId xmlns:a16="http://schemas.microsoft.com/office/drawing/2014/main" id="{4C8AEA7F-44B1-E411-A07C-35AB16D6040D}"/>
                </a:ext>
              </a:extLst>
            </p:cNvPr>
            <p:cNvSpPr/>
            <p:nvPr/>
          </p:nvSpPr>
          <p:spPr>
            <a:xfrm>
              <a:off x="428627" y="807593"/>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34" name="Content Placeholder 7" descr="Chart placeholder">
              <a:extLst>
                <a:ext uri="{FF2B5EF4-FFF2-40B4-BE49-F238E27FC236}">
                  <a16:creationId xmlns:a16="http://schemas.microsoft.com/office/drawing/2014/main" id="{2F2E8AD6-FEEC-219A-D83F-DC17892EED93}"/>
                </a:ext>
              </a:extLst>
            </p:cNvPr>
            <p:cNvGraphicFramePr>
              <a:graphicFrameLocks/>
            </p:cNvGraphicFramePr>
            <p:nvPr/>
          </p:nvGraphicFramePr>
          <p:xfrm>
            <a:off x="514351" y="807592"/>
            <a:ext cx="4562475" cy="2686049"/>
          </p:xfrm>
          <a:graphic>
            <a:graphicData uri="http://schemas.openxmlformats.org/drawingml/2006/chart">
              <c:chart xmlns:c="http://schemas.openxmlformats.org/drawingml/2006/chart" xmlns:r="http://schemas.openxmlformats.org/officeDocument/2006/relationships" r:id="rId9"/>
            </a:graphicData>
          </a:graphic>
        </p:graphicFrame>
      </p:grpSp>
      <p:grpSp>
        <p:nvGrpSpPr>
          <p:cNvPr id="35" name="Group 34">
            <a:extLst>
              <a:ext uri="{FF2B5EF4-FFF2-40B4-BE49-F238E27FC236}">
                <a16:creationId xmlns:a16="http://schemas.microsoft.com/office/drawing/2014/main" id="{EE240311-BD3D-8525-9037-A79CD6CE4A09}"/>
              </a:ext>
            </a:extLst>
          </p:cNvPr>
          <p:cNvGrpSpPr/>
          <p:nvPr/>
        </p:nvGrpSpPr>
        <p:grpSpPr>
          <a:xfrm>
            <a:off x="6069185" y="760572"/>
            <a:ext cx="1815697" cy="2686049"/>
            <a:chOff x="428627" y="807592"/>
            <a:chExt cx="4648200" cy="2686049"/>
          </a:xfrm>
        </p:grpSpPr>
        <p:sp>
          <p:nvSpPr>
            <p:cNvPr id="36" name="Rectangle 35">
              <a:extLst>
                <a:ext uri="{FF2B5EF4-FFF2-40B4-BE49-F238E27FC236}">
                  <a16:creationId xmlns:a16="http://schemas.microsoft.com/office/drawing/2014/main" id="{51920087-FF78-DB4A-ED68-1EE498BC486F}"/>
                </a:ext>
              </a:extLst>
            </p:cNvPr>
            <p:cNvSpPr/>
            <p:nvPr/>
          </p:nvSpPr>
          <p:spPr>
            <a:xfrm>
              <a:off x="428627" y="807593"/>
              <a:ext cx="4648200" cy="2686048"/>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37" name="Content Placeholder 7" descr="Chart placeholder">
              <a:extLst>
                <a:ext uri="{FF2B5EF4-FFF2-40B4-BE49-F238E27FC236}">
                  <a16:creationId xmlns:a16="http://schemas.microsoft.com/office/drawing/2014/main" id="{312ACFCC-FCDF-51E7-66AE-0A60C2BAA511}"/>
                </a:ext>
              </a:extLst>
            </p:cNvPr>
            <p:cNvGraphicFramePr>
              <a:graphicFrameLocks/>
            </p:cNvGraphicFramePr>
            <p:nvPr>
              <p:extLst>
                <p:ext uri="{D42A27DB-BD31-4B8C-83A1-F6EECF244321}">
                  <p14:modId xmlns:p14="http://schemas.microsoft.com/office/powerpoint/2010/main" val="2059912503"/>
                </p:ext>
              </p:extLst>
            </p:nvPr>
          </p:nvGraphicFramePr>
          <p:xfrm>
            <a:off x="514351" y="807592"/>
            <a:ext cx="4562475" cy="2686049"/>
          </p:xfrm>
          <a:graphic>
            <a:graphicData uri="http://schemas.openxmlformats.org/drawingml/2006/chart">
              <c:chart xmlns:c="http://schemas.openxmlformats.org/drawingml/2006/chart" xmlns:r="http://schemas.openxmlformats.org/officeDocument/2006/relationships" r:id="rId10"/>
            </a:graphicData>
          </a:graphic>
        </p:graphicFrame>
      </p:grpSp>
      <p:sp>
        <p:nvSpPr>
          <p:cNvPr id="14" name="TextBox 13">
            <a:extLst>
              <a:ext uri="{FF2B5EF4-FFF2-40B4-BE49-F238E27FC236}">
                <a16:creationId xmlns:a16="http://schemas.microsoft.com/office/drawing/2014/main" id="{49ADB598-251B-6E75-B671-4958D407B61C}"/>
              </a:ext>
            </a:extLst>
          </p:cNvPr>
          <p:cNvSpPr txBox="1"/>
          <p:nvPr/>
        </p:nvSpPr>
        <p:spPr>
          <a:xfrm>
            <a:off x="7462982" y="369455"/>
            <a:ext cx="0" cy="0"/>
          </a:xfrm>
          <a:prstGeom prst="rect">
            <a:avLst/>
          </a:prstGeom>
          <a:noFill/>
        </p:spPr>
        <p:txBody>
          <a:bodyPr wrap="none" lIns="0" tIns="0" rIns="0" bIns="0" rtlCol="0">
            <a:noAutofit/>
          </a:bodyPr>
          <a:lstStyle/>
          <a:p>
            <a:pPr algn="l">
              <a:lnSpc>
                <a:spcPct val="110000"/>
              </a:lnSpc>
              <a:spcBef>
                <a:spcPts val="900"/>
              </a:spcBef>
            </a:pPr>
            <a:endParaRPr lang="en-US" sz="2000">
              <a:latin typeface="Spectrum Sans Book" panose="020B0402020503020304" pitchFamily="34" charset="0"/>
              <a:ea typeface="Open Sans" pitchFamily="2" charset="0"/>
              <a:cs typeface="Spectrum Sans Book" panose="020B0402020503020304" pitchFamily="34" charset="0"/>
            </a:endParaRPr>
          </a:p>
        </p:txBody>
      </p:sp>
      <p:sp>
        <p:nvSpPr>
          <p:cNvPr id="15" name="TextBox 14">
            <a:extLst>
              <a:ext uri="{FF2B5EF4-FFF2-40B4-BE49-F238E27FC236}">
                <a16:creationId xmlns:a16="http://schemas.microsoft.com/office/drawing/2014/main" id="{6ECD6001-5C54-93A6-F776-9193D2814B29}"/>
              </a:ext>
            </a:extLst>
          </p:cNvPr>
          <p:cNvSpPr txBox="1"/>
          <p:nvPr/>
        </p:nvSpPr>
        <p:spPr>
          <a:xfrm>
            <a:off x="6150429" y="348343"/>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16" name="TextBox 15">
            <a:extLst>
              <a:ext uri="{FF2B5EF4-FFF2-40B4-BE49-F238E27FC236}">
                <a16:creationId xmlns:a16="http://schemas.microsoft.com/office/drawing/2014/main" id="{0C25FA53-D18D-1FC3-57BA-E2618EF76478}"/>
              </a:ext>
            </a:extLst>
          </p:cNvPr>
          <p:cNvSpPr txBox="1"/>
          <p:nvPr/>
        </p:nvSpPr>
        <p:spPr>
          <a:xfrm>
            <a:off x="3287486" y="5497286"/>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17" name="TextBox 16">
            <a:extLst>
              <a:ext uri="{FF2B5EF4-FFF2-40B4-BE49-F238E27FC236}">
                <a16:creationId xmlns:a16="http://schemas.microsoft.com/office/drawing/2014/main" id="{7780C14A-946C-28AA-DABD-FBFC3AB689E4}"/>
              </a:ext>
            </a:extLst>
          </p:cNvPr>
          <p:cNvSpPr txBox="1"/>
          <p:nvPr/>
        </p:nvSpPr>
        <p:spPr>
          <a:xfrm>
            <a:off x="3189514" y="5638800"/>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21" name="TextBox 20">
            <a:extLst>
              <a:ext uri="{FF2B5EF4-FFF2-40B4-BE49-F238E27FC236}">
                <a16:creationId xmlns:a16="http://schemas.microsoft.com/office/drawing/2014/main" id="{E3E66530-1FCD-4708-33B7-3566A9DF689E}"/>
              </a:ext>
            </a:extLst>
          </p:cNvPr>
          <p:cNvSpPr txBox="1"/>
          <p:nvPr/>
        </p:nvSpPr>
        <p:spPr>
          <a:xfrm>
            <a:off x="2830286" y="5497286"/>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22" name="TextBox 21">
            <a:extLst>
              <a:ext uri="{FF2B5EF4-FFF2-40B4-BE49-F238E27FC236}">
                <a16:creationId xmlns:a16="http://schemas.microsoft.com/office/drawing/2014/main" id="{9C48D817-D79A-1039-7AA3-FCC51DA61D43}"/>
              </a:ext>
            </a:extLst>
          </p:cNvPr>
          <p:cNvSpPr txBox="1"/>
          <p:nvPr/>
        </p:nvSpPr>
        <p:spPr>
          <a:xfrm>
            <a:off x="6668655" y="6788727"/>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23" name="TextBox 22">
            <a:extLst>
              <a:ext uri="{FF2B5EF4-FFF2-40B4-BE49-F238E27FC236}">
                <a16:creationId xmlns:a16="http://schemas.microsoft.com/office/drawing/2014/main" id="{21DD8A25-FF6D-2040-2944-7777945C7F57}"/>
              </a:ext>
            </a:extLst>
          </p:cNvPr>
          <p:cNvSpPr txBox="1"/>
          <p:nvPr/>
        </p:nvSpPr>
        <p:spPr>
          <a:xfrm>
            <a:off x="3519055" y="4257964"/>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27" name="TextBox 26">
            <a:extLst>
              <a:ext uri="{FF2B5EF4-FFF2-40B4-BE49-F238E27FC236}">
                <a16:creationId xmlns:a16="http://schemas.microsoft.com/office/drawing/2014/main" id="{CB32DD37-79AF-8010-88C9-F2605B0CB2E6}"/>
              </a:ext>
            </a:extLst>
          </p:cNvPr>
          <p:cNvSpPr txBox="1"/>
          <p:nvPr/>
        </p:nvSpPr>
        <p:spPr>
          <a:xfrm>
            <a:off x="3020291" y="4599709"/>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28" name="TextBox 27">
            <a:extLst>
              <a:ext uri="{FF2B5EF4-FFF2-40B4-BE49-F238E27FC236}">
                <a16:creationId xmlns:a16="http://schemas.microsoft.com/office/drawing/2014/main" id="{9EF9944D-D15E-AB4C-24AF-1193389C9928}"/>
              </a:ext>
            </a:extLst>
          </p:cNvPr>
          <p:cNvSpPr txBox="1"/>
          <p:nvPr/>
        </p:nvSpPr>
        <p:spPr>
          <a:xfrm>
            <a:off x="2927927" y="5126182"/>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
        <p:nvSpPr>
          <p:cNvPr id="29" name="TextBox 28">
            <a:extLst>
              <a:ext uri="{FF2B5EF4-FFF2-40B4-BE49-F238E27FC236}">
                <a16:creationId xmlns:a16="http://schemas.microsoft.com/office/drawing/2014/main" id="{464BDF38-731C-FCCD-9639-6C9C7717F996}"/>
              </a:ext>
            </a:extLst>
          </p:cNvPr>
          <p:cNvSpPr txBox="1"/>
          <p:nvPr/>
        </p:nvSpPr>
        <p:spPr>
          <a:xfrm>
            <a:off x="2946400" y="4008582"/>
            <a:ext cx="0" cy="0"/>
          </a:xfrm>
          <a:prstGeom prst="rect">
            <a:avLst/>
          </a:prstGeom>
          <a:noFill/>
        </p:spPr>
        <p:txBody>
          <a:bodyPr wrap="none" lIns="0" tIns="0" rIns="0" bIns="0" rtlCol="0">
            <a:noAutofit/>
          </a:bodyPr>
          <a:lstStyle/>
          <a:p>
            <a:pPr algn="l">
              <a:lnSpc>
                <a:spcPct val="110000"/>
              </a:lnSpc>
              <a:spcBef>
                <a:spcPts val="900"/>
              </a:spcBef>
            </a:pPr>
            <a:endParaRPr lang="en-US" sz="2000" err="1">
              <a:latin typeface="Spectrum Sans Book" panose="020B0402020503020304" pitchFamily="34" charset="0"/>
              <a:ea typeface="Open Sans" pitchFamily="2" charset="0"/>
              <a:cs typeface="Spectrum Sans Book" panose="020B0402020503020304" pitchFamily="34" charset="0"/>
            </a:endParaRPr>
          </a:p>
        </p:txBody>
      </p:sp>
    </p:spTree>
    <p:extLst>
      <p:ext uri="{BB962C8B-B14F-4D97-AF65-F5344CB8AC3E}">
        <p14:creationId xmlns:p14="http://schemas.microsoft.com/office/powerpoint/2010/main" val="524909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DE85-2F31-FEC0-7FD7-FB4CEB0DFDB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9F63720-DD7D-2ACD-AF38-B21F4CF7C3EB}"/>
              </a:ext>
            </a:extLst>
          </p:cNvPr>
          <p:cNvSpPr>
            <a:spLocks noGrp="1"/>
          </p:cNvSpPr>
          <p:nvPr>
            <p:ph type="body" sz="quarter" idx="24"/>
          </p:nvPr>
        </p:nvSpPr>
        <p:spPr>
          <a:xfrm>
            <a:off x="7409178" y="587734"/>
            <a:ext cx="4192801" cy="5268851"/>
          </a:xfrm>
          <a:solidFill>
            <a:schemeClr val="accent2">
              <a:alpha val="4706"/>
            </a:schemeClr>
          </a:solidFill>
        </p:spPr>
        <p:txBody>
          <a:bodyPr vert="horz" lIns="182880" tIns="182880" rIns="182880" bIns="0" rtlCol="0" anchor="t">
            <a:noAutofit/>
          </a:bodyPr>
          <a:lstStyle/>
          <a:p>
            <a:r>
              <a:rPr lang="en-US" sz="2000" b="1">
                <a:latin typeface="Spectrum Sans Book"/>
                <a:cs typeface="Spectrum Sans Book"/>
              </a:rPr>
              <a:t>Key Highlights</a:t>
            </a:r>
          </a:p>
          <a:p>
            <a:pPr marL="233045" lvl="1" indent="0">
              <a:spcBef>
                <a:spcPts val="0"/>
              </a:spcBef>
              <a:buNone/>
            </a:pPr>
            <a:endParaRPr lang="en-US" sz="800"/>
          </a:p>
          <a:p>
            <a:pPr marL="171450" indent="-171450">
              <a:spcBef>
                <a:spcPts val="0"/>
              </a:spcBef>
              <a:buFont typeface="Arial" panose="020B0604020202020204" pitchFamily="34" charset="0"/>
              <a:buChar char="•"/>
            </a:pPr>
            <a:r>
              <a:rPr lang="en-US" sz="800" b="1">
                <a:latin typeface="Spectrum Sans Book"/>
                <a:cs typeface="Spectrum Sans Book"/>
              </a:rPr>
              <a:t>DP 127.0.0 – Major Release</a:t>
            </a:r>
          </a:p>
          <a:p>
            <a:pPr marL="350520" lvl="1" indent="-117475">
              <a:spcBef>
                <a:spcPts val="0"/>
              </a:spcBef>
            </a:pPr>
            <a:r>
              <a:rPr lang="en-US" sz="800">
                <a:latin typeface="Spectrum Sans Book"/>
                <a:cs typeface="Spectrum Sans Book"/>
              </a:rPr>
              <a:t>Successful Major release. No rollbacks needed.</a:t>
            </a:r>
          </a:p>
          <a:p>
            <a:pPr marL="350520" lvl="1" indent="-117475">
              <a:spcBef>
                <a:spcPts val="0"/>
              </a:spcBef>
            </a:pPr>
            <a:endParaRPr lang="en-US" sz="800">
              <a:latin typeface="Spectrum Sans Book"/>
              <a:cs typeface="Spectrum Sans Book"/>
            </a:endParaRPr>
          </a:p>
          <a:p>
            <a:pPr marL="171450" indent="-171450">
              <a:spcBef>
                <a:spcPts val="0"/>
              </a:spcBef>
              <a:buFont typeface="Arial" panose="020B0604020202020204" pitchFamily="34" charset="0"/>
              <a:buChar char="•"/>
            </a:pPr>
            <a:r>
              <a:rPr lang="en-US" sz="800" b="1">
                <a:latin typeface="Spectrum Sans Book"/>
                <a:cs typeface="Spectrum Sans Book"/>
              </a:rPr>
              <a:t>DP 127.1.0 – Minor Release</a:t>
            </a:r>
          </a:p>
          <a:p>
            <a:pPr marL="350520" lvl="1" indent="-117475">
              <a:spcBef>
                <a:spcPts val="0"/>
              </a:spcBef>
            </a:pPr>
            <a:r>
              <a:rPr lang="en-US" sz="800">
                <a:latin typeface="Spectrum Sans Book"/>
                <a:cs typeface="Spectrum Sans Book"/>
              </a:rPr>
              <a:t>Successful Minor release. No rollbacks needed.</a:t>
            </a:r>
          </a:p>
          <a:p>
            <a:pPr marL="350520" lvl="1" indent="-117475">
              <a:spcBef>
                <a:spcPts val="0"/>
              </a:spcBef>
            </a:pPr>
            <a:r>
              <a:rPr lang="en-US" sz="800">
                <a:latin typeface="Spectrum Sans Book"/>
                <a:cs typeface="Spectrum Sans Book"/>
              </a:rPr>
              <a:t>Changes to support ORT testing for SCS Access Management</a:t>
            </a:r>
          </a:p>
          <a:p>
            <a:pPr marL="171450" indent="-171450">
              <a:spcBef>
                <a:spcPts val="0"/>
              </a:spcBef>
              <a:buFont typeface="Arial" panose="020B0604020202020204" pitchFamily="34" charset="0"/>
              <a:buChar char="•"/>
            </a:pPr>
            <a:endParaRPr lang="en-US" sz="800" b="1">
              <a:latin typeface="Spectrum Sans Book"/>
              <a:cs typeface="Spectrum Sans Book"/>
            </a:endParaRPr>
          </a:p>
          <a:p>
            <a:pPr marL="171450" indent="-171450">
              <a:spcBef>
                <a:spcPts val="0"/>
              </a:spcBef>
              <a:buFont typeface="Arial" panose="020B0604020202020204" pitchFamily="34" charset="0"/>
              <a:buChar char="•"/>
            </a:pPr>
            <a:r>
              <a:rPr lang="en-US" sz="800" b="1">
                <a:latin typeface="Spectrum Sans Book"/>
                <a:cs typeface="Spectrum Sans Book"/>
              </a:rPr>
              <a:t>DP 127.2.0 – Minor Release</a:t>
            </a:r>
          </a:p>
          <a:p>
            <a:pPr marL="350520" lvl="1" indent="-117475">
              <a:spcBef>
                <a:spcPts val="0"/>
              </a:spcBef>
            </a:pPr>
            <a:r>
              <a:rPr lang="en-US" sz="800">
                <a:latin typeface="Spectrum Sans Book"/>
                <a:cs typeface="Spectrum Sans Book"/>
              </a:rPr>
              <a:t>Successful Minor release. No rollbacks needed.</a:t>
            </a:r>
          </a:p>
          <a:p>
            <a:pPr marL="350520" lvl="1" indent="-117475">
              <a:spcBef>
                <a:spcPts val="0"/>
              </a:spcBef>
            </a:pPr>
            <a:r>
              <a:rPr lang="en-US" sz="800">
                <a:latin typeface="Spectrum Sans Book"/>
                <a:cs typeface="Spectrum Sans Book"/>
              </a:rPr>
              <a:t>Deploy changes needed to support ORT/EFT testing for Invincible </a:t>
            </a:r>
            <a:r>
              <a:rPr lang="en-US" sz="800" err="1">
                <a:latin typeface="Spectrum Sans Book"/>
                <a:cs typeface="Spectrum Sans Book"/>
              </a:rPr>
              <a:t>WiFi</a:t>
            </a:r>
            <a:endParaRPr lang="en-US" sz="800">
              <a:latin typeface="Spectrum Sans Book"/>
              <a:cs typeface="Spectrum Sans Book"/>
            </a:endParaRPr>
          </a:p>
          <a:p>
            <a:pPr marL="350520" lvl="1" indent="-117475">
              <a:spcBef>
                <a:spcPts val="0"/>
              </a:spcBef>
            </a:pPr>
            <a:r>
              <a:rPr lang="en-US" sz="800">
                <a:latin typeface="Spectrum Sans Book"/>
                <a:cs typeface="Spectrum Sans Book"/>
              </a:rPr>
              <a:t>Deploy changes to resolve issue due to date format change in SCPS preventing users from updating </a:t>
            </a:r>
            <a:r>
              <a:rPr lang="en-US" sz="800" err="1">
                <a:latin typeface="Spectrum Sans Book"/>
                <a:cs typeface="Spectrum Sans Book"/>
              </a:rPr>
              <a:t>WiFi</a:t>
            </a:r>
            <a:r>
              <a:rPr lang="en-US" sz="800">
                <a:latin typeface="Spectrum Sans Book"/>
                <a:cs typeface="Spectrum Sans Book"/>
              </a:rPr>
              <a:t> extender device nickname.</a:t>
            </a:r>
          </a:p>
          <a:p>
            <a:pPr marL="350520" lvl="1" indent="-117475">
              <a:spcBef>
                <a:spcPts val="0"/>
              </a:spcBef>
            </a:pPr>
            <a:endParaRPr lang="en-US" sz="800">
              <a:latin typeface="Spectrum Sans Book"/>
              <a:cs typeface="Spectrum Sans Book"/>
            </a:endParaRPr>
          </a:p>
          <a:p>
            <a:pPr marL="171450" indent="-171450">
              <a:spcBef>
                <a:spcPts val="0"/>
              </a:spcBef>
              <a:buFont typeface="Arial" panose="020B0604020202020204" pitchFamily="34" charset="0"/>
              <a:buChar char="•"/>
            </a:pPr>
            <a:r>
              <a:rPr lang="en-US" sz="800" b="1">
                <a:latin typeface="Spectrum Sans Book"/>
                <a:cs typeface="Spectrum Sans Book"/>
              </a:rPr>
              <a:t>DP 127.3.0 – Minor Release</a:t>
            </a:r>
          </a:p>
          <a:p>
            <a:pPr marL="350520" lvl="1" indent="-117475">
              <a:spcBef>
                <a:spcPts val="0"/>
              </a:spcBef>
            </a:pPr>
            <a:r>
              <a:rPr lang="en-US" sz="800">
                <a:latin typeface="Spectrum Sans Book"/>
                <a:cs typeface="Spectrum Sans Book"/>
              </a:rPr>
              <a:t>Successful Minor release. No rollbacks needed.</a:t>
            </a:r>
          </a:p>
          <a:p>
            <a:pPr marL="350520" lvl="1" indent="-117475">
              <a:spcBef>
                <a:spcPts val="0"/>
              </a:spcBef>
            </a:pPr>
            <a:r>
              <a:rPr lang="en-US" sz="800">
                <a:latin typeface="Spectrum Sans Book"/>
                <a:cs typeface="Spectrum Sans Book"/>
              </a:rPr>
              <a:t>Deploy Speed Journey refactor changes to transition to new architecture</a:t>
            </a:r>
          </a:p>
          <a:p>
            <a:pPr marL="350520" lvl="1" indent="-117475">
              <a:spcBef>
                <a:spcPts val="0"/>
              </a:spcBef>
            </a:pPr>
            <a:endParaRPr lang="en-US" sz="800">
              <a:latin typeface="Spectrum Sans Book"/>
              <a:cs typeface="Spectrum Sans Book"/>
            </a:endParaRPr>
          </a:p>
          <a:p>
            <a:pPr marL="171450" indent="-171450">
              <a:spcBef>
                <a:spcPts val="0"/>
              </a:spcBef>
              <a:buFont typeface="Arial" panose="020B0604020202020204" pitchFamily="34" charset="0"/>
              <a:buChar char="•"/>
            </a:pPr>
            <a:r>
              <a:rPr lang="en-US" sz="800" b="1">
                <a:latin typeface="Spectrum Sans Book"/>
                <a:cs typeface="Spectrum Sans Book"/>
              </a:rPr>
              <a:t>DP 127.4.0 – Minor Release</a:t>
            </a:r>
          </a:p>
          <a:p>
            <a:pPr marL="350520" lvl="1" indent="-117475">
              <a:spcBef>
                <a:spcPts val="0"/>
              </a:spcBef>
            </a:pPr>
            <a:r>
              <a:rPr lang="en-US" sz="800">
                <a:latin typeface="Spectrum Sans Book"/>
                <a:cs typeface="Spectrum Sans Book"/>
              </a:rPr>
              <a:t>Successful Minor release. No rollbacks needed.</a:t>
            </a:r>
          </a:p>
          <a:p>
            <a:pPr marL="350520" lvl="1" indent="-117475">
              <a:spcBef>
                <a:spcPts val="0"/>
              </a:spcBef>
            </a:pPr>
            <a:r>
              <a:rPr lang="en-US" sz="800">
                <a:latin typeface="Spectrum Sans Book"/>
                <a:cs typeface="Spectrum Sans Book"/>
              </a:rPr>
              <a:t>Deploy Speed Journey refactor changes to transition to new architecture</a:t>
            </a:r>
          </a:p>
          <a:p>
            <a:pPr marL="233045" lvl="1" indent="0">
              <a:spcBef>
                <a:spcPts val="0"/>
              </a:spcBef>
              <a:buNone/>
            </a:pPr>
            <a:endParaRPr lang="en-US" sz="800"/>
          </a:p>
          <a:p>
            <a:pPr marL="171450" indent="-171450">
              <a:spcBef>
                <a:spcPts val="0"/>
              </a:spcBef>
              <a:buFont typeface="Arial" panose="020B0604020202020204" pitchFamily="34" charset="0"/>
              <a:buChar char="•"/>
            </a:pPr>
            <a:r>
              <a:rPr lang="en-US" sz="800" b="1">
                <a:latin typeface="Spectrum Sans Book"/>
                <a:cs typeface="Spectrum Sans Book"/>
              </a:rPr>
              <a:t>DP 128.0.0 – Major Release w/update</a:t>
            </a:r>
          </a:p>
          <a:p>
            <a:pPr marL="350520" lvl="1" indent="-117475">
              <a:spcBef>
                <a:spcPts val="0"/>
              </a:spcBef>
            </a:pPr>
            <a:r>
              <a:rPr lang="en-US" sz="800">
                <a:latin typeface="Spectrum Sans Book"/>
                <a:cs typeface="Spectrum Sans Book"/>
              </a:rPr>
              <a:t>Update needed during release window.</a:t>
            </a:r>
          </a:p>
          <a:p>
            <a:pPr marL="350520" lvl="1" indent="-117475">
              <a:spcBef>
                <a:spcPts val="0"/>
              </a:spcBef>
            </a:pPr>
            <a:r>
              <a:rPr lang="en-US" sz="800">
                <a:latin typeface="Spectrum Sans Book"/>
                <a:cs typeface="Spectrum Sans Book"/>
              </a:rPr>
              <a:t>No customer impact </a:t>
            </a:r>
          </a:p>
          <a:p>
            <a:pPr marL="350520" lvl="1" indent="-117475">
              <a:spcBef>
                <a:spcPts val="0"/>
              </a:spcBef>
            </a:pPr>
            <a:r>
              <a:rPr lang="en-US" sz="800">
                <a:latin typeface="Spectrum Sans Book"/>
                <a:cs typeface="Spectrum Sans Book"/>
              </a:rPr>
              <a:t>Rolled back JWT migration for billing domain service</a:t>
            </a:r>
          </a:p>
          <a:p>
            <a:pPr marL="350520" lvl="1" indent="-117475">
              <a:spcBef>
                <a:spcPts val="0"/>
              </a:spcBef>
            </a:pPr>
            <a:endParaRPr lang="en-US" sz="1000">
              <a:latin typeface="Spectrum Sans Book"/>
              <a:cs typeface="Spectrum Sans Book"/>
            </a:endParaRPr>
          </a:p>
          <a:p>
            <a:pPr marL="171450" indent="-171450">
              <a:spcBef>
                <a:spcPts val="0"/>
              </a:spcBef>
              <a:buFont typeface="Arial" panose="020B0604020202020204" pitchFamily="34" charset="0"/>
              <a:buChar char="•"/>
            </a:pPr>
            <a:r>
              <a:rPr lang="en-US" sz="800" b="1">
                <a:latin typeface="Spectrum Sans Book"/>
                <a:cs typeface="Spectrum Sans Book"/>
              </a:rPr>
              <a:t>DP 128.1.0 – Minor Release</a:t>
            </a:r>
          </a:p>
          <a:p>
            <a:pPr marL="350520" lvl="1" indent="-117475">
              <a:spcBef>
                <a:spcPts val="0"/>
              </a:spcBef>
            </a:pPr>
            <a:r>
              <a:rPr lang="en-US" sz="800">
                <a:latin typeface="Spectrum Sans Book"/>
                <a:cs typeface="Spectrum Sans Book"/>
              </a:rPr>
              <a:t>Successful Minor release. No rollbacks needed.</a:t>
            </a:r>
          </a:p>
          <a:p>
            <a:pPr marL="350520" lvl="1" indent="-117475">
              <a:spcBef>
                <a:spcPts val="0"/>
              </a:spcBef>
            </a:pPr>
            <a:r>
              <a:rPr lang="en-US" sz="800">
                <a:latin typeface="Spectrum Sans Book"/>
                <a:cs typeface="Spectrum Sans Book"/>
              </a:rPr>
              <a:t>Secret Manager Endpoint Updates</a:t>
            </a:r>
          </a:p>
          <a:p>
            <a:pPr marL="350520" lvl="1" indent="-117475">
              <a:spcBef>
                <a:spcPts val="0"/>
              </a:spcBef>
            </a:pPr>
            <a:endParaRPr lang="en-US" sz="800">
              <a:latin typeface="Spectrum Sans Book"/>
              <a:cs typeface="Spectrum Sans Book"/>
            </a:endParaRPr>
          </a:p>
          <a:p>
            <a:pPr marL="171450" indent="-171450">
              <a:spcBef>
                <a:spcPts val="0"/>
              </a:spcBef>
              <a:buFont typeface="Arial" panose="020B0604020202020204" pitchFamily="34" charset="0"/>
              <a:buChar char="•"/>
            </a:pPr>
            <a:r>
              <a:rPr lang="en-US" sz="800" b="1">
                <a:latin typeface="Spectrum Sans Book"/>
                <a:cs typeface="Spectrum Sans Book"/>
              </a:rPr>
              <a:t>DP 128.2.0 – Minor Release</a:t>
            </a:r>
          </a:p>
          <a:p>
            <a:pPr marL="350520" lvl="1" indent="-117475">
              <a:spcBef>
                <a:spcPts val="0"/>
              </a:spcBef>
            </a:pPr>
            <a:r>
              <a:rPr lang="en-US" sz="800">
                <a:latin typeface="Spectrum Sans Book"/>
                <a:cs typeface="Spectrum Sans Book"/>
              </a:rPr>
              <a:t>Successful Minor release. No rollbacks needed.</a:t>
            </a:r>
          </a:p>
          <a:p>
            <a:pPr marL="350520" lvl="1" indent="-117475">
              <a:spcBef>
                <a:spcPts val="0"/>
              </a:spcBef>
            </a:pPr>
            <a:r>
              <a:rPr lang="en-US" sz="800">
                <a:latin typeface="Spectrum Sans Book"/>
                <a:cs typeface="Spectrum Sans Book"/>
              </a:rPr>
              <a:t>Update to Speed Journey Platform S3 data export used by BI team for analytics</a:t>
            </a:r>
            <a:endParaRPr lang="en-US" sz="1000">
              <a:latin typeface="Spectrum Sans Book"/>
              <a:cs typeface="Spectrum Sans Book"/>
            </a:endParaRPr>
          </a:p>
        </p:txBody>
      </p:sp>
      <p:sp>
        <p:nvSpPr>
          <p:cNvPr id="10" name="Title 9">
            <a:extLst>
              <a:ext uri="{FF2B5EF4-FFF2-40B4-BE49-F238E27FC236}">
                <a16:creationId xmlns:a16="http://schemas.microsoft.com/office/drawing/2014/main" id="{DCD550BF-D9FD-D108-EAAA-B4019600B9C7}"/>
              </a:ext>
            </a:extLst>
          </p:cNvPr>
          <p:cNvSpPr>
            <a:spLocks noGrp="1"/>
          </p:cNvSpPr>
          <p:nvPr>
            <p:ph type="title"/>
          </p:nvPr>
        </p:nvSpPr>
        <p:spPr>
          <a:xfrm>
            <a:off x="428626" y="259430"/>
            <a:ext cx="5102223" cy="328304"/>
          </a:xfrm>
        </p:spPr>
        <p:txBody>
          <a:bodyPr/>
          <a:lstStyle/>
          <a:p>
            <a:r>
              <a:rPr lang="en-US"/>
              <a:t>Rollout Success</a:t>
            </a:r>
          </a:p>
        </p:txBody>
      </p:sp>
      <p:sp>
        <p:nvSpPr>
          <p:cNvPr id="4" name="Slide Number Placeholder 3">
            <a:extLst>
              <a:ext uri="{FF2B5EF4-FFF2-40B4-BE49-F238E27FC236}">
                <a16:creationId xmlns:a16="http://schemas.microsoft.com/office/drawing/2014/main" id="{FCCB4A1D-4D66-D64C-1B88-B0DDCB0F9EAC}"/>
              </a:ext>
            </a:extLst>
          </p:cNvPr>
          <p:cNvSpPr>
            <a:spLocks noGrp="1"/>
          </p:cNvSpPr>
          <p:nvPr>
            <p:ph type="sldNum" sz="quarter" idx="20"/>
          </p:nvPr>
        </p:nvSpPr>
        <p:spPr/>
        <p:txBody>
          <a:bodyPr/>
          <a:lstStyle/>
          <a:p>
            <a:fld id="{A82C3BC0-3EBF-3C4C-A3D8-795624EBC6AA}" type="slidenum">
              <a:rPr lang="en-US" smtClean="0"/>
              <a:pPr/>
              <a:t>24</a:t>
            </a:fld>
            <a:endParaRPr lang="en-US"/>
          </a:p>
        </p:txBody>
      </p:sp>
      <p:grpSp>
        <p:nvGrpSpPr>
          <p:cNvPr id="11" name="Group 10">
            <a:extLst>
              <a:ext uri="{FF2B5EF4-FFF2-40B4-BE49-F238E27FC236}">
                <a16:creationId xmlns:a16="http://schemas.microsoft.com/office/drawing/2014/main" id="{008D53DF-C74E-94F7-1B81-802287C0B8FB}"/>
              </a:ext>
            </a:extLst>
          </p:cNvPr>
          <p:cNvGrpSpPr/>
          <p:nvPr/>
        </p:nvGrpSpPr>
        <p:grpSpPr>
          <a:xfrm>
            <a:off x="428627" y="1351190"/>
            <a:ext cx="6743698" cy="4505395"/>
            <a:chOff x="428627" y="1351190"/>
            <a:chExt cx="6743698" cy="4505395"/>
          </a:xfrm>
        </p:grpSpPr>
        <p:sp>
          <p:nvSpPr>
            <p:cNvPr id="2" name="Rectangle 1">
              <a:extLst>
                <a:ext uri="{FF2B5EF4-FFF2-40B4-BE49-F238E27FC236}">
                  <a16:creationId xmlns:a16="http://schemas.microsoft.com/office/drawing/2014/main" id="{4D50CA47-393F-7F25-A43F-515A3D265D8B}"/>
                </a:ext>
              </a:extLst>
            </p:cNvPr>
            <p:cNvSpPr/>
            <p:nvPr/>
          </p:nvSpPr>
          <p:spPr>
            <a:xfrm>
              <a:off x="428627" y="1351190"/>
              <a:ext cx="6743698" cy="4505395"/>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3" name="Content Placeholder 7" descr="Chart placeholder">
              <a:extLst>
                <a:ext uri="{FF2B5EF4-FFF2-40B4-BE49-F238E27FC236}">
                  <a16:creationId xmlns:a16="http://schemas.microsoft.com/office/drawing/2014/main" id="{1F1E86AA-822A-67DC-2190-80FC3D24BE12}"/>
                </a:ext>
              </a:extLst>
            </p:cNvPr>
            <p:cNvGraphicFramePr>
              <a:graphicFrameLocks/>
            </p:cNvGraphicFramePr>
            <p:nvPr>
              <p:extLst>
                <p:ext uri="{D42A27DB-BD31-4B8C-83A1-F6EECF244321}">
                  <p14:modId xmlns:p14="http://schemas.microsoft.com/office/powerpoint/2010/main" val="2435791164"/>
                </p:ext>
              </p:extLst>
            </p:nvPr>
          </p:nvGraphicFramePr>
          <p:xfrm>
            <a:off x="571500" y="1351190"/>
            <a:ext cx="6383640" cy="4389005"/>
          </p:xfrm>
          <a:graphic>
            <a:graphicData uri="http://schemas.openxmlformats.org/drawingml/2006/chart">
              <c:chart xmlns:c="http://schemas.openxmlformats.org/drawingml/2006/chart" xmlns:r="http://schemas.openxmlformats.org/officeDocument/2006/relationships" r:id="rId3"/>
            </a:graphicData>
          </a:graphic>
        </p:graphicFrame>
      </p:grpSp>
      <p:sp>
        <p:nvSpPr>
          <p:cNvPr id="12" name="TextBox 11">
            <a:extLst>
              <a:ext uri="{FF2B5EF4-FFF2-40B4-BE49-F238E27FC236}">
                <a16:creationId xmlns:a16="http://schemas.microsoft.com/office/drawing/2014/main" id="{06818CAB-5A95-7045-EFFD-7D171405281D}"/>
              </a:ext>
            </a:extLst>
          </p:cNvPr>
          <p:cNvSpPr txBox="1"/>
          <p:nvPr/>
        </p:nvSpPr>
        <p:spPr>
          <a:xfrm>
            <a:off x="745012" y="5940539"/>
            <a:ext cx="5725001" cy="545351"/>
          </a:xfrm>
          <a:prstGeom prst="rect">
            <a:avLst/>
          </a:prstGeom>
          <a:noFill/>
        </p:spPr>
        <p:txBody>
          <a:bodyPr wrap="none" lIns="0" tIns="0" rIns="0" bIns="0" rtlCol="0">
            <a:noAutofit/>
          </a:bodyPr>
          <a:lstStyle/>
          <a:p>
            <a:pPr algn="l"/>
            <a:r>
              <a:rPr lang="en-US" sz="600">
                <a:latin typeface="Spectrum Sans Book" panose="020B0402020503020304" pitchFamily="34" charset="0"/>
                <a:ea typeface="Open Sans" pitchFamily="2" charset="0"/>
                <a:cs typeface="Spectrum Sans Book" panose="020B0402020503020304" pitchFamily="34" charset="0"/>
              </a:rPr>
              <a:t>Definitions:</a:t>
            </a:r>
          </a:p>
          <a:p>
            <a:pPr marL="171450" indent="-171450">
              <a:buFont typeface="Arial" panose="020B0604020202020204" pitchFamily="34" charset="0"/>
              <a:buChar char="•"/>
            </a:pPr>
            <a:r>
              <a:rPr lang="en-US" sz="600" b="1">
                <a:latin typeface="Spectrum Sans Book" panose="020B0402020503020304" pitchFamily="34" charset="0"/>
                <a:ea typeface="Open Sans" pitchFamily="2" charset="0"/>
                <a:cs typeface="Spectrum Sans Book" panose="020B0402020503020304" pitchFamily="34" charset="0"/>
              </a:rPr>
              <a:t>Major</a:t>
            </a:r>
            <a:r>
              <a:rPr lang="en-US" sz="600">
                <a:latin typeface="Spectrum Sans Book" panose="020B0402020503020304" pitchFamily="34" charset="0"/>
                <a:ea typeface="Open Sans" pitchFamily="2" charset="0"/>
                <a:cs typeface="Spectrum Sans Book" panose="020B0402020503020304" pitchFamily="34" charset="0"/>
              </a:rPr>
              <a:t> – Planned release (every other week). No rollbacks/patches needed during release window.</a:t>
            </a:r>
          </a:p>
          <a:p>
            <a:pPr marL="171450" indent="-171450">
              <a:buFont typeface="Arial" panose="020B0604020202020204" pitchFamily="34" charset="0"/>
              <a:buChar char="•"/>
            </a:pPr>
            <a:r>
              <a:rPr lang="en-US" sz="600" b="1">
                <a:latin typeface="Spectrum Sans Book" panose="020B0402020503020304" pitchFamily="34" charset="0"/>
                <a:ea typeface="Open Sans" pitchFamily="2" charset="0"/>
                <a:cs typeface="Spectrum Sans Book" panose="020B0402020503020304" pitchFamily="34" charset="0"/>
              </a:rPr>
              <a:t>Major w/Update</a:t>
            </a:r>
            <a:r>
              <a:rPr lang="en-US" sz="600">
                <a:latin typeface="Spectrum Sans Book" panose="020B0402020503020304" pitchFamily="34" charset="0"/>
                <a:ea typeface="Open Sans" pitchFamily="2" charset="0"/>
                <a:cs typeface="Spectrum Sans Book" panose="020B0402020503020304" pitchFamily="34" charset="0"/>
              </a:rPr>
              <a:t> – Planned release (every other week). Rollbacks/patches needed during release window.</a:t>
            </a:r>
          </a:p>
          <a:p>
            <a:pPr marL="171450" indent="-171450">
              <a:buFont typeface="Arial" panose="020B0604020202020204" pitchFamily="34" charset="0"/>
              <a:buChar char="•"/>
            </a:pPr>
            <a:r>
              <a:rPr lang="en-US" sz="600" b="1">
                <a:latin typeface="Spectrum Sans Book" panose="020B0402020503020304" pitchFamily="34" charset="0"/>
                <a:ea typeface="Open Sans" pitchFamily="2" charset="0"/>
                <a:cs typeface="Spectrum Sans Book" panose="020B0402020503020304" pitchFamily="34" charset="0"/>
              </a:rPr>
              <a:t>Minor</a:t>
            </a:r>
            <a:r>
              <a:rPr lang="en-US" sz="600">
                <a:latin typeface="Spectrum Sans Book" panose="020B0402020503020304" pitchFamily="34" charset="0"/>
                <a:ea typeface="Open Sans" pitchFamily="2" charset="0"/>
                <a:cs typeface="Spectrum Sans Book" panose="020B0402020503020304" pitchFamily="34" charset="0"/>
              </a:rPr>
              <a:t> – Planned release outside major release cycle. No rollbacks/patches needed during release window.</a:t>
            </a:r>
          </a:p>
          <a:p>
            <a:pPr marL="171450" indent="-171450">
              <a:buFont typeface="Arial" panose="020B0604020202020204" pitchFamily="34" charset="0"/>
              <a:buChar char="•"/>
            </a:pPr>
            <a:r>
              <a:rPr lang="en-US" sz="600" b="1">
                <a:latin typeface="Spectrum Sans Book" panose="020B0402020503020304" pitchFamily="34" charset="0"/>
                <a:ea typeface="Open Sans" pitchFamily="2" charset="0"/>
                <a:cs typeface="Spectrum Sans Book" panose="020B0402020503020304" pitchFamily="34" charset="0"/>
              </a:rPr>
              <a:t>Minor w/Update</a:t>
            </a:r>
            <a:r>
              <a:rPr lang="en-US" sz="600">
                <a:latin typeface="Spectrum Sans Book" panose="020B0402020503020304" pitchFamily="34" charset="0"/>
                <a:ea typeface="Open Sans" pitchFamily="2" charset="0"/>
                <a:cs typeface="Spectrum Sans Book" panose="020B0402020503020304" pitchFamily="34" charset="0"/>
              </a:rPr>
              <a:t> – Planned release outside major release cycle. Rollbacks/patches needed during release window.</a:t>
            </a:r>
          </a:p>
          <a:p>
            <a:pPr marL="171450" indent="-171450" algn="l">
              <a:buFont typeface="Arial" panose="020B0604020202020204" pitchFamily="34" charset="0"/>
              <a:buChar char="•"/>
            </a:pPr>
            <a:r>
              <a:rPr lang="en-US" sz="600" b="1">
                <a:latin typeface="Spectrum Sans Book" panose="020B0402020503020304" pitchFamily="34" charset="0"/>
                <a:ea typeface="Open Sans" pitchFamily="2" charset="0"/>
                <a:cs typeface="Spectrum Sans Book" panose="020B0402020503020304" pitchFamily="34" charset="0"/>
              </a:rPr>
              <a:t>Break Fix</a:t>
            </a:r>
            <a:r>
              <a:rPr lang="en-US" sz="600">
                <a:latin typeface="Spectrum Sans Book" panose="020B0402020503020304" pitchFamily="34" charset="0"/>
                <a:ea typeface="Open Sans" pitchFamily="2" charset="0"/>
                <a:cs typeface="Spectrum Sans Book" panose="020B0402020503020304" pitchFamily="34" charset="0"/>
              </a:rPr>
              <a:t> – medium to major customer impact requiring immediate remediation</a:t>
            </a:r>
          </a:p>
          <a:p>
            <a:pPr algn="l"/>
            <a:endParaRPr lang="en-US" sz="600">
              <a:latin typeface="Spectrum Sans Book" panose="020B0402020503020304" pitchFamily="34" charset="0"/>
              <a:ea typeface="Open Sans" pitchFamily="2" charset="0"/>
              <a:cs typeface="Spectrum Sans Book" panose="020B0402020503020304" pitchFamily="34" charset="0"/>
            </a:endParaRPr>
          </a:p>
          <a:p>
            <a:pPr algn="l"/>
            <a:endParaRPr lang="en-US" sz="600" i="1">
              <a:latin typeface="Spectrum Sans Book" panose="020B0402020503020304" pitchFamily="34" charset="0"/>
              <a:ea typeface="Open Sans" pitchFamily="2" charset="0"/>
              <a:cs typeface="Spectrum Sans Book" panose="020B0402020503020304" pitchFamily="34" charset="0"/>
            </a:endParaRPr>
          </a:p>
        </p:txBody>
      </p:sp>
      <p:sp>
        <p:nvSpPr>
          <p:cNvPr id="16" name="TextBox 15">
            <a:extLst>
              <a:ext uri="{FF2B5EF4-FFF2-40B4-BE49-F238E27FC236}">
                <a16:creationId xmlns:a16="http://schemas.microsoft.com/office/drawing/2014/main" id="{52ECD198-16D3-991D-E02D-A82E8E105EFB}"/>
              </a:ext>
            </a:extLst>
          </p:cNvPr>
          <p:cNvSpPr txBox="1"/>
          <p:nvPr/>
        </p:nvSpPr>
        <p:spPr>
          <a:xfrm>
            <a:off x="6779491" y="997527"/>
            <a:ext cx="0" cy="0"/>
          </a:xfrm>
          <a:prstGeom prst="rect">
            <a:avLst/>
          </a:prstGeom>
          <a:noFill/>
        </p:spPr>
        <p:txBody>
          <a:bodyPr wrap="none" lIns="0" tIns="0" rIns="0" bIns="0" rtlCol="0">
            <a:noAutofit/>
          </a:bodyPr>
          <a:lstStyle/>
          <a:p>
            <a:pPr algn="l">
              <a:lnSpc>
                <a:spcPct val="110000"/>
              </a:lnSpc>
              <a:spcBef>
                <a:spcPts val="900"/>
              </a:spcBef>
            </a:pPr>
            <a:endParaRPr lang="en-US" sz="2000">
              <a:latin typeface="Spectrum Sans Book" panose="020B0402020503020304" pitchFamily="34" charset="0"/>
              <a:ea typeface="Open Sans" pitchFamily="2" charset="0"/>
              <a:cs typeface="Spectrum Sans Book" panose="020B0402020503020304" pitchFamily="34" charset="0"/>
            </a:endParaRPr>
          </a:p>
        </p:txBody>
      </p:sp>
      <p:sp>
        <p:nvSpPr>
          <p:cNvPr id="18" name="TextBox 17">
            <a:extLst>
              <a:ext uri="{FF2B5EF4-FFF2-40B4-BE49-F238E27FC236}">
                <a16:creationId xmlns:a16="http://schemas.microsoft.com/office/drawing/2014/main" id="{B7A7A5B3-D0D0-CFF7-13E7-26895088FB9B}"/>
              </a:ext>
            </a:extLst>
          </p:cNvPr>
          <p:cNvSpPr txBox="1"/>
          <p:nvPr/>
        </p:nvSpPr>
        <p:spPr>
          <a:xfrm>
            <a:off x="6604000" y="1025236"/>
            <a:ext cx="0" cy="0"/>
          </a:xfrm>
          <a:prstGeom prst="rect">
            <a:avLst/>
          </a:prstGeom>
          <a:noFill/>
        </p:spPr>
        <p:txBody>
          <a:bodyPr wrap="none" lIns="0" tIns="0" rIns="0" bIns="0" rtlCol="0">
            <a:noAutofit/>
          </a:bodyPr>
          <a:lstStyle/>
          <a:p>
            <a:pPr algn="l">
              <a:lnSpc>
                <a:spcPct val="110000"/>
              </a:lnSpc>
              <a:spcBef>
                <a:spcPts val="900"/>
              </a:spcBef>
            </a:pPr>
            <a:endParaRPr lang="en-US" sz="2000">
              <a:latin typeface="Spectrum Sans Book" panose="020B0402020503020304" pitchFamily="34" charset="0"/>
              <a:ea typeface="Open Sans" pitchFamily="2" charset="0"/>
              <a:cs typeface="Spectrum Sans Book" panose="020B0402020503020304" pitchFamily="34" charset="0"/>
            </a:endParaRPr>
          </a:p>
        </p:txBody>
      </p:sp>
      <p:sp>
        <p:nvSpPr>
          <p:cNvPr id="13" name="Arrow: Down 10">
            <a:extLst>
              <a:ext uri="{FF2B5EF4-FFF2-40B4-BE49-F238E27FC236}">
                <a16:creationId xmlns:a16="http://schemas.microsoft.com/office/drawing/2014/main" id="{5B0C279B-F262-1371-A37B-17C1D375B7BC}"/>
              </a:ext>
            </a:extLst>
          </p:cNvPr>
          <p:cNvSpPr/>
          <p:nvPr/>
        </p:nvSpPr>
        <p:spPr>
          <a:xfrm rot="10800000">
            <a:off x="7541198" y="2169235"/>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10">
            <a:extLst>
              <a:ext uri="{FF2B5EF4-FFF2-40B4-BE49-F238E27FC236}">
                <a16:creationId xmlns:a16="http://schemas.microsoft.com/office/drawing/2014/main" id="{306FB2C4-5A5A-126C-B148-E62013094F54}"/>
              </a:ext>
            </a:extLst>
          </p:cNvPr>
          <p:cNvSpPr/>
          <p:nvPr/>
        </p:nvSpPr>
        <p:spPr>
          <a:xfrm rot="10800000">
            <a:off x="7543556" y="3515910"/>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10">
            <a:extLst>
              <a:ext uri="{FF2B5EF4-FFF2-40B4-BE49-F238E27FC236}">
                <a16:creationId xmlns:a16="http://schemas.microsoft.com/office/drawing/2014/main" id="{F18EE7BC-85A6-1452-3859-C2BFC5C8974C}"/>
              </a:ext>
            </a:extLst>
          </p:cNvPr>
          <p:cNvSpPr/>
          <p:nvPr/>
        </p:nvSpPr>
        <p:spPr>
          <a:xfrm>
            <a:off x="7538323" y="4067039"/>
            <a:ext cx="170330" cy="19241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10">
            <a:extLst>
              <a:ext uri="{FF2B5EF4-FFF2-40B4-BE49-F238E27FC236}">
                <a16:creationId xmlns:a16="http://schemas.microsoft.com/office/drawing/2014/main" id="{DD5FC7FB-58FE-DBCE-9411-5574767AA455}"/>
              </a:ext>
            </a:extLst>
          </p:cNvPr>
          <p:cNvSpPr/>
          <p:nvPr/>
        </p:nvSpPr>
        <p:spPr>
          <a:xfrm rot="10800000">
            <a:off x="7541198" y="1629552"/>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0">
            <a:extLst>
              <a:ext uri="{FF2B5EF4-FFF2-40B4-BE49-F238E27FC236}">
                <a16:creationId xmlns:a16="http://schemas.microsoft.com/office/drawing/2014/main" id="{42D4F92C-A59D-68E9-0FF7-C21A6AB47D29}"/>
              </a:ext>
            </a:extLst>
          </p:cNvPr>
          <p:cNvSpPr/>
          <p:nvPr/>
        </p:nvSpPr>
        <p:spPr>
          <a:xfrm rot="10800000">
            <a:off x="7549304" y="1245693"/>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0">
            <a:extLst>
              <a:ext uri="{FF2B5EF4-FFF2-40B4-BE49-F238E27FC236}">
                <a16:creationId xmlns:a16="http://schemas.microsoft.com/office/drawing/2014/main" id="{CE175FAB-2CA7-DD52-40E5-E100EA6CB1F7}"/>
              </a:ext>
            </a:extLst>
          </p:cNvPr>
          <p:cNvSpPr/>
          <p:nvPr/>
        </p:nvSpPr>
        <p:spPr>
          <a:xfrm rot="10800000">
            <a:off x="7538323" y="2951087"/>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0">
            <a:extLst>
              <a:ext uri="{FF2B5EF4-FFF2-40B4-BE49-F238E27FC236}">
                <a16:creationId xmlns:a16="http://schemas.microsoft.com/office/drawing/2014/main" id="{A222202E-7AF4-27F1-810C-042F8244394E}"/>
              </a:ext>
            </a:extLst>
          </p:cNvPr>
          <p:cNvSpPr/>
          <p:nvPr/>
        </p:nvSpPr>
        <p:spPr>
          <a:xfrm rot="10800000">
            <a:off x="7549304" y="4756244"/>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10">
            <a:extLst>
              <a:ext uri="{FF2B5EF4-FFF2-40B4-BE49-F238E27FC236}">
                <a16:creationId xmlns:a16="http://schemas.microsoft.com/office/drawing/2014/main" id="{0EFC4F6B-6152-B26C-9D9C-752D86962319}"/>
              </a:ext>
            </a:extLst>
          </p:cNvPr>
          <p:cNvSpPr/>
          <p:nvPr/>
        </p:nvSpPr>
        <p:spPr>
          <a:xfrm rot="10800000">
            <a:off x="7549304" y="5277499"/>
            <a:ext cx="170330" cy="192410"/>
          </a:xfrm>
          <a:prstGeom prst="down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3332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93F11C-F618-AE32-4AFC-F8C5AA70EB34}"/>
              </a:ext>
            </a:extLst>
          </p:cNvPr>
          <p:cNvSpPr>
            <a:spLocks noGrp="1"/>
          </p:cNvSpPr>
          <p:nvPr>
            <p:ph type="body" sz="quarter" idx="24"/>
          </p:nvPr>
        </p:nvSpPr>
        <p:spPr>
          <a:xfrm>
            <a:off x="7370165" y="922684"/>
            <a:ext cx="4393212" cy="2729541"/>
          </a:xfrm>
          <a:solidFill>
            <a:schemeClr val="accent2">
              <a:alpha val="4706"/>
            </a:schemeClr>
          </a:solidFill>
        </p:spPr>
        <p:txBody>
          <a:bodyPr/>
          <a:lstStyle/>
          <a:p>
            <a:r>
              <a:rPr lang="en-US" sz="1800" b="1"/>
              <a:t>Key Highlights</a:t>
            </a:r>
          </a:p>
          <a:p>
            <a:pPr>
              <a:spcBef>
                <a:spcPts val="0"/>
              </a:spcBef>
            </a:pPr>
            <a:endParaRPr lang="en-US" sz="1600" b="1"/>
          </a:p>
          <a:p>
            <a:pPr marL="342900" indent="-342900">
              <a:spcBef>
                <a:spcPts val="0"/>
              </a:spcBef>
              <a:buFont typeface="Arial" panose="020B0604020202020204" pitchFamily="34" charset="0"/>
              <a:buChar char="•"/>
            </a:pPr>
            <a:r>
              <a:rPr lang="en-US" sz="1050"/>
              <a:t>No critical outages impacting customers in February</a:t>
            </a:r>
            <a:endParaRPr lang="en-US" sz="1200" b="1"/>
          </a:p>
        </p:txBody>
      </p:sp>
      <p:sp>
        <p:nvSpPr>
          <p:cNvPr id="10" name="Title 9">
            <a:extLst>
              <a:ext uri="{FF2B5EF4-FFF2-40B4-BE49-F238E27FC236}">
                <a16:creationId xmlns:a16="http://schemas.microsoft.com/office/drawing/2014/main" id="{EE65FC96-A9F4-372A-44BB-088551D9A8FE}"/>
              </a:ext>
            </a:extLst>
          </p:cNvPr>
          <p:cNvSpPr>
            <a:spLocks noGrp="1"/>
          </p:cNvSpPr>
          <p:nvPr>
            <p:ph type="title"/>
          </p:nvPr>
        </p:nvSpPr>
        <p:spPr>
          <a:xfrm>
            <a:off x="428624" y="271618"/>
            <a:ext cx="5102223" cy="328304"/>
          </a:xfrm>
        </p:spPr>
        <p:txBody>
          <a:bodyPr/>
          <a:lstStyle/>
          <a:p>
            <a:r>
              <a:rPr lang="en-US"/>
              <a:t>Product Health Measure</a:t>
            </a:r>
          </a:p>
        </p:txBody>
      </p:sp>
      <p:sp>
        <p:nvSpPr>
          <p:cNvPr id="4" name="Slide Number Placeholder 3">
            <a:extLst>
              <a:ext uri="{FF2B5EF4-FFF2-40B4-BE49-F238E27FC236}">
                <a16:creationId xmlns:a16="http://schemas.microsoft.com/office/drawing/2014/main" id="{33A976B2-C31B-8101-A620-A82DFE5E3EE7}"/>
              </a:ext>
            </a:extLst>
          </p:cNvPr>
          <p:cNvSpPr>
            <a:spLocks noGrp="1"/>
          </p:cNvSpPr>
          <p:nvPr>
            <p:ph type="sldNum" sz="quarter" idx="20"/>
          </p:nvPr>
        </p:nvSpPr>
        <p:spPr/>
        <p:txBody>
          <a:bodyPr/>
          <a:lstStyle/>
          <a:p>
            <a:fld id="{A82C3BC0-3EBF-3C4C-A3D8-795624EBC6AA}" type="slidenum">
              <a:rPr lang="en-US" smtClean="0"/>
              <a:pPr/>
              <a:t>25</a:t>
            </a:fld>
            <a:endParaRPr lang="en-US"/>
          </a:p>
        </p:txBody>
      </p:sp>
      <p:graphicFrame>
        <p:nvGraphicFramePr>
          <p:cNvPr id="11" name="Table Placeholder 11" descr="Table placeholder">
            <a:extLst>
              <a:ext uri="{FF2B5EF4-FFF2-40B4-BE49-F238E27FC236}">
                <a16:creationId xmlns:a16="http://schemas.microsoft.com/office/drawing/2014/main" id="{05C20859-8206-FD73-ECA0-81B4CF3DEF4A}"/>
              </a:ext>
            </a:extLst>
          </p:cNvPr>
          <p:cNvGraphicFramePr>
            <a:graphicFrameLocks/>
          </p:cNvGraphicFramePr>
          <p:nvPr/>
        </p:nvGraphicFramePr>
        <p:xfrm>
          <a:off x="496888" y="3880548"/>
          <a:ext cx="11285539" cy="1491394"/>
        </p:xfrm>
        <a:graphic>
          <a:graphicData uri="http://schemas.openxmlformats.org/drawingml/2006/table">
            <a:tbl>
              <a:tblPr firstRow="1" bandRow="1">
                <a:tableStyleId>{5C22544A-7EE6-4342-B048-85BDC9FD1C3A}</a:tableStyleId>
              </a:tblPr>
              <a:tblGrid>
                <a:gridCol w="2323777">
                  <a:extLst>
                    <a:ext uri="{9D8B030D-6E8A-4147-A177-3AD203B41FA5}">
                      <a16:colId xmlns:a16="http://schemas.microsoft.com/office/drawing/2014/main" val="3132775233"/>
                    </a:ext>
                  </a:extLst>
                </a:gridCol>
                <a:gridCol w="2259706">
                  <a:extLst>
                    <a:ext uri="{9D8B030D-6E8A-4147-A177-3AD203B41FA5}">
                      <a16:colId xmlns:a16="http://schemas.microsoft.com/office/drawing/2014/main" val="45094366"/>
                    </a:ext>
                  </a:extLst>
                </a:gridCol>
                <a:gridCol w="2301462">
                  <a:extLst>
                    <a:ext uri="{9D8B030D-6E8A-4147-A177-3AD203B41FA5}">
                      <a16:colId xmlns:a16="http://schemas.microsoft.com/office/drawing/2014/main" val="518567288"/>
                    </a:ext>
                  </a:extLst>
                </a:gridCol>
                <a:gridCol w="4400594">
                  <a:extLst>
                    <a:ext uri="{9D8B030D-6E8A-4147-A177-3AD203B41FA5}">
                      <a16:colId xmlns:a16="http://schemas.microsoft.com/office/drawing/2014/main" val="2187594111"/>
                    </a:ext>
                  </a:extLst>
                </a:gridCol>
              </a:tblGrid>
              <a:tr h="725514">
                <a:tc gridSpan="4">
                  <a:txBody>
                    <a:bodyPr/>
                    <a:lstStyle/>
                    <a:p>
                      <a:pPr algn="ctr"/>
                      <a:r>
                        <a:rPr lang="en-US" sz="1800" b="0" i="0">
                          <a:solidFill>
                            <a:schemeClr val="tx1"/>
                          </a:solidFill>
                          <a:latin typeface="Spectrum Sans" panose="020B0502020503020304" pitchFamily="34" charset="0"/>
                        </a:rPr>
                        <a:t>Critical Outages</a:t>
                      </a:r>
                    </a:p>
                  </a:txBody>
                  <a:tcPr marL="0" marT="91440">
                    <a:lnL w="12700" cmpd="sng">
                      <a:noFill/>
                    </a:lnL>
                    <a:lnR w="12700" cmpd="sng">
                      <a:noFill/>
                    </a:lnR>
                    <a:lnT w="381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B="91440" anchor="b">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mpd="sng">
                      <a:noFill/>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413996"/>
                  </a:ext>
                </a:extLst>
              </a:tr>
              <a:tr h="0">
                <a:tc>
                  <a:txBody>
                    <a:bodyPr/>
                    <a:lstStyle/>
                    <a:p>
                      <a:pPr algn="ctr"/>
                      <a:r>
                        <a:rPr lang="en-US" sz="700" b="1" i="0">
                          <a:solidFill>
                            <a:schemeClr val="tx1"/>
                          </a:solidFill>
                          <a:latin typeface="Spectrum Sans Book" panose="020B0402020503020304" pitchFamily="34" charset="0"/>
                          <a:cs typeface="Spectrum Sans Book" panose="020B0402020503020304" pitchFamily="34" charset="0"/>
                        </a:rPr>
                        <a:t>Platform</a:t>
                      </a: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panose="020B0402020503020304" pitchFamily="34" charset="0"/>
                          <a:cs typeface="Spectrum Sans Book" panose="020B0402020503020304" pitchFamily="34" charset="0"/>
                        </a:rPr>
                        <a:t>Summary</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panose="020B0402020503020304" pitchFamily="34" charset="0"/>
                          <a:cs typeface="Spectrum Sans Book" panose="020B0402020503020304" pitchFamily="34" charset="0"/>
                        </a:rPr>
                        <a:t>Outage Duration (hours:minutes)</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b="1" i="0">
                          <a:solidFill>
                            <a:schemeClr val="tx1"/>
                          </a:solidFill>
                          <a:latin typeface="Spectrum Sans Book" panose="020B0402020503020304" pitchFamily="34" charset="0"/>
                          <a:cs typeface="Spectrum Sans Book" panose="020B0402020503020304" pitchFamily="34" charset="0"/>
                        </a:rPr>
                        <a:t>Mitigation Steps / Lessons Learned</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3924356"/>
                  </a:ext>
                </a:extLst>
              </a:tr>
              <a:tr h="567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pectrum Sans Book" panose="020B0402020503020304" pitchFamily="34" charset="0"/>
                        <a:ea typeface="+mn-ea"/>
                        <a:cs typeface="Spectrum Sans Book" panose="020B0402020503020304" pitchFamily="34" charset="0"/>
                      </a:endParaRPr>
                    </a:p>
                  </a:txBody>
                  <a:tcPr marL="0" anchor="ctr">
                    <a:lnL w="12700" cmpd="sng">
                      <a:noFill/>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b="0" i="0">
                        <a:solidFill>
                          <a:schemeClr val="tx1"/>
                        </a:solidFill>
                        <a:latin typeface="Spectrum Sans Book" panose="020B0402020503020304" pitchFamily="34" charset="0"/>
                        <a:cs typeface="Spectrum Sans Book" panose="020B0402020503020304" pitchFamily="34" charset="0"/>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254456"/>
                  </a:ext>
                </a:extLst>
              </a:tr>
            </a:tbl>
          </a:graphicData>
        </a:graphic>
      </p:graphicFrame>
      <p:grpSp>
        <p:nvGrpSpPr>
          <p:cNvPr id="9" name="Group 8">
            <a:extLst>
              <a:ext uri="{FF2B5EF4-FFF2-40B4-BE49-F238E27FC236}">
                <a16:creationId xmlns:a16="http://schemas.microsoft.com/office/drawing/2014/main" id="{03C1444B-5029-93C0-9236-E52D202EB4C7}"/>
              </a:ext>
            </a:extLst>
          </p:cNvPr>
          <p:cNvGrpSpPr/>
          <p:nvPr/>
        </p:nvGrpSpPr>
        <p:grpSpPr>
          <a:xfrm>
            <a:off x="428624" y="922686"/>
            <a:ext cx="6866589" cy="2729540"/>
            <a:chOff x="4581260" y="922686"/>
            <a:chExt cx="4048125" cy="2046301"/>
          </a:xfrm>
        </p:grpSpPr>
        <p:sp>
          <p:nvSpPr>
            <p:cNvPr id="8" name="Rectangle 7">
              <a:extLst>
                <a:ext uri="{FF2B5EF4-FFF2-40B4-BE49-F238E27FC236}">
                  <a16:creationId xmlns:a16="http://schemas.microsoft.com/office/drawing/2014/main" id="{D5D98497-4214-213C-8B50-BA7C84A00517}"/>
                </a:ext>
              </a:extLst>
            </p:cNvPr>
            <p:cNvSpPr/>
            <p:nvPr/>
          </p:nvSpPr>
          <p:spPr>
            <a:xfrm>
              <a:off x="4581260" y="922686"/>
              <a:ext cx="4048125" cy="2046301"/>
            </a:xfrm>
            <a:prstGeom prst="rect">
              <a:avLst/>
            </a:prstGeom>
            <a:solidFill>
              <a:schemeClr val="accent2">
                <a:alpha val="4706"/>
              </a:schemeClr>
            </a:solidFill>
            <a:ln w="12700">
              <a:gradFill>
                <a:gsLst>
                  <a:gs pos="0">
                    <a:schemeClr val="accent2">
                      <a:lumMod val="98000"/>
                      <a:lumOff val="2000"/>
                    </a:schemeClr>
                  </a:gs>
                  <a:gs pos="100000">
                    <a:schemeClr val="accent3"/>
                  </a:gs>
                </a:gsLst>
                <a:lin ang="0" scaled="0"/>
              </a:gradFill>
            </a:ln>
          </p:spPr>
          <p:txBody>
            <a:bodyPr vert="horz" lIns="182880" tIns="182880" rIns="182880" bIns="0" rtlCol="0" anchor="ctr">
              <a:noAutofit/>
            </a:bodyPr>
            <a:lstStyle/>
            <a:p>
              <a:pPr algn="l">
                <a:lnSpc>
                  <a:spcPct val="110000"/>
                </a:lnSpc>
                <a:spcBef>
                  <a:spcPts val="2400"/>
                </a:spcBef>
              </a:pPr>
              <a:endParaRPr lang="en-US" sz="2800">
                <a:solidFill>
                  <a:schemeClr val="accent1"/>
                </a:solidFill>
                <a:latin typeface="Spectrum Sans Book" panose="020B0402020503020304" pitchFamily="34" charset="0"/>
                <a:cs typeface="Spectrum Sans Book" panose="020B0402020503020304" pitchFamily="34" charset="0"/>
              </a:endParaRPr>
            </a:p>
          </p:txBody>
        </p:sp>
        <p:graphicFrame>
          <p:nvGraphicFramePr>
            <p:cNvPr id="7" name="Chart 6">
              <a:extLst>
                <a:ext uri="{FF2B5EF4-FFF2-40B4-BE49-F238E27FC236}">
                  <a16:creationId xmlns:a16="http://schemas.microsoft.com/office/drawing/2014/main" id="{17B89352-0955-DFE2-D985-7C06C4B86770}"/>
                </a:ext>
              </a:extLst>
            </p:cNvPr>
            <p:cNvGraphicFramePr/>
            <p:nvPr>
              <p:extLst>
                <p:ext uri="{D42A27DB-BD31-4B8C-83A1-F6EECF244321}">
                  <p14:modId xmlns:p14="http://schemas.microsoft.com/office/powerpoint/2010/main" val="1619584784"/>
                </p:ext>
              </p:extLst>
            </p:nvPr>
          </p:nvGraphicFramePr>
          <p:xfrm>
            <a:off x="4708789" y="933332"/>
            <a:ext cx="3793067" cy="1940000"/>
          </p:xfrm>
          <a:graphic>
            <a:graphicData uri="http://schemas.openxmlformats.org/drawingml/2006/chart">
              <c:chart xmlns:c="http://schemas.openxmlformats.org/drawingml/2006/chart" xmlns:r="http://schemas.openxmlformats.org/officeDocument/2006/relationships" r:id="rId3"/>
            </a:graphicData>
          </a:graphic>
        </p:graphicFrame>
      </p:grpSp>
      <p:sp>
        <p:nvSpPr>
          <p:cNvPr id="3" name="TextBox 2">
            <a:extLst>
              <a:ext uri="{FF2B5EF4-FFF2-40B4-BE49-F238E27FC236}">
                <a16:creationId xmlns:a16="http://schemas.microsoft.com/office/drawing/2014/main" id="{618AA4F7-12AA-4B4C-38CE-08A159249ACB}"/>
              </a:ext>
            </a:extLst>
          </p:cNvPr>
          <p:cNvSpPr txBox="1"/>
          <p:nvPr/>
        </p:nvSpPr>
        <p:spPr>
          <a:xfrm>
            <a:off x="6838012" y="1562317"/>
            <a:ext cx="457201" cy="152400"/>
          </a:xfrm>
          <a:prstGeom prst="rect">
            <a:avLst/>
          </a:prstGeom>
          <a:noFill/>
        </p:spPr>
        <p:txBody>
          <a:bodyPr wrap="none" lIns="0" tIns="0" rIns="0" bIns="0" rtlCol="0">
            <a:noAutofit/>
          </a:bodyPr>
          <a:lstStyle/>
          <a:p>
            <a:pPr algn="ctr">
              <a:lnSpc>
                <a:spcPct val="110000"/>
              </a:lnSpc>
              <a:spcBef>
                <a:spcPts val="900"/>
              </a:spcBef>
            </a:pPr>
            <a:r>
              <a:rPr lang="en-US" sz="800" b="1">
                <a:solidFill>
                  <a:srgbClr val="0271EB"/>
                </a:solidFill>
                <a:latin typeface="Spectrum Sans Book" panose="020B0402020503020304" pitchFamily="34" charset="0"/>
                <a:ea typeface="Open Sans" pitchFamily="2" charset="0"/>
                <a:cs typeface="Spectrum Sans Book" panose="020B0402020503020304" pitchFamily="34" charset="0"/>
              </a:rPr>
              <a:t>99.905%</a:t>
            </a:r>
          </a:p>
        </p:txBody>
      </p:sp>
    </p:spTree>
    <p:extLst>
      <p:ext uri="{BB962C8B-B14F-4D97-AF65-F5344CB8AC3E}">
        <p14:creationId xmlns:p14="http://schemas.microsoft.com/office/powerpoint/2010/main" val="2433559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ectrum">
  <a:themeElements>
    <a:clrScheme name="Spectrum">
      <a:dk1>
        <a:srgbClr val="000000"/>
      </a:dk1>
      <a:lt1>
        <a:srgbClr val="FFFFFF"/>
      </a:lt1>
      <a:dk2>
        <a:srgbClr val="002038"/>
      </a:dk2>
      <a:lt2>
        <a:srgbClr val="D5D5D5"/>
      </a:lt2>
      <a:accent1>
        <a:srgbClr val="002038"/>
      </a:accent1>
      <a:accent2>
        <a:srgbClr val="0271EB"/>
      </a:accent2>
      <a:accent3>
        <a:srgbClr val="03C251"/>
      </a:accent3>
      <a:accent4>
        <a:srgbClr val="887DFF"/>
      </a:accent4>
      <a:accent5>
        <a:srgbClr val="FFCB3E"/>
      </a:accent5>
      <a:accent6>
        <a:srgbClr val="FF8330"/>
      </a:accent6>
      <a:hlink>
        <a:srgbClr val="0271EB"/>
      </a:hlink>
      <a:folHlink>
        <a:srgbClr val="D5D5D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alpha val="4706"/>
          </a:schemeClr>
        </a:solidFill>
        <a:ln w="12700">
          <a:gradFill>
            <a:gsLst>
              <a:gs pos="0">
                <a:schemeClr val="accent2"/>
              </a:gs>
              <a:gs pos="100000">
                <a:schemeClr val="accent3"/>
              </a:gs>
            </a:gsLst>
            <a:lin ang="0" scaled="0"/>
          </a:gradFill>
        </a:ln>
      </a:spPr>
      <a:bodyPr vert="horz" lIns="182880" tIns="182880" rIns="182880" bIns="0" rtlCol="0">
        <a:noAutofit/>
      </a:bodyPr>
      <a:lstStyle>
        <a:defPPr algn="l">
          <a:lnSpc>
            <a:spcPct val="110000"/>
          </a:lnSpc>
          <a:spcBef>
            <a:spcPts val="2400"/>
          </a:spcBef>
          <a:defRPr sz="2800" dirty="0" err="1">
            <a:solidFill>
              <a:schemeClr val="accent1"/>
            </a:solidFill>
            <a:latin typeface="Spectrum Sans Book" panose="020B0402020503020304" pitchFamily="34" charset="0"/>
            <a:cs typeface="Spectrum Sans Book" panose="020B0402020503020304" pitchFamily="34" charset="0"/>
          </a:defRPr>
        </a:defPPr>
      </a:lstStyle>
    </a:spDef>
    <a:lnDef>
      <a:spPr>
        <a:ln w="9525">
          <a:solidFill>
            <a:schemeClr val="tx1">
              <a:alpha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110000"/>
          </a:lnSpc>
          <a:spcBef>
            <a:spcPts val="900"/>
          </a:spcBef>
          <a:defRPr sz="2000" dirty="0" err="1" smtClean="0">
            <a:latin typeface="Spectrum Sans Book" panose="020B0402020503020304" pitchFamily="34" charset="0"/>
            <a:ea typeface="Open Sans" pitchFamily="2" charset="0"/>
            <a:cs typeface="Spectrum Sans Book" panose="020B0402020503020304" pitchFamily="34" charset="0"/>
          </a:defRPr>
        </a:defPPr>
      </a:lstStyle>
    </a:txDef>
  </a:objectDefaults>
  <a:extraClrSchemeLst/>
  <a:extLst>
    <a:ext uri="{05A4C25C-085E-4340-85A3-A5531E510DB2}">
      <thm15:themeFamily xmlns:thm15="http://schemas.microsoft.com/office/thememl/2012/main" name="Spectrum_Template.pptx" id="{18F37140-D1A9-4F88-AFD2-1F47C57A10AB}" vid="{7450C8F5-811E-4333-9A3F-B21B1CE4AD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01F6B4EB50BDB4185B8B5680B344017" ma:contentTypeVersion="3" ma:contentTypeDescription="Create a new document." ma:contentTypeScope="" ma:versionID="b7943a0fb9b56072dc3ea380d43e1703">
  <xsd:schema xmlns:xsd="http://www.w3.org/2001/XMLSchema" xmlns:xs="http://www.w3.org/2001/XMLSchema" xmlns:p="http://schemas.microsoft.com/office/2006/metadata/properties" xmlns:ns2="69b66f95-037b-48f2-ae72-40a824976def" targetNamespace="http://schemas.microsoft.com/office/2006/metadata/properties" ma:root="true" ma:fieldsID="a6085754ac3bab3b075b903c4899f056" ns2:_="">
    <xsd:import namespace="69b66f95-037b-48f2-ae72-40a824976de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b66f95-037b-48f2-ae72-40a824976d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50E3DE-22EA-44FD-8AF4-E8138E65530F}">
  <ds:schemaRefs>
    <ds:schemaRef ds:uri="69b66f95-037b-48f2-ae72-40a824976de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ED8BFF5-6321-4FA5-A3F3-13CC50092FDA}">
  <ds:schemaRefs>
    <ds:schemaRef ds:uri="69b66f95-037b-48f2-ae72-40a824976de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A0308AF-C473-4792-B22A-B049B1B33565}">
  <ds:schemaRefs>
    <ds:schemaRef ds:uri="http://schemas.microsoft.com/sharepoint/v3/contenttype/forms"/>
  </ds:schemaRefs>
</ds:datastoreItem>
</file>

<file path=docMetadata/LabelInfo.xml><?xml version="1.0" encoding="utf-8"?>
<clbl:labelList xmlns:clbl="http://schemas.microsoft.com/office/2020/mipLabelMetadata">
  <clbl:label id="{94f4f323-4d8c-4589-a904-9328bcc3f712}" enabled="1" method="Standard" siteId="{c921337c-1160-432a-b079-805f59112843}" removed="0"/>
</clbl:labelList>
</file>

<file path=docProps/app.xml><?xml version="1.0" encoding="utf-8"?>
<Properties xmlns="http://schemas.openxmlformats.org/officeDocument/2006/extended-properties" xmlns:vt="http://schemas.openxmlformats.org/officeDocument/2006/docPropsVTypes">
  <TotalTime>0</TotalTime>
  <Words>10708</Words>
  <Application>Microsoft Office PowerPoint</Application>
  <PresentationFormat>Widescreen</PresentationFormat>
  <Paragraphs>1608</Paragraphs>
  <Slides>25</Slides>
  <Notes>24</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Spectrum</vt:lpstr>
      <vt:lpstr>Monthly Ops Review</vt:lpstr>
      <vt:lpstr>Data Services Development- Applications</vt:lpstr>
      <vt:lpstr>PowerPoint Presentation</vt:lpstr>
      <vt:lpstr>On-Time and Planned Delivery</vt:lpstr>
      <vt:lpstr>Quality and Dev Efficiency</vt:lpstr>
      <vt:lpstr>Rollout Success</vt:lpstr>
      <vt:lpstr>Product Health Measure</vt:lpstr>
      <vt:lpstr>Product Health Measure</vt:lpstr>
      <vt:lpstr>Product Health Measure</vt:lpstr>
      <vt:lpstr>Data Services Development- Platforms</vt:lpstr>
      <vt:lpstr>PowerPoint Presentation</vt:lpstr>
      <vt:lpstr>On-Time and Planned Delivery</vt:lpstr>
      <vt:lpstr>Quality and Dev Efficiency</vt:lpstr>
      <vt:lpstr>Rollout Success</vt:lpstr>
      <vt:lpstr>Product Health Measure</vt:lpstr>
      <vt:lpstr>Product Health Measure</vt:lpstr>
      <vt:lpstr>Data Quality and Audits </vt:lpstr>
      <vt:lpstr>Data Quality Issues and Remediation</vt:lpstr>
      <vt:lpstr>DATA PLATFORMS ORCHESTRATION SERVICES</vt:lpstr>
      <vt:lpstr>PowerPoint Presentation</vt:lpstr>
      <vt:lpstr>On-Time and Planned Delivery</vt:lpstr>
      <vt:lpstr>On-Time and Planned Delivery</vt:lpstr>
      <vt:lpstr>Quality and Dev Efficiency</vt:lpstr>
      <vt:lpstr>Rollout Success</vt:lpstr>
      <vt:lpstr>Product Health Measure</vt:lpstr>
    </vt:vector>
  </TitlesOfParts>
  <Company>Charter Communications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Ops Review</dc:title>
  <dc:creator>Narang, Kapil</dc:creator>
  <cp:lastModifiedBy>Lusk, Jaime E</cp:lastModifiedBy>
  <cp:revision>2</cp:revision>
  <dcterms:created xsi:type="dcterms:W3CDTF">2025-07-08T15:57:59Z</dcterms:created>
  <dcterms:modified xsi:type="dcterms:W3CDTF">2026-03-19T12:06:19Z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0x010100E01F6B4EB50BDB4185B8B5680B344017</vt:lpwstr>
  </property>
</Properties>
</file>